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37ac2f15c49a7" /><Relationship Type="http://schemas.openxmlformats.org/officeDocument/2006/relationships/extended-properties" Target="/docProps/app.xml" Id="R412b6efad46f42d6" /><Relationship Type="http://schemas.openxmlformats.org/officeDocument/2006/relationships/officeDocument" Target="/ppt/presentation.xml" Id="R0b9ae27be013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7977374ef4ccf"/>
    <p:sldMasterId xmlns:r="http://schemas.openxmlformats.org/officeDocument/2006/relationships" id="2147483669" r:id="R7ed941e24e494c84"/>
  </p:sldMasterIdLst>
  <p:notesMasterIdLst>
    <p:notesMasterId xmlns:r="http://schemas.openxmlformats.org/officeDocument/2006/relationships" r:id="R1f7af6de17754fb8"/>
  </p:notesMasterIdLst>
  <p:sldIdLst>
    <p:sldId xmlns:r="http://schemas.openxmlformats.org/officeDocument/2006/relationships" id="256" r:id="R363b0d7c761c405e"/>
    <p:sldId xmlns:r="http://schemas.openxmlformats.org/officeDocument/2006/relationships" id="257" r:id="Rc01d675ccea343d4"/>
    <p:sldId xmlns:r="http://schemas.openxmlformats.org/officeDocument/2006/relationships" id="258" r:id="R983eaa334fbd470c"/>
    <p:sldId xmlns:r="http://schemas.openxmlformats.org/officeDocument/2006/relationships" id="259" r:id="R5cadd27a2d0b4a0a"/>
    <p:sldId xmlns:r="http://schemas.openxmlformats.org/officeDocument/2006/relationships" id="260" r:id="R392ae693485644dc"/>
    <p:sldId xmlns:r="http://schemas.openxmlformats.org/officeDocument/2006/relationships" id="261" r:id="R42fdc2a52db6483a"/>
    <p:sldId xmlns:r="http://schemas.openxmlformats.org/officeDocument/2006/relationships" id="262" r:id="R8c56a6bf28ca4c04"/>
    <p:sldId xmlns:r="http://schemas.openxmlformats.org/officeDocument/2006/relationships" id="263" r:id="Re4e25814f77b4d60"/>
    <p:sldId xmlns:r="http://schemas.openxmlformats.org/officeDocument/2006/relationships" id="264" r:id="R93456413c52041fd"/>
    <p:sldId xmlns:r="http://schemas.openxmlformats.org/officeDocument/2006/relationships" id="265" r:id="R9dc59a86b62a4674"/>
    <p:sldId xmlns:r="http://schemas.openxmlformats.org/officeDocument/2006/relationships" id="266" r:id="R14fa924af73a48ca"/>
    <p:sldId xmlns:r="http://schemas.openxmlformats.org/officeDocument/2006/relationships" id="267" r:id="Rc72fc70f796246a1"/>
    <p:sldId xmlns:r="http://schemas.openxmlformats.org/officeDocument/2006/relationships" id="268" r:id="R916541fba6df4161"/>
    <p:sldId xmlns:r="http://schemas.openxmlformats.org/officeDocument/2006/relationships" id="269" r:id="Rc45ced322af04974"/>
    <p:sldId xmlns:r="http://schemas.openxmlformats.org/officeDocument/2006/relationships" id="270" r:id="Rfbbdd75beeef40f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A9BC5C5E-50A8-44A1-9ACD-4B974FBEBC95}">
  <a:tblStyle styleId="{A9BC5C5E-50A8-44A1-9ACD-4B974FBEBC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E2B4E7F-DDDB-4641-A8C6-7E990AFC53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4f82286bc44de" /><Relationship Type="http://schemas.openxmlformats.org/officeDocument/2006/relationships/slideMaster" Target="/ppt/slideMasters/slideMaster1.xml" Id="R41c7977374ef4ccf" /><Relationship Type="http://schemas.openxmlformats.org/officeDocument/2006/relationships/slideMaster" Target="/ppt/slideMasters/slideMaster2.xml" Id="R7ed941e24e494c84" /><Relationship Type="http://schemas.openxmlformats.org/officeDocument/2006/relationships/notesMaster" Target="/ppt/notesMasters/notesMaster1.xml" Id="R1f7af6de17754fb8" /><Relationship Type="http://schemas.openxmlformats.org/officeDocument/2006/relationships/presProps" Target="/ppt/presProps.xml" Id="R16e5b85bdcfd4a6f" /><Relationship Type="http://schemas.openxmlformats.org/officeDocument/2006/relationships/viewProps" Target="/ppt/viewProps.xml" Id="R9db123c368674e9f" /><Relationship Type="http://schemas.openxmlformats.org/officeDocument/2006/relationships/tableStyles" Target="/ppt/tableStyles.xml" Id="R52e7aeee66784d45" /><Relationship Type="http://schemas.openxmlformats.org/officeDocument/2006/relationships/slide" Target="/ppt/slides/slide1.xml" Id="R363b0d7c761c405e" /><Relationship Type="http://schemas.openxmlformats.org/officeDocument/2006/relationships/slide" Target="/ppt/slides/slide2.xml" Id="Rc01d675ccea343d4" /><Relationship Type="http://schemas.openxmlformats.org/officeDocument/2006/relationships/slide" Target="/ppt/slides/slide3.xml" Id="R983eaa334fbd470c" /><Relationship Type="http://schemas.openxmlformats.org/officeDocument/2006/relationships/slide" Target="/ppt/slides/slide4.xml" Id="R5cadd27a2d0b4a0a" /><Relationship Type="http://schemas.openxmlformats.org/officeDocument/2006/relationships/slide" Target="/ppt/slides/slide5.xml" Id="R392ae693485644dc" /><Relationship Type="http://schemas.openxmlformats.org/officeDocument/2006/relationships/slide" Target="/ppt/slides/slide6.xml" Id="R42fdc2a52db6483a" /><Relationship Type="http://schemas.openxmlformats.org/officeDocument/2006/relationships/slide" Target="/ppt/slides/slide7.xml" Id="R8c56a6bf28ca4c04" /><Relationship Type="http://schemas.openxmlformats.org/officeDocument/2006/relationships/slide" Target="/ppt/slides/slide8.xml" Id="Re4e25814f77b4d60" /><Relationship Type="http://schemas.openxmlformats.org/officeDocument/2006/relationships/slide" Target="/ppt/slides/slide9.xml" Id="R93456413c52041fd" /><Relationship Type="http://schemas.openxmlformats.org/officeDocument/2006/relationships/slide" Target="/ppt/slides/slide10.xml" Id="R9dc59a86b62a4674" /><Relationship Type="http://schemas.openxmlformats.org/officeDocument/2006/relationships/slide" Target="/ppt/slides/slide11.xml" Id="R14fa924af73a48ca" /><Relationship Type="http://schemas.openxmlformats.org/officeDocument/2006/relationships/slide" Target="/ppt/slides/slide12.xml" Id="Rc72fc70f796246a1" /><Relationship Type="http://schemas.openxmlformats.org/officeDocument/2006/relationships/slide" Target="/ppt/slides/slide13.xml" Id="R916541fba6df4161" /><Relationship Type="http://schemas.openxmlformats.org/officeDocument/2006/relationships/slide" Target="/ppt/slides/slide14.xml" Id="Rc45ced322af04974" /><Relationship Type="http://schemas.openxmlformats.org/officeDocument/2006/relationships/slide" Target="/ppt/slides/slide15.xml" Id="Rfbbdd75beeef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ba0868562d0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ocial and Behavioral Sciences in Public Health - Bachelor of Science in Public Health by Slidesgo">
  <a:themeElements>
    <a:clrScheme name="Simple Light">
      <a:dk1>
        <a:srgbClr val="161614"/>
      </a:dk1>
      <a:lt1>
        <a:srgbClr val="FCF9F3"/>
      </a:lt1>
      <a:dk2>
        <a:srgbClr val="F0E4C2"/>
      </a:dk2>
      <a:lt2>
        <a:srgbClr val="8E9FE5"/>
      </a:lt2>
      <a:accent1>
        <a:srgbClr val="CAD6CA"/>
      </a:accent1>
      <a:accent2>
        <a:srgbClr val="74816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146683fd945d0" /><Relationship Type="http://schemas.openxmlformats.org/officeDocument/2006/relationships/notesMaster" Target="/ppt/notesMasters/notesMaster1.xml" Id="Reeb31bf7fde1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01667c9d714647" /><Relationship Type="http://schemas.openxmlformats.org/officeDocument/2006/relationships/notesMaster" Target="/ppt/notesMasters/notesMaster1.xml" Id="R66732ebc9f98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ca74ede0645de" /><Relationship Type="http://schemas.openxmlformats.org/officeDocument/2006/relationships/notesMaster" Target="/ppt/notesMasters/notesMaster1.xml" Id="R2d45ae3a4230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b4b97d69474ddb" /><Relationship Type="http://schemas.openxmlformats.org/officeDocument/2006/relationships/notesMaster" Target="/ppt/notesMasters/notesMaster1.xml" Id="R0422ca763e0c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0a762781e4922" /><Relationship Type="http://schemas.openxmlformats.org/officeDocument/2006/relationships/notesMaster" Target="/ppt/notesMasters/notesMaster1.xml" Id="Rf3628b859a1a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7c6bffa75c46de" /><Relationship Type="http://schemas.openxmlformats.org/officeDocument/2006/relationships/notesMaster" Target="/ppt/notesMasters/notesMaster1.xml" Id="R56400e7bf5284d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4e7c618ca4e6c" /><Relationship Type="http://schemas.openxmlformats.org/officeDocument/2006/relationships/notesMaster" Target="/ppt/notesMasters/notesMaster1.xml" Id="Rfe557a7aba0345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78f9074ec4940" /><Relationship Type="http://schemas.openxmlformats.org/officeDocument/2006/relationships/notesMaster" Target="/ppt/notesMasters/notesMaster1.xml" Id="R42494c39e8cd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590d82e4a84860" /><Relationship Type="http://schemas.openxmlformats.org/officeDocument/2006/relationships/notesMaster" Target="/ppt/notesMasters/notesMaster1.xml" Id="R683fe861e78643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472f4621784daa" /><Relationship Type="http://schemas.openxmlformats.org/officeDocument/2006/relationships/notesMaster" Target="/ppt/notesMasters/notesMaster1.xml" Id="R4b97a45a70de45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395ef7c02f4449" /><Relationship Type="http://schemas.openxmlformats.org/officeDocument/2006/relationships/notesMaster" Target="/ppt/notesMasters/notesMaster1.xml" Id="R9fd0c2354ec048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10cbe5ff049a6" /><Relationship Type="http://schemas.openxmlformats.org/officeDocument/2006/relationships/notesMaster" Target="/ppt/notesMasters/notesMaster1.xml" Id="R127fba026ae74b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51d01ec0747b9" /><Relationship Type="http://schemas.openxmlformats.org/officeDocument/2006/relationships/notesMaster" Target="/ppt/notesMasters/notesMaster1.xml" Id="Rfecf412af18641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56e7e95bb3499e" /><Relationship Type="http://schemas.openxmlformats.org/officeDocument/2006/relationships/notesMaster" Target="/ppt/notesMasters/notesMaster1.xml" Id="R477094176dfe4e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66a9f847734a88" /><Relationship Type="http://schemas.openxmlformats.org/officeDocument/2006/relationships/notesMaster" Target="/ppt/notesMasters/notesMaster1.xml" Id="R7ab034ab005a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7fd3fd2c649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c380c64de46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f7d32ce2e4c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e56064a3546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2783949384e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be7cc394842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f900835604f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0cefc7a5e42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99f58da564d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59164c04a43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914b8d59d44f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f250c3dd2404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3e9d4f429490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0486f8a1544f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8a4b7a74a410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5e1dfc5b54c0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78c924c86493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d7d26cbb7440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b6283c9c14db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0e648e2d343e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c4c9912948419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d61e17a4e6424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0DE3215E-307A-4DC8-9BE6-6EA3C6A02B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13225" y="1438950"/>
            <a:ext cx="7717500" cy="180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A8394457-D0C2-4A9B-9331-91058AEDF0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3333454"/>
            <a:ext cx="4515900" cy="3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9D0BA57-32FB-40B6-BFB8-E239D1A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9060" y="49139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55B40AC2-D8EA-4EA8-91FA-478082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77990" y="-15431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B6069EFC-78EE-4120-B63D-12789459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0976" y="46039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70406948-3142-4E38-AAFE-9F2F9A2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982708" y="145396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912D2753-5108-4C43-B689-179ED548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88" y="42916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EF87DD18-D930-4480-B273-3246867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538" y="61425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BB4480EA-BDBB-4F66-B22A-B85D660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13" y="739725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>
            <a:extLst xmlns:a="http://schemas.openxmlformats.org/drawingml/2006/main">
              <a:ext uri="{FF2B5EF4-FFF2-40B4-BE49-F238E27FC236}">
                <a16:creationId xmlns:a16="http://schemas.microsoft.com/office/drawing/2014/main" id="{BE14D064-68AB-49D1-B34F-687E66E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288702" y="466839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>
            <a:extLst xmlns:a="http://schemas.openxmlformats.org/drawingml/2006/main">
              <a:ext uri="{FF2B5EF4-FFF2-40B4-BE49-F238E27FC236}">
                <a16:creationId xmlns:a16="http://schemas.microsoft.com/office/drawing/2014/main" id="{E07B61D4-3B1E-445F-8578-BD0F046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78904" y="475859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>
            <a:extLst xmlns:a="http://schemas.openxmlformats.org/drawingml/2006/main">
              <a:ext uri="{FF2B5EF4-FFF2-40B4-BE49-F238E27FC236}">
                <a16:creationId xmlns:a16="http://schemas.microsoft.com/office/drawing/2014/main" id="{36F9B978-2D27-49B0-A55F-8ECF689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6947" y="4010933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>
            <a:extLst xmlns:a="http://schemas.openxmlformats.org/drawingml/2006/main">
              <a:ext uri="{FF2B5EF4-FFF2-40B4-BE49-F238E27FC236}">
                <a16:creationId xmlns:a16="http://schemas.microsoft.com/office/drawing/2014/main" id="{72359BCD-92A4-4002-B6DA-8D1762E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6947" y="4046767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>
            <a:extLst xmlns:a="http://schemas.openxmlformats.org/drawingml/2006/main">
              <a:ext uri="{FF2B5EF4-FFF2-40B4-BE49-F238E27FC236}">
                <a16:creationId xmlns:a16="http://schemas.microsoft.com/office/drawing/2014/main" id="{1212EA55-B7A5-4E2A-B215-53B73BB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9" y="871563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>
            <a:extLst xmlns:a="http://schemas.openxmlformats.org/drawingml/2006/main">
              <a:ext uri="{FF2B5EF4-FFF2-40B4-BE49-F238E27FC236}">
                <a16:creationId xmlns:a16="http://schemas.microsoft.com/office/drawing/2014/main" id="{FE81D97D-3869-475C-86D7-760163E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303" y="948182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>
            <a:extLst xmlns:a="http://schemas.openxmlformats.org/drawingml/2006/main">
              <a:ext uri="{FF2B5EF4-FFF2-40B4-BE49-F238E27FC236}">
                <a16:creationId xmlns:a16="http://schemas.microsoft.com/office/drawing/2014/main" id="{E5A2AADC-C00E-4BFB-9E25-CD18EBA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0175" y="46472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9C0AB428-C955-40FE-850B-F1236807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>
            <a:extLst xmlns:a="http://schemas.openxmlformats.org/drawingml/2006/main">
              <a:ext uri="{FF2B5EF4-FFF2-40B4-BE49-F238E27FC236}">
                <a16:creationId xmlns:a16="http://schemas.microsoft.com/office/drawing/2014/main" id="{C3A65777-2195-4C1C-AF86-24651D41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3EC5BC67-D1DB-48EF-AEB3-EAC9C00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01360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492728B2-7BD1-4B00-8B5D-B67D961D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>
            <a:extLst xmlns:a="http://schemas.openxmlformats.org/drawingml/2006/main">
              <a:ext uri="{FF2B5EF4-FFF2-40B4-BE49-F238E27FC236}">
                <a16:creationId xmlns:a16="http://schemas.microsoft.com/office/drawing/2014/main" id="{614A7FC7-05AE-4437-8859-F4EF77B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DAC2EBF0-FA25-432B-B749-760AFE4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01360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E65B170E-8179-437F-AB76-9D5FB38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D5BC66F4-DA81-476D-AAEF-3B022A7E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01360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2CCD6983-B706-4858-9799-F62AE55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69A7281B-2BFD-45A8-95B7-8F490B1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3449C3BA-0336-4EC1-A67B-2E7362C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19890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0AF12129-59C9-4B8E-B414-4384721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065CBC9B-3F23-47F9-845F-CAF3405D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FEEB5FB0-B29F-4E22-91E6-6FF15A89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19890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63F3C80F-F8B3-43F8-A58D-F456681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F564594B-BCFA-4702-BE06-F7F8AFE7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19890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DFCA2C39-B90B-4698-AA05-2CC5C37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70E9370D-E631-40DA-A7D1-B6C9007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19E6B5F6-65B1-49FF-8142-C43E383A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385681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>
            <a:extLst xmlns:a="http://schemas.openxmlformats.org/drawingml/2006/main">
              <a:ext uri="{FF2B5EF4-FFF2-40B4-BE49-F238E27FC236}">
                <a16:creationId xmlns:a16="http://schemas.microsoft.com/office/drawing/2014/main" id="{83A28EF3-D55A-42B6-990E-3533008E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4BE9B0C7-5548-4A95-A9C6-40E0256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0E574D1D-4779-47B0-A9A5-B6534060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385681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FCB3A27D-58F7-4D42-9A2E-8F627FD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7303CA23-4CEA-4DB5-B938-07272538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38568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>
            <a:extLst xmlns:a="http://schemas.openxmlformats.org/drawingml/2006/main">
              <a:ext uri="{FF2B5EF4-FFF2-40B4-BE49-F238E27FC236}">
                <a16:creationId xmlns:a16="http://schemas.microsoft.com/office/drawing/2014/main" id="{9DBE42EE-2C0B-437F-B496-07A4DF8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3CFCC4A0-4784-4F26-86DD-12890EC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>
            <a:extLst xmlns:a="http://schemas.openxmlformats.org/drawingml/2006/main">
              <a:ext uri="{FF2B5EF4-FFF2-40B4-BE49-F238E27FC236}">
                <a16:creationId xmlns:a16="http://schemas.microsoft.com/office/drawing/2014/main" id="{CF5D9C9A-E942-422D-A925-20D15E8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57242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6EED7B99-0BFD-4ACB-8628-D212126C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30667809-B779-465E-88AC-3CAC38A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18024261-6567-44AE-8C7B-74BC555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57242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B6AF7C17-33A2-48A6-A182-D42B8601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C1DF3754-D60B-4953-A161-32BB102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57242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>
            <a:extLst xmlns:a="http://schemas.openxmlformats.org/drawingml/2006/main">
              <a:ext uri="{FF2B5EF4-FFF2-40B4-BE49-F238E27FC236}">
                <a16:creationId xmlns:a16="http://schemas.microsoft.com/office/drawing/2014/main" id="{6A4D2306-3F70-47C6-9BB6-653F38CC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>
            <a:extLst xmlns:a="http://schemas.openxmlformats.org/drawingml/2006/main">
              <a:ext uri="{FF2B5EF4-FFF2-40B4-BE49-F238E27FC236}">
                <a16:creationId xmlns:a16="http://schemas.microsoft.com/office/drawing/2014/main" id="{3AE832F4-5275-4B69-9C00-E568437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>
            <a:extLst xmlns:a="http://schemas.openxmlformats.org/drawingml/2006/main">
              <a:ext uri="{FF2B5EF4-FFF2-40B4-BE49-F238E27FC236}">
                <a16:creationId xmlns:a16="http://schemas.microsoft.com/office/drawing/2014/main" id="{11DAA8FE-8738-4A3D-A9F0-C08FD00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-25417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>
            <a:extLst xmlns:a="http://schemas.openxmlformats.org/drawingml/2006/main">
              <a:ext uri="{FF2B5EF4-FFF2-40B4-BE49-F238E27FC236}">
                <a16:creationId xmlns:a16="http://schemas.microsoft.com/office/drawing/2014/main" id="{95D63ADB-0C8B-4645-999E-40E282D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2E44794E-E6F7-49D4-8C4C-7EE38F5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1E4F7642-2D68-4723-8BAE-AF6DD73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-25417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E7976B8E-54FF-440F-8C08-BACC94AD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>
            <a:extLst xmlns:a="http://schemas.openxmlformats.org/drawingml/2006/main">
              <a:ext uri="{FF2B5EF4-FFF2-40B4-BE49-F238E27FC236}">
                <a16:creationId xmlns:a16="http://schemas.microsoft.com/office/drawing/2014/main" id="{E59EA64D-8FFB-4194-934A-4B99C3FB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-25417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>
            <a:extLst xmlns:a="http://schemas.openxmlformats.org/drawingml/2006/main">
              <a:ext uri="{FF2B5EF4-FFF2-40B4-BE49-F238E27FC236}">
                <a16:creationId xmlns:a16="http://schemas.microsoft.com/office/drawing/2014/main" id="{73DEE488-CBDA-417E-977F-7733C6B8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>
            <a:extLst xmlns:a="http://schemas.openxmlformats.org/drawingml/2006/main">
              <a:ext uri="{FF2B5EF4-FFF2-40B4-BE49-F238E27FC236}">
                <a16:creationId xmlns:a16="http://schemas.microsoft.com/office/drawing/2014/main" id="{C70284A0-0A3A-438C-AAB9-FCDA257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>
            <a:extLst xmlns:a="http://schemas.openxmlformats.org/drawingml/2006/main">
              <a:ext uri="{FF2B5EF4-FFF2-40B4-BE49-F238E27FC236}">
                <a16:creationId xmlns:a16="http://schemas.microsoft.com/office/drawing/2014/main" id="{057A8D4D-DFC4-41EC-84FA-2884480B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-6888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>
            <a:extLst xmlns:a="http://schemas.openxmlformats.org/drawingml/2006/main">
              <a:ext uri="{FF2B5EF4-FFF2-40B4-BE49-F238E27FC236}">
                <a16:creationId xmlns:a16="http://schemas.microsoft.com/office/drawing/2014/main" id="{49BB7D40-CDD0-495D-BBE3-2799393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>
            <a:extLst xmlns:a="http://schemas.openxmlformats.org/drawingml/2006/main">
              <a:ext uri="{FF2B5EF4-FFF2-40B4-BE49-F238E27FC236}">
                <a16:creationId xmlns:a16="http://schemas.microsoft.com/office/drawing/2014/main" id="{6C08157F-4DBB-4A71-85C6-C17F6C1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>
            <a:extLst xmlns:a="http://schemas.openxmlformats.org/drawingml/2006/main">
              <a:ext uri="{FF2B5EF4-FFF2-40B4-BE49-F238E27FC236}">
                <a16:creationId xmlns:a16="http://schemas.microsoft.com/office/drawing/2014/main" id="{70EE2260-725D-46F1-A24F-56F9D616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-6888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>
            <a:extLst xmlns:a="http://schemas.openxmlformats.org/drawingml/2006/main">
              <a:ext uri="{FF2B5EF4-FFF2-40B4-BE49-F238E27FC236}">
                <a16:creationId xmlns:a16="http://schemas.microsoft.com/office/drawing/2014/main" id="{B260E473-D060-4E3D-8E03-A40DF1F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>
            <a:extLst xmlns:a="http://schemas.openxmlformats.org/drawingml/2006/main">
              <a:ext uri="{FF2B5EF4-FFF2-40B4-BE49-F238E27FC236}">
                <a16:creationId xmlns:a16="http://schemas.microsoft.com/office/drawing/2014/main" id="{A70EE6DC-F85E-42A1-8E0B-C54E51E2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-6888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>
            <a:extLst xmlns:a="http://schemas.openxmlformats.org/drawingml/2006/main">
              <a:ext uri="{FF2B5EF4-FFF2-40B4-BE49-F238E27FC236}">
                <a16:creationId xmlns:a16="http://schemas.microsoft.com/office/drawing/2014/main" id="{D41C4B1D-FDA5-4948-8720-738ED74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>
            <a:extLst xmlns:a="http://schemas.openxmlformats.org/drawingml/2006/main">
              <a:ext uri="{FF2B5EF4-FFF2-40B4-BE49-F238E27FC236}">
                <a16:creationId xmlns:a16="http://schemas.microsoft.com/office/drawing/2014/main" id="{66CC7CF9-EEA7-4EF0-ABBB-726BF088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>
            <a:extLst xmlns:a="http://schemas.openxmlformats.org/drawingml/2006/main">
              <a:ext uri="{FF2B5EF4-FFF2-40B4-BE49-F238E27FC236}">
                <a16:creationId xmlns:a16="http://schemas.microsoft.com/office/drawing/2014/main" id="{2C7EBB83-A228-4371-A2BB-3D0C055E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1179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>
            <a:extLst xmlns:a="http://schemas.openxmlformats.org/drawingml/2006/main">
              <a:ext uri="{FF2B5EF4-FFF2-40B4-BE49-F238E27FC236}">
                <a16:creationId xmlns:a16="http://schemas.microsoft.com/office/drawing/2014/main" id="{84B9B145-87D9-4DB3-B58D-FB8A272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>
            <a:extLst xmlns:a="http://schemas.openxmlformats.org/drawingml/2006/main">
              <a:ext uri="{FF2B5EF4-FFF2-40B4-BE49-F238E27FC236}">
                <a16:creationId xmlns:a16="http://schemas.microsoft.com/office/drawing/2014/main" id="{A509746A-B402-4B87-8547-0F94B9C2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>
            <a:extLst xmlns:a="http://schemas.openxmlformats.org/drawingml/2006/main">
              <a:ext uri="{FF2B5EF4-FFF2-40B4-BE49-F238E27FC236}">
                <a16:creationId xmlns:a16="http://schemas.microsoft.com/office/drawing/2014/main" id="{2FC0F59F-23F9-4B3F-A6B9-4DFA7CDB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1179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>
            <a:extLst xmlns:a="http://schemas.openxmlformats.org/drawingml/2006/main">
              <a:ext uri="{FF2B5EF4-FFF2-40B4-BE49-F238E27FC236}">
                <a16:creationId xmlns:a16="http://schemas.microsoft.com/office/drawing/2014/main" id="{00E44059-B1A4-4866-B472-8C36D09A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>
            <a:extLst xmlns:a="http://schemas.openxmlformats.org/drawingml/2006/main">
              <a:ext uri="{FF2B5EF4-FFF2-40B4-BE49-F238E27FC236}">
                <a16:creationId xmlns:a16="http://schemas.microsoft.com/office/drawing/2014/main" id="{74403354-9E21-4F6D-86E4-B6C3E78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1179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>
            <a:extLst xmlns:a="http://schemas.openxmlformats.org/drawingml/2006/main">
              <a:ext uri="{FF2B5EF4-FFF2-40B4-BE49-F238E27FC236}">
                <a16:creationId xmlns:a16="http://schemas.microsoft.com/office/drawing/2014/main" id="{B4D3A058-64AA-4C6F-B2BA-75918A10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>
            <a:extLst xmlns:a="http://schemas.openxmlformats.org/drawingml/2006/main">
              <a:ext uri="{FF2B5EF4-FFF2-40B4-BE49-F238E27FC236}">
                <a16:creationId xmlns:a16="http://schemas.microsoft.com/office/drawing/2014/main" id="{A56F58DE-291A-4925-B8B5-A0937D0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>
            <a:extLst xmlns:a="http://schemas.openxmlformats.org/drawingml/2006/main">
              <a:ext uri="{FF2B5EF4-FFF2-40B4-BE49-F238E27FC236}">
                <a16:creationId xmlns:a16="http://schemas.microsoft.com/office/drawing/2014/main" id="{BC8190EB-B4B5-4058-AA83-6EDF9DA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3046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>
            <a:extLst xmlns:a="http://schemas.openxmlformats.org/drawingml/2006/main">
              <a:ext uri="{FF2B5EF4-FFF2-40B4-BE49-F238E27FC236}">
                <a16:creationId xmlns:a16="http://schemas.microsoft.com/office/drawing/2014/main" id="{D9BA12B4-C8F3-4852-997C-3D2BBBCC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>
            <a:extLst xmlns:a="http://schemas.openxmlformats.org/drawingml/2006/main">
              <a:ext uri="{FF2B5EF4-FFF2-40B4-BE49-F238E27FC236}">
                <a16:creationId xmlns:a16="http://schemas.microsoft.com/office/drawing/2014/main" id="{DAB01B9F-09CA-4350-ACFD-26CD6AB5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>
            <a:extLst xmlns:a="http://schemas.openxmlformats.org/drawingml/2006/main">
              <a:ext uri="{FF2B5EF4-FFF2-40B4-BE49-F238E27FC236}">
                <a16:creationId xmlns:a16="http://schemas.microsoft.com/office/drawing/2014/main" id="{E33BD633-6A49-4A99-886B-D2B5095E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3046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>
            <a:extLst xmlns:a="http://schemas.openxmlformats.org/drawingml/2006/main">
              <a:ext uri="{FF2B5EF4-FFF2-40B4-BE49-F238E27FC236}">
                <a16:creationId xmlns:a16="http://schemas.microsoft.com/office/drawing/2014/main" id="{D027271D-1BA2-418E-A630-7A145D26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>
            <a:extLst xmlns:a="http://schemas.openxmlformats.org/drawingml/2006/main">
              <a:ext uri="{FF2B5EF4-FFF2-40B4-BE49-F238E27FC236}">
                <a16:creationId xmlns:a16="http://schemas.microsoft.com/office/drawing/2014/main" id="{30A43440-233B-413A-93AF-39B8464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3046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>
            <a:extLst xmlns:a="http://schemas.openxmlformats.org/drawingml/2006/main">
              <a:ext uri="{FF2B5EF4-FFF2-40B4-BE49-F238E27FC236}">
                <a16:creationId xmlns:a16="http://schemas.microsoft.com/office/drawing/2014/main" id="{FEC587D1-39CD-479F-9928-9F098FE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005948" y="111517"/>
            <a:ext cx="2967453" cy="550186"/>
          </a:xfrm>
          <a:custGeom xmlns:a="http://schemas.openxmlformats.org/drawingml/2006/main">
            <a:rect l="l" t="t" r="r" b="b"/>
            <a:pathLst>
              <a:path w="91194" h="16908">
                <a:moveTo>
                  <a:pt x="1" y="0"/>
                </a:moveTo>
                <a:lnTo>
                  <a:pt x="1" y="890"/>
                </a:lnTo>
                <a:lnTo>
                  <a:pt x="80017" y="890"/>
                </a:lnTo>
                <a:lnTo>
                  <a:pt x="80586" y="961"/>
                </a:lnTo>
                <a:lnTo>
                  <a:pt x="81120" y="997"/>
                </a:lnTo>
                <a:lnTo>
                  <a:pt x="81654" y="1104"/>
                </a:lnTo>
                <a:lnTo>
                  <a:pt x="82188" y="1246"/>
                </a:lnTo>
                <a:lnTo>
                  <a:pt x="82686" y="1389"/>
                </a:lnTo>
                <a:lnTo>
                  <a:pt x="83184" y="1531"/>
                </a:lnTo>
                <a:lnTo>
                  <a:pt x="83683" y="1745"/>
                </a:lnTo>
                <a:lnTo>
                  <a:pt x="84181" y="1958"/>
                </a:lnTo>
                <a:lnTo>
                  <a:pt x="84644" y="2207"/>
                </a:lnTo>
                <a:lnTo>
                  <a:pt x="85107" y="2456"/>
                </a:lnTo>
                <a:lnTo>
                  <a:pt x="85534" y="2741"/>
                </a:lnTo>
                <a:lnTo>
                  <a:pt x="85961" y="3062"/>
                </a:lnTo>
                <a:lnTo>
                  <a:pt x="86352" y="3382"/>
                </a:lnTo>
                <a:lnTo>
                  <a:pt x="86779" y="3702"/>
                </a:lnTo>
                <a:lnTo>
                  <a:pt x="87135" y="4058"/>
                </a:lnTo>
                <a:lnTo>
                  <a:pt x="87491" y="4450"/>
                </a:lnTo>
                <a:lnTo>
                  <a:pt x="87847" y="4841"/>
                </a:lnTo>
                <a:lnTo>
                  <a:pt x="88168" y="5268"/>
                </a:lnTo>
                <a:lnTo>
                  <a:pt x="88452" y="5695"/>
                </a:lnTo>
                <a:lnTo>
                  <a:pt x="88737" y="6123"/>
                </a:lnTo>
                <a:lnTo>
                  <a:pt x="89022" y="6585"/>
                </a:lnTo>
                <a:lnTo>
                  <a:pt x="89235" y="7048"/>
                </a:lnTo>
                <a:lnTo>
                  <a:pt x="89485" y="7511"/>
                </a:lnTo>
                <a:lnTo>
                  <a:pt x="89663" y="8009"/>
                </a:lnTo>
                <a:lnTo>
                  <a:pt x="89841" y="8507"/>
                </a:lnTo>
                <a:lnTo>
                  <a:pt x="89983" y="9041"/>
                </a:lnTo>
                <a:lnTo>
                  <a:pt x="90090" y="9575"/>
                </a:lnTo>
                <a:lnTo>
                  <a:pt x="90196" y="10109"/>
                </a:lnTo>
                <a:lnTo>
                  <a:pt x="90268" y="10643"/>
                </a:lnTo>
                <a:lnTo>
                  <a:pt x="90303" y="11177"/>
                </a:lnTo>
                <a:lnTo>
                  <a:pt x="90339" y="11746"/>
                </a:lnTo>
                <a:lnTo>
                  <a:pt x="90339" y="16908"/>
                </a:lnTo>
                <a:lnTo>
                  <a:pt x="91193" y="16908"/>
                </a:lnTo>
                <a:lnTo>
                  <a:pt x="91193" y="11746"/>
                </a:lnTo>
                <a:lnTo>
                  <a:pt x="91193" y="11141"/>
                </a:lnTo>
                <a:lnTo>
                  <a:pt x="91158" y="10536"/>
                </a:lnTo>
                <a:lnTo>
                  <a:pt x="91051" y="9967"/>
                </a:lnTo>
                <a:lnTo>
                  <a:pt x="90980" y="9397"/>
                </a:lnTo>
                <a:lnTo>
                  <a:pt x="90837" y="8828"/>
                </a:lnTo>
                <a:lnTo>
                  <a:pt x="90659" y="8258"/>
                </a:lnTo>
                <a:lnTo>
                  <a:pt x="90481" y="7724"/>
                </a:lnTo>
                <a:lnTo>
                  <a:pt x="90268" y="7190"/>
                </a:lnTo>
                <a:lnTo>
                  <a:pt x="90054" y="6657"/>
                </a:lnTo>
                <a:lnTo>
                  <a:pt x="89769" y="6158"/>
                </a:lnTo>
                <a:lnTo>
                  <a:pt x="89485" y="5660"/>
                </a:lnTo>
                <a:lnTo>
                  <a:pt x="89200" y="5197"/>
                </a:lnTo>
                <a:lnTo>
                  <a:pt x="88879" y="4734"/>
                </a:lnTo>
                <a:lnTo>
                  <a:pt x="88524" y="4272"/>
                </a:lnTo>
                <a:lnTo>
                  <a:pt x="88132" y="3845"/>
                </a:lnTo>
                <a:lnTo>
                  <a:pt x="87776" y="3453"/>
                </a:lnTo>
                <a:lnTo>
                  <a:pt x="87349" y="3062"/>
                </a:lnTo>
                <a:lnTo>
                  <a:pt x="86922" y="2706"/>
                </a:lnTo>
                <a:lnTo>
                  <a:pt x="86495" y="2350"/>
                </a:lnTo>
                <a:lnTo>
                  <a:pt x="86032" y="2029"/>
                </a:lnTo>
                <a:lnTo>
                  <a:pt x="85534" y="1709"/>
                </a:lnTo>
                <a:lnTo>
                  <a:pt x="85071" y="1424"/>
                </a:lnTo>
                <a:lnTo>
                  <a:pt x="84537" y="1175"/>
                </a:lnTo>
                <a:lnTo>
                  <a:pt x="84039" y="926"/>
                </a:lnTo>
                <a:lnTo>
                  <a:pt x="83505" y="712"/>
                </a:lnTo>
                <a:lnTo>
                  <a:pt x="82935" y="534"/>
                </a:lnTo>
                <a:lnTo>
                  <a:pt x="82401" y="392"/>
                </a:lnTo>
                <a:lnTo>
                  <a:pt x="81832" y="250"/>
                </a:lnTo>
                <a:lnTo>
                  <a:pt x="81262" y="143"/>
                </a:lnTo>
                <a:lnTo>
                  <a:pt x="80657" y="72"/>
                </a:lnTo>
                <a:lnTo>
                  <a:pt x="80052" y="36"/>
                </a:lnTo>
                <a:lnTo>
                  <a:pt x="79447" y="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730A4001-5D25-48C9-AA6B-FA85B54D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110344" y="601440"/>
            <a:ext cx="115842" cy="83432"/>
          </a:xfrm>
          <a:custGeom xmlns:a="http://schemas.openxmlformats.org/drawingml/2006/main">
            <a:rect l="l" t="t" r="r" b="b"/>
            <a:pathLst>
              <a:path w="3560" h="2564">
                <a:moveTo>
                  <a:pt x="926" y="1"/>
                </a:moveTo>
                <a:lnTo>
                  <a:pt x="712" y="36"/>
                </a:lnTo>
                <a:lnTo>
                  <a:pt x="570" y="72"/>
                </a:lnTo>
                <a:lnTo>
                  <a:pt x="392" y="143"/>
                </a:lnTo>
                <a:lnTo>
                  <a:pt x="285" y="250"/>
                </a:lnTo>
                <a:lnTo>
                  <a:pt x="143" y="392"/>
                </a:lnTo>
                <a:lnTo>
                  <a:pt x="71" y="535"/>
                </a:lnTo>
                <a:lnTo>
                  <a:pt x="36" y="713"/>
                </a:lnTo>
                <a:lnTo>
                  <a:pt x="0" y="891"/>
                </a:lnTo>
                <a:lnTo>
                  <a:pt x="0" y="1638"/>
                </a:lnTo>
                <a:lnTo>
                  <a:pt x="36" y="1852"/>
                </a:lnTo>
                <a:lnTo>
                  <a:pt x="71" y="1994"/>
                </a:lnTo>
                <a:lnTo>
                  <a:pt x="143" y="2172"/>
                </a:lnTo>
                <a:lnTo>
                  <a:pt x="285" y="2279"/>
                </a:lnTo>
                <a:lnTo>
                  <a:pt x="392" y="2421"/>
                </a:lnTo>
                <a:lnTo>
                  <a:pt x="570" y="2492"/>
                </a:lnTo>
                <a:lnTo>
                  <a:pt x="712" y="2528"/>
                </a:lnTo>
                <a:lnTo>
                  <a:pt x="926" y="2564"/>
                </a:lnTo>
                <a:lnTo>
                  <a:pt x="2634" y="2564"/>
                </a:lnTo>
                <a:lnTo>
                  <a:pt x="2812" y="2528"/>
                </a:lnTo>
                <a:lnTo>
                  <a:pt x="2990" y="2492"/>
                </a:lnTo>
                <a:lnTo>
                  <a:pt x="3133" y="2421"/>
                </a:lnTo>
                <a:lnTo>
                  <a:pt x="3275" y="2279"/>
                </a:lnTo>
                <a:lnTo>
                  <a:pt x="3382" y="2172"/>
                </a:lnTo>
                <a:lnTo>
                  <a:pt x="3488" y="1994"/>
                </a:lnTo>
                <a:lnTo>
                  <a:pt x="3524" y="1852"/>
                </a:lnTo>
                <a:lnTo>
                  <a:pt x="3560" y="1638"/>
                </a:lnTo>
                <a:lnTo>
                  <a:pt x="3560" y="891"/>
                </a:lnTo>
                <a:lnTo>
                  <a:pt x="3524" y="713"/>
                </a:lnTo>
                <a:lnTo>
                  <a:pt x="3488" y="535"/>
                </a:lnTo>
                <a:lnTo>
                  <a:pt x="3382" y="392"/>
                </a:lnTo>
                <a:lnTo>
                  <a:pt x="3275" y="250"/>
                </a:lnTo>
                <a:lnTo>
                  <a:pt x="3133" y="143"/>
                </a:lnTo>
                <a:lnTo>
                  <a:pt x="2990" y="72"/>
                </a:lnTo>
                <a:lnTo>
                  <a:pt x="2812" y="36"/>
                </a:lnTo>
                <a:lnTo>
                  <a:pt x="2634" y="1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7BCBF66B-C512-4D12-BB81-D7DFF2F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213431" y="646605"/>
            <a:ext cx="322015" cy="320877"/>
          </a:xfrm>
          <a:custGeom xmlns:a="http://schemas.openxmlformats.org/drawingml/2006/main">
            <a:rect l="l" t="t" r="r" b="b"/>
            <a:pathLst>
              <a:path w="9896" h="9861">
                <a:moveTo>
                  <a:pt x="4948" y="1"/>
                </a:moveTo>
                <a:lnTo>
                  <a:pt x="4450" y="36"/>
                </a:lnTo>
                <a:lnTo>
                  <a:pt x="3951" y="108"/>
                </a:lnTo>
                <a:lnTo>
                  <a:pt x="3489" y="214"/>
                </a:lnTo>
                <a:lnTo>
                  <a:pt x="3026" y="392"/>
                </a:lnTo>
                <a:lnTo>
                  <a:pt x="2599" y="606"/>
                </a:lnTo>
                <a:lnTo>
                  <a:pt x="2172" y="855"/>
                </a:lnTo>
                <a:lnTo>
                  <a:pt x="1816" y="1140"/>
                </a:lnTo>
                <a:lnTo>
                  <a:pt x="1460" y="1460"/>
                </a:lnTo>
                <a:lnTo>
                  <a:pt x="1139" y="1816"/>
                </a:lnTo>
                <a:lnTo>
                  <a:pt x="855" y="2172"/>
                </a:lnTo>
                <a:lnTo>
                  <a:pt x="605" y="2599"/>
                </a:lnTo>
                <a:lnTo>
                  <a:pt x="392" y="3026"/>
                </a:lnTo>
                <a:lnTo>
                  <a:pt x="250" y="3489"/>
                </a:lnTo>
                <a:lnTo>
                  <a:pt x="107" y="3952"/>
                </a:lnTo>
                <a:lnTo>
                  <a:pt x="36" y="4450"/>
                </a:lnTo>
                <a:lnTo>
                  <a:pt x="0" y="4948"/>
                </a:lnTo>
                <a:lnTo>
                  <a:pt x="36" y="5447"/>
                </a:lnTo>
                <a:lnTo>
                  <a:pt x="107" y="5945"/>
                </a:lnTo>
                <a:lnTo>
                  <a:pt x="250" y="6408"/>
                </a:lnTo>
                <a:lnTo>
                  <a:pt x="392" y="6871"/>
                </a:lnTo>
                <a:lnTo>
                  <a:pt x="605" y="7298"/>
                </a:lnTo>
                <a:lnTo>
                  <a:pt x="855" y="7689"/>
                </a:lnTo>
                <a:lnTo>
                  <a:pt x="1139" y="8081"/>
                </a:lnTo>
                <a:lnTo>
                  <a:pt x="1460" y="8437"/>
                </a:lnTo>
                <a:lnTo>
                  <a:pt x="1816" y="8757"/>
                </a:lnTo>
                <a:lnTo>
                  <a:pt x="2172" y="9042"/>
                </a:lnTo>
                <a:lnTo>
                  <a:pt x="2599" y="9291"/>
                </a:lnTo>
                <a:lnTo>
                  <a:pt x="3026" y="9505"/>
                </a:lnTo>
                <a:lnTo>
                  <a:pt x="3489" y="9647"/>
                </a:lnTo>
                <a:lnTo>
                  <a:pt x="3951" y="9789"/>
                </a:lnTo>
                <a:lnTo>
                  <a:pt x="4450" y="9860"/>
                </a:lnTo>
                <a:lnTo>
                  <a:pt x="5446" y="9860"/>
                </a:lnTo>
                <a:lnTo>
                  <a:pt x="5945" y="9789"/>
                </a:lnTo>
                <a:lnTo>
                  <a:pt x="6407" y="9647"/>
                </a:lnTo>
                <a:lnTo>
                  <a:pt x="6870" y="9505"/>
                </a:lnTo>
                <a:lnTo>
                  <a:pt x="7297" y="9291"/>
                </a:lnTo>
                <a:lnTo>
                  <a:pt x="7689" y="9042"/>
                </a:lnTo>
                <a:lnTo>
                  <a:pt x="8080" y="8757"/>
                </a:lnTo>
                <a:lnTo>
                  <a:pt x="8436" y="8437"/>
                </a:lnTo>
                <a:lnTo>
                  <a:pt x="8757" y="8081"/>
                </a:lnTo>
                <a:lnTo>
                  <a:pt x="9041" y="7689"/>
                </a:lnTo>
                <a:lnTo>
                  <a:pt x="9290" y="7298"/>
                </a:lnTo>
                <a:lnTo>
                  <a:pt x="9504" y="6871"/>
                </a:lnTo>
                <a:lnTo>
                  <a:pt x="9646" y="6408"/>
                </a:lnTo>
                <a:lnTo>
                  <a:pt x="9789" y="5945"/>
                </a:lnTo>
                <a:lnTo>
                  <a:pt x="9860" y="5447"/>
                </a:lnTo>
                <a:lnTo>
                  <a:pt x="9896" y="4948"/>
                </a:lnTo>
                <a:lnTo>
                  <a:pt x="9860" y="4450"/>
                </a:lnTo>
                <a:lnTo>
                  <a:pt x="9789" y="3952"/>
                </a:lnTo>
                <a:lnTo>
                  <a:pt x="9646" y="3489"/>
                </a:lnTo>
                <a:lnTo>
                  <a:pt x="9504" y="3026"/>
                </a:lnTo>
                <a:lnTo>
                  <a:pt x="9290" y="2599"/>
                </a:lnTo>
                <a:lnTo>
                  <a:pt x="9041" y="2172"/>
                </a:lnTo>
                <a:lnTo>
                  <a:pt x="8757" y="1816"/>
                </a:lnTo>
                <a:lnTo>
                  <a:pt x="8436" y="1460"/>
                </a:lnTo>
                <a:lnTo>
                  <a:pt x="8080" y="1140"/>
                </a:lnTo>
                <a:lnTo>
                  <a:pt x="7689" y="855"/>
                </a:lnTo>
                <a:lnTo>
                  <a:pt x="7297" y="606"/>
                </a:lnTo>
                <a:lnTo>
                  <a:pt x="6870" y="392"/>
                </a:lnTo>
                <a:lnTo>
                  <a:pt x="6407" y="214"/>
                </a:lnTo>
                <a:lnTo>
                  <a:pt x="5945" y="108"/>
                </a:lnTo>
                <a:lnTo>
                  <a:pt x="5446" y="36"/>
                </a:lnTo>
                <a:lnTo>
                  <a:pt x="4948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7137347C-644B-4442-B99A-B8C27EF7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185642" y="674427"/>
            <a:ext cx="266437" cy="265266"/>
          </a:xfrm>
          <a:custGeom xmlns:a="http://schemas.openxmlformats.org/drawingml/2006/main">
            <a:rect l="l" t="t" r="r" b="b"/>
            <a:pathLst>
              <a:path w="8188" h="8152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8"/>
                </a:lnTo>
                <a:lnTo>
                  <a:pt x="1816" y="712"/>
                </a:lnTo>
                <a:lnTo>
                  <a:pt x="1496" y="926"/>
                </a:lnTo>
                <a:lnTo>
                  <a:pt x="1211" y="1210"/>
                </a:lnTo>
                <a:lnTo>
                  <a:pt x="926" y="1495"/>
                </a:lnTo>
                <a:lnTo>
                  <a:pt x="713" y="1815"/>
                </a:lnTo>
                <a:lnTo>
                  <a:pt x="499" y="2136"/>
                </a:lnTo>
                <a:lnTo>
                  <a:pt x="321" y="2492"/>
                </a:lnTo>
                <a:lnTo>
                  <a:pt x="179" y="2883"/>
                </a:lnTo>
                <a:lnTo>
                  <a:pt x="107" y="3275"/>
                </a:lnTo>
                <a:lnTo>
                  <a:pt x="36" y="3666"/>
                </a:lnTo>
                <a:lnTo>
                  <a:pt x="1" y="4093"/>
                </a:lnTo>
                <a:lnTo>
                  <a:pt x="36" y="4521"/>
                </a:lnTo>
                <a:lnTo>
                  <a:pt x="107" y="4912"/>
                </a:lnTo>
                <a:lnTo>
                  <a:pt x="179" y="5304"/>
                </a:lnTo>
                <a:lnTo>
                  <a:pt x="321" y="5660"/>
                </a:lnTo>
                <a:lnTo>
                  <a:pt x="499" y="6016"/>
                </a:lnTo>
                <a:lnTo>
                  <a:pt x="713" y="6372"/>
                </a:lnTo>
                <a:lnTo>
                  <a:pt x="926" y="6692"/>
                </a:lnTo>
                <a:lnTo>
                  <a:pt x="1211" y="6977"/>
                </a:lnTo>
                <a:lnTo>
                  <a:pt x="1496" y="7226"/>
                </a:lnTo>
                <a:lnTo>
                  <a:pt x="1816" y="7475"/>
                </a:lnTo>
                <a:lnTo>
                  <a:pt x="2136" y="7689"/>
                </a:lnTo>
                <a:lnTo>
                  <a:pt x="2492" y="7831"/>
                </a:lnTo>
                <a:lnTo>
                  <a:pt x="2884" y="7973"/>
                </a:lnTo>
                <a:lnTo>
                  <a:pt x="3275" y="8080"/>
                </a:lnTo>
                <a:lnTo>
                  <a:pt x="3667" y="8151"/>
                </a:lnTo>
                <a:lnTo>
                  <a:pt x="4521" y="8151"/>
                </a:lnTo>
                <a:lnTo>
                  <a:pt x="4913" y="8080"/>
                </a:lnTo>
                <a:lnTo>
                  <a:pt x="5304" y="7973"/>
                </a:lnTo>
                <a:lnTo>
                  <a:pt x="5696" y="7831"/>
                </a:lnTo>
                <a:lnTo>
                  <a:pt x="6052" y="7689"/>
                </a:lnTo>
                <a:lnTo>
                  <a:pt x="6372" y="7475"/>
                </a:lnTo>
                <a:lnTo>
                  <a:pt x="6692" y="7226"/>
                </a:lnTo>
                <a:lnTo>
                  <a:pt x="6977" y="6977"/>
                </a:lnTo>
                <a:lnTo>
                  <a:pt x="7226" y="6692"/>
                </a:lnTo>
                <a:lnTo>
                  <a:pt x="7475" y="6372"/>
                </a:lnTo>
                <a:lnTo>
                  <a:pt x="7689" y="6016"/>
                </a:lnTo>
                <a:lnTo>
                  <a:pt x="7867" y="5660"/>
                </a:lnTo>
                <a:lnTo>
                  <a:pt x="7974" y="5304"/>
                </a:lnTo>
                <a:lnTo>
                  <a:pt x="8081" y="4912"/>
                </a:lnTo>
                <a:lnTo>
                  <a:pt x="8152" y="4521"/>
                </a:lnTo>
                <a:lnTo>
                  <a:pt x="8187" y="4093"/>
                </a:lnTo>
                <a:lnTo>
                  <a:pt x="8152" y="3666"/>
                </a:lnTo>
                <a:lnTo>
                  <a:pt x="8081" y="3275"/>
                </a:lnTo>
                <a:lnTo>
                  <a:pt x="7974" y="2883"/>
                </a:lnTo>
                <a:lnTo>
                  <a:pt x="7867" y="2492"/>
                </a:lnTo>
                <a:lnTo>
                  <a:pt x="7689" y="2136"/>
                </a:lnTo>
                <a:lnTo>
                  <a:pt x="7475" y="1815"/>
                </a:lnTo>
                <a:lnTo>
                  <a:pt x="7226" y="1495"/>
                </a:lnTo>
                <a:lnTo>
                  <a:pt x="6977" y="1210"/>
                </a:lnTo>
                <a:lnTo>
                  <a:pt x="6692" y="926"/>
                </a:lnTo>
                <a:lnTo>
                  <a:pt x="6372" y="712"/>
                </a:lnTo>
                <a:lnTo>
                  <a:pt x="6052" y="498"/>
                </a:lnTo>
                <a:lnTo>
                  <a:pt x="5696" y="321"/>
                </a:lnTo>
                <a:lnTo>
                  <a:pt x="5304" y="178"/>
                </a:lnTo>
                <a:lnTo>
                  <a:pt x="4913" y="107"/>
                </a:lnTo>
                <a:lnTo>
                  <a:pt x="4521" y="36"/>
                </a:lnTo>
                <a:lnTo>
                  <a:pt x="4094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47DC522E-1DB5-45DA-9776-ADF78475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074453" y="785616"/>
            <a:ext cx="44059" cy="42887"/>
          </a:xfrm>
          <a:custGeom xmlns:a="http://schemas.openxmlformats.org/drawingml/2006/main">
            <a:rect l="l" t="t" r="r" b="b"/>
            <a:pathLst>
              <a:path w="1354" h="1318">
                <a:moveTo>
                  <a:pt x="677" y="0"/>
                </a:moveTo>
                <a:lnTo>
                  <a:pt x="535" y="36"/>
                </a:lnTo>
                <a:lnTo>
                  <a:pt x="428" y="71"/>
                </a:lnTo>
                <a:lnTo>
                  <a:pt x="321" y="107"/>
                </a:lnTo>
                <a:lnTo>
                  <a:pt x="214" y="214"/>
                </a:lnTo>
                <a:lnTo>
                  <a:pt x="107" y="285"/>
                </a:lnTo>
                <a:lnTo>
                  <a:pt x="72" y="427"/>
                </a:lnTo>
                <a:lnTo>
                  <a:pt x="36" y="534"/>
                </a:lnTo>
                <a:lnTo>
                  <a:pt x="1" y="676"/>
                </a:lnTo>
                <a:lnTo>
                  <a:pt x="36" y="819"/>
                </a:lnTo>
                <a:lnTo>
                  <a:pt x="72" y="926"/>
                </a:lnTo>
                <a:lnTo>
                  <a:pt x="107" y="1032"/>
                </a:lnTo>
                <a:lnTo>
                  <a:pt x="214" y="1139"/>
                </a:lnTo>
                <a:lnTo>
                  <a:pt x="321" y="1210"/>
                </a:lnTo>
                <a:lnTo>
                  <a:pt x="428" y="1282"/>
                </a:lnTo>
                <a:lnTo>
                  <a:pt x="535" y="1317"/>
                </a:lnTo>
                <a:lnTo>
                  <a:pt x="819" y="1317"/>
                </a:lnTo>
                <a:lnTo>
                  <a:pt x="926" y="1282"/>
                </a:lnTo>
                <a:lnTo>
                  <a:pt x="1033" y="1210"/>
                </a:lnTo>
                <a:lnTo>
                  <a:pt x="1140" y="1139"/>
                </a:lnTo>
                <a:lnTo>
                  <a:pt x="1211" y="1032"/>
                </a:lnTo>
                <a:lnTo>
                  <a:pt x="1282" y="926"/>
                </a:lnTo>
                <a:lnTo>
                  <a:pt x="1318" y="819"/>
                </a:lnTo>
                <a:lnTo>
                  <a:pt x="1353" y="676"/>
                </a:lnTo>
                <a:lnTo>
                  <a:pt x="1318" y="534"/>
                </a:lnTo>
                <a:lnTo>
                  <a:pt x="1282" y="427"/>
                </a:lnTo>
                <a:lnTo>
                  <a:pt x="1211" y="285"/>
                </a:lnTo>
                <a:lnTo>
                  <a:pt x="1140" y="214"/>
                </a:lnTo>
                <a:lnTo>
                  <a:pt x="1033" y="107"/>
                </a:lnTo>
                <a:lnTo>
                  <a:pt x="926" y="71"/>
                </a:lnTo>
                <a:lnTo>
                  <a:pt x="819" y="36"/>
                </a:lnTo>
                <a:lnTo>
                  <a:pt x="67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3">
            <a:extLst xmlns:a="http://schemas.openxmlformats.org/drawingml/2006/main">
              <a:ext uri="{FF2B5EF4-FFF2-40B4-BE49-F238E27FC236}">
                <a16:creationId xmlns:a16="http://schemas.microsoft.com/office/drawing/2014/main" id="{DAFB4607-DF6A-4E98-A16F-D773A5C6C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1984425"/>
            <a:ext cx="6217800" cy="151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06" name="Google Shape;106;p3">
            <a:extLst xmlns:a="http://schemas.openxmlformats.org/drawingml/2006/main">
              <a:ext uri="{FF2B5EF4-FFF2-40B4-BE49-F238E27FC236}">
                <a16:creationId xmlns:a16="http://schemas.microsoft.com/office/drawing/2014/main" id="{DCDB3E27-5051-4E0A-9EFC-28272C17B6ED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713225" y="917775"/>
            <a:ext cx="1652100" cy="9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54D00561-BB28-449B-83EC-0D789BB969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3495825"/>
            <a:ext cx="6217800" cy="7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9" name="Google Shape;109;p3">
            <a:extLst xmlns:a="http://schemas.openxmlformats.org/drawingml/2006/main">
              <a:ext uri="{FF2B5EF4-FFF2-40B4-BE49-F238E27FC236}">
                <a16:creationId xmlns:a16="http://schemas.microsoft.com/office/drawing/2014/main" id="{C4626FF6-B756-4AC3-B2E4-1788DFF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08430" y="49139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>
            <a:extLst xmlns:a="http://schemas.openxmlformats.org/drawingml/2006/main">
              <a:ext uri="{FF2B5EF4-FFF2-40B4-BE49-F238E27FC236}">
                <a16:creationId xmlns:a16="http://schemas.microsoft.com/office/drawing/2014/main" id="{D43AA4C4-5627-48B5-A8A1-0E18193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6365045" y="-64927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8A7D9A1B-10F6-46C3-8A0D-DB1DE272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9528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8ADB836F-8C96-40BF-BF14-AAFE631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6610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CB242D99-B0B8-40CE-937C-3E5646E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3692" y="-3702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4297C078-E80D-4110-B59B-5C550C87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70733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79850DD8-5E72-4DA1-BD91-98D1349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7815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DF0C173E-D37F-4C59-863F-81ADF478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4899" y="-3702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507B9424-8735-46C3-B338-D38894D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1940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D9E9BD7E-FA03-4F36-8FE8-920E8E9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9022" y="-370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>
            <a:extLst xmlns:a="http://schemas.openxmlformats.org/drawingml/2006/main">
              <a:ext uri="{FF2B5EF4-FFF2-40B4-BE49-F238E27FC236}">
                <a16:creationId xmlns:a16="http://schemas.microsoft.com/office/drawing/2014/main" id="{D5847A41-2066-4D17-8DCD-59548940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9528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>
            <a:extLst xmlns:a="http://schemas.openxmlformats.org/drawingml/2006/main">
              <a:ext uri="{FF2B5EF4-FFF2-40B4-BE49-F238E27FC236}">
                <a16:creationId xmlns:a16="http://schemas.microsoft.com/office/drawing/2014/main" id="{1B17302E-22ED-4D6E-8852-F946628D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6610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94BDF287-AF1C-44AA-840A-AF77DD4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3692" y="14826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1DE3A7B4-36D6-4266-B1D2-C6450B4F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70733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9E217E54-E6C7-4C96-855C-6080C6B1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7815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331FCC16-D2F9-4795-8BDF-9D1401E6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4899" y="14826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7C43F52B-E554-4F17-BA63-065213E8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1940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5BBE1492-1240-4EAE-B33F-209C9E3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9022" y="14826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A5FA797A-8005-4E9B-ABAD-1F5E4A61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9528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8842200B-0DD0-4322-B84C-80396CB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6610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>
            <a:extLst xmlns:a="http://schemas.openxmlformats.org/drawingml/2006/main">
              <a:ext uri="{FF2B5EF4-FFF2-40B4-BE49-F238E27FC236}">
                <a16:creationId xmlns:a16="http://schemas.microsoft.com/office/drawing/2014/main" id="{B67E690D-A524-46E2-9BA7-D9CF7BD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3692" y="33505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F586DA58-61A8-4296-ABDE-C1FA259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70733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8335A6F3-419D-440F-8338-7A27CB43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7815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32B1AEEC-BAF3-4A48-A5DC-3B7C7F9C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4899" y="33505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>
            <a:extLst xmlns:a="http://schemas.openxmlformats.org/drawingml/2006/main">
              <a:ext uri="{FF2B5EF4-FFF2-40B4-BE49-F238E27FC236}">
                <a16:creationId xmlns:a16="http://schemas.microsoft.com/office/drawing/2014/main" id="{A0753CBB-FBA0-4A1A-9A6D-5297C485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1940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>
            <a:extLst xmlns:a="http://schemas.openxmlformats.org/drawingml/2006/main">
              <a:ext uri="{FF2B5EF4-FFF2-40B4-BE49-F238E27FC236}">
                <a16:creationId xmlns:a16="http://schemas.microsoft.com/office/drawing/2014/main" id="{F5F0659E-5B2C-4A0D-AF4D-D0FC78D2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9022" y="3350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>
            <a:extLst xmlns:a="http://schemas.openxmlformats.org/drawingml/2006/main">
              <a:ext uri="{FF2B5EF4-FFF2-40B4-BE49-F238E27FC236}">
                <a16:creationId xmlns:a16="http://schemas.microsoft.com/office/drawing/2014/main" id="{69FD582E-2061-4FB4-88CA-10112ED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9528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>
            <a:extLst xmlns:a="http://schemas.openxmlformats.org/drawingml/2006/main">
              <a:ext uri="{FF2B5EF4-FFF2-40B4-BE49-F238E27FC236}">
                <a16:creationId xmlns:a16="http://schemas.microsoft.com/office/drawing/2014/main" id="{E7B77B65-E448-46D4-B755-8646D95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6610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>
            <a:extLst xmlns:a="http://schemas.openxmlformats.org/drawingml/2006/main">
              <a:ext uri="{FF2B5EF4-FFF2-40B4-BE49-F238E27FC236}">
                <a16:creationId xmlns:a16="http://schemas.microsoft.com/office/drawing/2014/main" id="{32A9E5E2-462D-43B3-B5A7-D1A9945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3692" y="52179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>
            <a:extLst xmlns:a="http://schemas.openxmlformats.org/drawingml/2006/main">
              <a:ext uri="{FF2B5EF4-FFF2-40B4-BE49-F238E27FC236}">
                <a16:creationId xmlns:a16="http://schemas.microsoft.com/office/drawing/2014/main" id="{DCD2298A-18BD-45D0-85FE-04BB3DCB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70733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>
            <a:extLst xmlns:a="http://schemas.openxmlformats.org/drawingml/2006/main">
              <a:ext uri="{FF2B5EF4-FFF2-40B4-BE49-F238E27FC236}">
                <a16:creationId xmlns:a16="http://schemas.microsoft.com/office/drawing/2014/main" id="{8048AE7E-B83A-46E9-874A-3506D5D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7815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>
            <a:extLst xmlns:a="http://schemas.openxmlformats.org/drawingml/2006/main">
              <a:ext uri="{FF2B5EF4-FFF2-40B4-BE49-F238E27FC236}">
                <a16:creationId xmlns:a16="http://schemas.microsoft.com/office/drawing/2014/main" id="{9E5013F0-CF7A-4184-9F46-E60398B5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4899" y="52179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>
            <a:extLst xmlns:a="http://schemas.openxmlformats.org/drawingml/2006/main">
              <a:ext uri="{FF2B5EF4-FFF2-40B4-BE49-F238E27FC236}">
                <a16:creationId xmlns:a16="http://schemas.microsoft.com/office/drawing/2014/main" id="{B0F0E5EA-7496-4C29-84CA-B55929F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1940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>
            <a:extLst xmlns:a="http://schemas.openxmlformats.org/drawingml/2006/main">
              <a:ext uri="{FF2B5EF4-FFF2-40B4-BE49-F238E27FC236}">
                <a16:creationId xmlns:a16="http://schemas.microsoft.com/office/drawing/2014/main" id="{925EEDE0-3299-4FC1-B5A3-990175AD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9022" y="5217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>
            <a:extLst xmlns:a="http://schemas.openxmlformats.org/drawingml/2006/main">
              <a:ext uri="{FF2B5EF4-FFF2-40B4-BE49-F238E27FC236}">
                <a16:creationId xmlns:a16="http://schemas.microsoft.com/office/drawing/2014/main" id="{24D5DB97-4288-4DBE-BEE5-776A899D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28253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>
            <a:extLst xmlns:a="http://schemas.openxmlformats.org/drawingml/2006/main">
              <a:ext uri="{FF2B5EF4-FFF2-40B4-BE49-F238E27FC236}">
                <a16:creationId xmlns:a16="http://schemas.microsoft.com/office/drawing/2014/main" id="{DCF71E63-63DC-4585-B766-D3A9DE79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5335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>
            <a:extLst xmlns:a="http://schemas.openxmlformats.org/drawingml/2006/main">
              <a:ext uri="{FF2B5EF4-FFF2-40B4-BE49-F238E27FC236}">
                <a16:creationId xmlns:a16="http://schemas.microsoft.com/office/drawing/2014/main" id="{09C7DF0E-9F9F-4E5E-991C-5B8A97EC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2417" y="461342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>
            <a:extLst xmlns:a="http://schemas.openxmlformats.org/drawingml/2006/main">
              <a:ext uri="{FF2B5EF4-FFF2-40B4-BE49-F238E27FC236}">
                <a16:creationId xmlns:a16="http://schemas.microsoft.com/office/drawing/2014/main" id="{5FA2BAEE-C40C-43BF-ACDD-BE76E84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9458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>
            <a:extLst xmlns:a="http://schemas.openxmlformats.org/drawingml/2006/main">
              <a:ext uri="{FF2B5EF4-FFF2-40B4-BE49-F238E27FC236}">
                <a16:creationId xmlns:a16="http://schemas.microsoft.com/office/drawing/2014/main" id="{02E4762E-97B3-4F07-8B6F-8BA108C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6540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>
            <a:extLst xmlns:a="http://schemas.openxmlformats.org/drawingml/2006/main">
              <a:ext uri="{FF2B5EF4-FFF2-40B4-BE49-F238E27FC236}">
                <a16:creationId xmlns:a16="http://schemas.microsoft.com/office/drawing/2014/main" id="{9CE5A934-E1AF-4249-9CC1-1A475EBA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3624" y="461342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>
            <a:extLst xmlns:a="http://schemas.openxmlformats.org/drawingml/2006/main">
              <a:ext uri="{FF2B5EF4-FFF2-40B4-BE49-F238E27FC236}">
                <a16:creationId xmlns:a16="http://schemas.microsoft.com/office/drawing/2014/main" id="{1AF5B9DE-1274-4D0D-A594-D9E642B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10665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>
            <a:extLst xmlns:a="http://schemas.openxmlformats.org/drawingml/2006/main">
              <a:ext uri="{FF2B5EF4-FFF2-40B4-BE49-F238E27FC236}">
                <a16:creationId xmlns:a16="http://schemas.microsoft.com/office/drawing/2014/main" id="{EEDFB73F-7179-499F-896E-FDFF8F6A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7747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>
            <a:extLst xmlns:a="http://schemas.openxmlformats.org/drawingml/2006/main">
              <a:ext uri="{FF2B5EF4-FFF2-40B4-BE49-F238E27FC236}">
                <a16:creationId xmlns:a16="http://schemas.microsoft.com/office/drawing/2014/main" id="{9231057B-A0F8-4352-95E7-54638D4E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28253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>
            <a:extLst xmlns:a="http://schemas.openxmlformats.org/drawingml/2006/main">
              <a:ext uri="{FF2B5EF4-FFF2-40B4-BE49-F238E27FC236}">
                <a16:creationId xmlns:a16="http://schemas.microsoft.com/office/drawing/2014/main" id="{A44F659D-C521-4A0A-AF6E-3E03142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5335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>
            <a:extLst xmlns:a="http://schemas.openxmlformats.org/drawingml/2006/main">
              <a:ext uri="{FF2B5EF4-FFF2-40B4-BE49-F238E27FC236}">
                <a16:creationId xmlns:a16="http://schemas.microsoft.com/office/drawing/2014/main" id="{6F963792-FDDB-484A-BF4A-68F2CB1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2417" y="479871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>
            <a:extLst xmlns:a="http://schemas.openxmlformats.org/drawingml/2006/main">
              <a:ext uri="{FF2B5EF4-FFF2-40B4-BE49-F238E27FC236}">
                <a16:creationId xmlns:a16="http://schemas.microsoft.com/office/drawing/2014/main" id="{CA310B8E-C689-4689-B6CD-32A16F2B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9458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>
            <a:extLst xmlns:a="http://schemas.openxmlformats.org/drawingml/2006/main">
              <a:ext uri="{FF2B5EF4-FFF2-40B4-BE49-F238E27FC236}">
                <a16:creationId xmlns:a16="http://schemas.microsoft.com/office/drawing/2014/main" id="{BB2483D2-EDC5-40DF-9858-4C1A1F1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6540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>
            <a:extLst xmlns:a="http://schemas.openxmlformats.org/drawingml/2006/main">
              <a:ext uri="{FF2B5EF4-FFF2-40B4-BE49-F238E27FC236}">
                <a16:creationId xmlns:a16="http://schemas.microsoft.com/office/drawing/2014/main" id="{78EA1042-DC3E-44AE-A1CD-3A52E959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3624" y="479871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>
            <a:extLst xmlns:a="http://schemas.openxmlformats.org/drawingml/2006/main">
              <a:ext uri="{FF2B5EF4-FFF2-40B4-BE49-F238E27FC236}">
                <a16:creationId xmlns:a16="http://schemas.microsoft.com/office/drawing/2014/main" id="{3CA9EDAF-AC2D-466A-B6A2-E816855F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10665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>
            <a:extLst xmlns:a="http://schemas.openxmlformats.org/drawingml/2006/main">
              <a:ext uri="{FF2B5EF4-FFF2-40B4-BE49-F238E27FC236}">
                <a16:creationId xmlns:a16="http://schemas.microsoft.com/office/drawing/2014/main" id="{04197119-CE88-496E-819B-3145126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7747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>
            <a:extLst xmlns:a="http://schemas.openxmlformats.org/drawingml/2006/main">
              <a:ext uri="{FF2B5EF4-FFF2-40B4-BE49-F238E27FC236}">
                <a16:creationId xmlns:a16="http://schemas.microsoft.com/office/drawing/2014/main" id="{2C11DDBD-AD26-4B0A-ACEE-3641C11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28253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>
            <a:extLst xmlns:a="http://schemas.openxmlformats.org/drawingml/2006/main">
              <a:ext uri="{FF2B5EF4-FFF2-40B4-BE49-F238E27FC236}">
                <a16:creationId xmlns:a16="http://schemas.microsoft.com/office/drawing/2014/main" id="{69D73378-3853-4198-A377-7CFBB108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5335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>
            <a:extLst xmlns:a="http://schemas.openxmlformats.org/drawingml/2006/main">
              <a:ext uri="{FF2B5EF4-FFF2-40B4-BE49-F238E27FC236}">
                <a16:creationId xmlns:a16="http://schemas.microsoft.com/office/drawing/2014/main" id="{F6ABE569-C754-4200-891E-2DABB1F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2417" y="49855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>
            <a:extLst xmlns:a="http://schemas.openxmlformats.org/drawingml/2006/main">
              <a:ext uri="{FF2B5EF4-FFF2-40B4-BE49-F238E27FC236}">
                <a16:creationId xmlns:a16="http://schemas.microsoft.com/office/drawing/2014/main" id="{DED46012-5E79-464B-8B10-6AC4040A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9458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>
            <a:extLst xmlns:a="http://schemas.openxmlformats.org/drawingml/2006/main">
              <a:ext uri="{FF2B5EF4-FFF2-40B4-BE49-F238E27FC236}">
                <a16:creationId xmlns:a16="http://schemas.microsoft.com/office/drawing/2014/main" id="{30902A6A-3233-4407-8A54-CB8CE807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6540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>
            <a:extLst xmlns:a="http://schemas.openxmlformats.org/drawingml/2006/main">
              <a:ext uri="{FF2B5EF4-FFF2-40B4-BE49-F238E27FC236}">
                <a16:creationId xmlns:a16="http://schemas.microsoft.com/office/drawing/2014/main" id="{CD116740-15EB-4E48-9FE4-D41225E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3624" y="49855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>
            <a:extLst xmlns:a="http://schemas.openxmlformats.org/drawingml/2006/main">
              <a:ext uri="{FF2B5EF4-FFF2-40B4-BE49-F238E27FC236}">
                <a16:creationId xmlns:a16="http://schemas.microsoft.com/office/drawing/2014/main" id="{2C9122FB-1C00-4FB4-BE2C-4859205C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10665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>
            <a:extLst xmlns:a="http://schemas.openxmlformats.org/drawingml/2006/main">
              <a:ext uri="{FF2B5EF4-FFF2-40B4-BE49-F238E27FC236}">
                <a16:creationId xmlns:a16="http://schemas.microsoft.com/office/drawing/2014/main" id="{2075F6DE-9FCC-43D9-9544-C7A8491E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7747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>
            <a:extLst xmlns:a="http://schemas.openxmlformats.org/drawingml/2006/main">
              <a:ext uri="{FF2B5EF4-FFF2-40B4-BE49-F238E27FC236}">
                <a16:creationId xmlns:a16="http://schemas.microsoft.com/office/drawing/2014/main" id="{6B64E488-4CE2-449D-BF85-6FA518B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28253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>
            <a:extLst xmlns:a="http://schemas.openxmlformats.org/drawingml/2006/main">
              <a:ext uri="{FF2B5EF4-FFF2-40B4-BE49-F238E27FC236}">
                <a16:creationId xmlns:a16="http://schemas.microsoft.com/office/drawing/2014/main" id="{9A955470-1D83-41AA-8254-766A0802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5335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>
            <a:extLst xmlns:a="http://schemas.openxmlformats.org/drawingml/2006/main">
              <a:ext uri="{FF2B5EF4-FFF2-40B4-BE49-F238E27FC236}">
                <a16:creationId xmlns:a16="http://schemas.microsoft.com/office/drawing/2014/main" id="{FA99788A-5AAD-4C37-B2BF-82A1E35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2417" y="51722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>
            <a:extLst xmlns:a="http://schemas.openxmlformats.org/drawingml/2006/main">
              <a:ext uri="{FF2B5EF4-FFF2-40B4-BE49-F238E27FC236}">
                <a16:creationId xmlns:a16="http://schemas.microsoft.com/office/drawing/2014/main" id="{A04810FF-A8D4-462D-8BB0-CF984A9C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9458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>
            <a:extLst xmlns:a="http://schemas.openxmlformats.org/drawingml/2006/main">
              <a:ext uri="{FF2B5EF4-FFF2-40B4-BE49-F238E27FC236}">
                <a16:creationId xmlns:a16="http://schemas.microsoft.com/office/drawing/2014/main" id="{1024065B-8912-4F51-8108-81E81BF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6540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>
            <a:extLst xmlns:a="http://schemas.openxmlformats.org/drawingml/2006/main">
              <a:ext uri="{FF2B5EF4-FFF2-40B4-BE49-F238E27FC236}">
                <a16:creationId xmlns:a16="http://schemas.microsoft.com/office/drawing/2014/main" id="{7F797CDF-CD0E-4A06-B9A4-47086DE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3624" y="51722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B6DD8317-560C-4144-B23A-26BBC147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10665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625794EC-5324-40CA-8C6E-EC5E61FE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7747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A1833FEA-F559-4262-83FA-CF72AA12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4187" y="128536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719C301F-20CD-4710-9F5F-5DF3A95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36128" y="4740083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6F6EB9A3-CF76-477D-8DBA-A160EF3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430779" y="3786013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>
            <a:extLst xmlns:a="http://schemas.openxmlformats.org/drawingml/2006/main">
              <a:ext uri="{FF2B5EF4-FFF2-40B4-BE49-F238E27FC236}">
                <a16:creationId xmlns:a16="http://schemas.microsoft.com/office/drawing/2014/main" id="{071AC2B8-A03F-4BC4-B7F0-8938D02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7841" y="3091425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>
            <a:extLst xmlns:a="http://schemas.openxmlformats.org/drawingml/2006/main">
              <a:ext uri="{FF2B5EF4-FFF2-40B4-BE49-F238E27FC236}">
                <a16:creationId xmlns:a16="http://schemas.microsoft.com/office/drawing/2014/main" id="{2EEB67BE-E6BD-4571-9923-F1CE094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97966" y="3216900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>
            <a:extLst xmlns:a="http://schemas.openxmlformats.org/drawingml/2006/main">
              <a:ext uri="{FF2B5EF4-FFF2-40B4-BE49-F238E27FC236}">
                <a16:creationId xmlns:a16="http://schemas.microsoft.com/office/drawing/2014/main" id="{2891A550-D77D-44DA-B959-858C7FB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9417" y="18354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>
            <a:extLst xmlns:a="http://schemas.openxmlformats.org/drawingml/2006/main">
              <a:ext uri="{FF2B5EF4-FFF2-40B4-BE49-F238E27FC236}">
                <a16:creationId xmlns:a16="http://schemas.microsoft.com/office/drawing/2014/main" id="{010F6D93-4AA5-4D71-91B5-94AA250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620" y="27374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>
            <a:extLst xmlns:a="http://schemas.openxmlformats.org/drawingml/2006/main">
              <a:ext uri="{FF2B5EF4-FFF2-40B4-BE49-F238E27FC236}">
                <a16:creationId xmlns:a16="http://schemas.microsoft.com/office/drawing/2014/main" id="{C213AF3C-18CB-446B-B193-9B803EC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4132" y="411045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>
            <a:extLst xmlns:a="http://schemas.openxmlformats.org/drawingml/2006/main">
              <a:ext uri="{FF2B5EF4-FFF2-40B4-BE49-F238E27FC236}">
                <a16:creationId xmlns:a16="http://schemas.microsoft.com/office/drawing/2014/main" id="{D12B8766-93FC-48E0-900F-1E9AAAF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4132" y="446879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>
            <a:extLst xmlns:a="http://schemas.openxmlformats.org/drawingml/2006/main">
              <a:ext uri="{FF2B5EF4-FFF2-40B4-BE49-F238E27FC236}">
                <a16:creationId xmlns:a16="http://schemas.microsoft.com/office/drawing/2014/main" id="{F9BE6EB7-A9F3-4097-AF7F-46313B1C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767011" y="4664425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>
            <a:extLst xmlns:a="http://schemas.openxmlformats.org/drawingml/2006/main">
              <a:ext uri="{FF2B5EF4-FFF2-40B4-BE49-F238E27FC236}">
                <a16:creationId xmlns:a16="http://schemas.microsoft.com/office/drawing/2014/main" id="{9DEBC4C0-AF1E-4639-AD2A-18702451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661407" y="4741044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>
            <a:extLst xmlns:a="http://schemas.openxmlformats.org/drawingml/2006/main">
              <a:ext uri="{FF2B5EF4-FFF2-40B4-BE49-F238E27FC236}">
                <a16:creationId xmlns:a16="http://schemas.microsoft.com/office/drawing/2014/main" id="{A577877A-5EC8-4349-B40F-FB46598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65754" y="466442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4">
            <a:extLst xmlns:a="http://schemas.openxmlformats.org/drawingml/2006/main">
              <a:ext uri="{FF2B5EF4-FFF2-40B4-BE49-F238E27FC236}">
                <a16:creationId xmlns:a16="http://schemas.microsoft.com/office/drawing/2014/main" id="{A5761BF9-3C2B-4806-9FFC-9D6F2557D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97" name="Google Shape;197;p4">
            <a:extLst xmlns:a="http://schemas.openxmlformats.org/drawingml/2006/main">
              <a:ext uri="{FF2B5EF4-FFF2-40B4-BE49-F238E27FC236}">
                <a16:creationId xmlns:a16="http://schemas.microsoft.com/office/drawing/2014/main" id="{B9DE3C0C-5136-467A-A31A-96F4C9586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091925"/>
            <a:ext cx="7704000" cy="3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8" name="Google Shape;198;p4">
            <a:extLst xmlns:a="http://schemas.openxmlformats.org/drawingml/2006/main">
              <a:ext uri="{FF2B5EF4-FFF2-40B4-BE49-F238E27FC236}">
                <a16:creationId xmlns:a16="http://schemas.microsoft.com/office/drawing/2014/main" id="{2D3AD7FB-6F03-4207-894B-27B9C2B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8603420" y="-39857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>
            <a:extLst xmlns:a="http://schemas.openxmlformats.org/drawingml/2006/main">
              <a:ext uri="{FF2B5EF4-FFF2-40B4-BE49-F238E27FC236}">
                <a16:creationId xmlns:a16="http://schemas.microsoft.com/office/drawing/2014/main" id="{CAF6CE04-8A39-4056-B666-A66C9B0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5797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>
            <a:extLst xmlns:a="http://schemas.openxmlformats.org/drawingml/2006/main">
              <a:ext uri="{FF2B5EF4-FFF2-40B4-BE49-F238E27FC236}">
                <a16:creationId xmlns:a16="http://schemas.microsoft.com/office/drawing/2014/main" id="{3CDACC8A-09A6-4A38-9BC3-630062F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2879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>
            <a:extLst xmlns:a="http://schemas.openxmlformats.org/drawingml/2006/main">
              <a:ext uri="{FF2B5EF4-FFF2-40B4-BE49-F238E27FC236}">
                <a16:creationId xmlns:a16="http://schemas.microsoft.com/office/drawing/2014/main" id="{4540850C-5B2C-4682-B429-95D9E514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961" y="-25617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>
            <a:extLst xmlns:a="http://schemas.openxmlformats.org/drawingml/2006/main">
              <a:ext uri="{FF2B5EF4-FFF2-40B4-BE49-F238E27FC236}">
                <a16:creationId xmlns:a16="http://schemas.microsoft.com/office/drawing/2014/main" id="{89131116-285E-4ACD-8D7E-FFACB49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02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>
            <a:extLst xmlns:a="http://schemas.openxmlformats.org/drawingml/2006/main">
              <a:ext uri="{FF2B5EF4-FFF2-40B4-BE49-F238E27FC236}">
                <a16:creationId xmlns:a16="http://schemas.microsoft.com/office/drawing/2014/main" id="{3DCB0DA5-BEB5-4E69-B566-ECAB175A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084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>
            <a:extLst xmlns:a="http://schemas.openxmlformats.org/drawingml/2006/main">
              <a:ext uri="{FF2B5EF4-FFF2-40B4-BE49-F238E27FC236}">
                <a16:creationId xmlns:a16="http://schemas.microsoft.com/office/drawing/2014/main" id="{1531DCCC-7B98-490B-8343-2D4AF40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1168" y="-25617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>
            <a:extLst xmlns:a="http://schemas.openxmlformats.org/drawingml/2006/main">
              <a:ext uri="{FF2B5EF4-FFF2-40B4-BE49-F238E27FC236}">
                <a16:creationId xmlns:a16="http://schemas.microsoft.com/office/drawing/2014/main" id="{B7AC8259-ABDC-42CB-8456-92B592C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8209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>
            <a:extLst xmlns:a="http://schemas.openxmlformats.org/drawingml/2006/main">
              <a:ext uri="{FF2B5EF4-FFF2-40B4-BE49-F238E27FC236}">
                <a16:creationId xmlns:a16="http://schemas.microsoft.com/office/drawing/2014/main" id="{6853070D-DD98-4E8F-9EEA-7935451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5291" y="-25617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>
            <a:extLst xmlns:a="http://schemas.openxmlformats.org/drawingml/2006/main">
              <a:ext uri="{FF2B5EF4-FFF2-40B4-BE49-F238E27FC236}">
                <a16:creationId xmlns:a16="http://schemas.microsoft.com/office/drawing/2014/main" id="{CE9179B4-1FFD-4574-BE18-9625E57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5797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>
            <a:extLst xmlns:a="http://schemas.openxmlformats.org/drawingml/2006/main">
              <a:ext uri="{FF2B5EF4-FFF2-40B4-BE49-F238E27FC236}">
                <a16:creationId xmlns:a16="http://schemas.microsoft.com/office/drawing/2014/main" id="{67D8685A-3243-4B8C-B6E5-733B5953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2879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>
            <a:extLst xmlns:a="http://schemas.openxmlformats.org/drawingml/2006/main">
              <a:ext uri="{FF2B5EF4-FFF2-40B4-BE49-F238E27FC236}">
                <a16:creationId xmlns:a16="http://schemas.microsoft.com/office/drawing/2014/main" id="{248AFCB0-AB97-4E40-B9F7-5756B39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961" y="-708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>
            <a:extLst xmlns:a="http://schemas.openxmlformats.org/drawingml/2006/main">
              <a:ext uri="{FF2B5EF4-FFF2-40B4-BE49-F238E27FC236}">
                <a16:creationId xmlns:a16="http://schemas.microsoft.com/office/drawing/2014/main" id="{E94BB97A-0F52-4786-B4EF-6D83669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02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>
            <a:extLst xmlns:a="http://schemas.openxmlformats.org/drawingml/2006/main">
              <a:ext uri="{FF2B5EF4-FFF2-40B4-BE49-F238E27FC236}">
                <a16:creationId xmlns:a16="http://schemas.microsoft.com/office/drawing/2014/main" id="{CB31CE26-E4AC-4AFA-8705-F9B0B5F3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084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>
            <a:extLst xmlns:a="http://schemas.openxmlformats.org/drawingml/2006/main">
              <a:ext uri="{FF2B5EF4-FFF2-40B4-BE49-F238E27FC236}">
                <a16:creationId xmlns:a16="http://schemas.microsoft.com/office/drawing/2014/main" id="{EED33B8B-14A9-47B0-BFDA-B7B2449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1168" y="-708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>
            <a:extLst xmlns:a="http://schemas.openxmlformats.org/drawingml/2006/main">
              <a:ext uri="{FF2B5EF4-FFF2-40B4-BE49-F238E27FC236}">
                <a16:creationId xmlns:a16="http://schemas.microsoft.com/office/drawing/2014/main" id="{E98A8B07-97B2-4E3C-90CD-5409DCA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8209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>
            <a:extLst xmlns:a="http://schemas.openxmlformats.org/drawingml/2006/main">
              <a:ext uri="{FF2B5EF4-FFF2-40B4-BE49-F238E27FC236}">
                <a16:creationId xmlns:a16="http://schemas.microsoft.com/office/drawing/2014/main" id="{48AC2BDC-6D50-4EAC-9A92-2AA8093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5291" y="-708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>
            <a:extLst xmlns:a="http://schemas.openxmlformats.org/drawingml/2006/main">
              <a:ext uri="{FF2B5EF4-FFF2-40B4-BE49-F238E27FC236}">
                <a16:creationId xmlns:a16="http://schemas.microsoft.com/office/drawing/2014/main" id="{874E6064-D25E-43BB-BC0D-2BA24074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5797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>
            <a:extLst xmlns:a="http://schemas.openxmlformats.org/drawingml/2006/main">
              <a:ext uri="{FF2B5EF4-FFF2-40B4-BE49-F238E27FC236}">
                <a16:creationId xmlns:a16="http://schemas.microsoft.com/office/drawing/2014/main" id="{60722A1C-93DA-47D0-AC94-95F2FE9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2879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>
            <a:extLst xmlns:a="http://schemas.openxmlformats.org/drawingml/2006/main">
              <a:ext uri="{FF2B5EF4-FFF2-40B4-BE49-F238E27FC236}">
                <a16:creationId xmlns:a16="http://schemas.microsoft.com/office/drawing/2014/main" id="{05E8E626-A876-4FAA-B3CA-FBDED1D1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961" y="11590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>
            <a:extLst xmlns:a="http://schemas.openxmlformats.org/drawingml/2006/main">
              <a:ext uri="{FF2B5EF4-FFF2-40B4-BE49-F238E27FC236}">
                <a16:creationId xmlns:a16="http://schemas.microsoft.com/office/drawing/2014/main" id="{9BD07E05-2E94-4442-AEA1-EE538805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02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A03B76F7-2DA8-483F-A59D-B7015A9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084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20748F51-35E4-46C6-AA87-420EE7A2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1168" y="11590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>
            <a:extLst xmlns:a="http://schemas.openxmlformats.org/drawingml/2006/main">
              <a:ext uri="{FF2B5EF4-FFF2-40B4-BE49-F238E27FC236}">
                <a16:creationId xmlns:a16="http://schemas.microsoft.com/office/drawing/2014/main" id="{2959EA67-C648-4632-864E-26AA4EF0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8209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13C31401-FFE3-4319-B417-A86A682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5291" y="1159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E66619E3-D472-4B85-B979-DB694EFD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5797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936274BF-2D94-494C-AD1D-873F90D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2879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40D0B7C2-240B-47E4-A151-1ACAFDFE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961" y="30264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C121D0A6-6E5E-4F7B-A92A-07E83EF0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02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9B9A51A6-15A2-4563-9398-625135E9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084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">
            <a:extLst xmlns:a="http://schemas.openxmlformats.org/drawingml/2006/main">
              <a:ext uri="{FF2B5EF4-FFF2-40B4-BE49-F238E27FC236}">
                <a16:creationId xmlns:a16="http://schemas.microsoft.com/office/drawing/2014/main" id="{9F966FBB-F607-4355-9606-86C9A104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1168" y="30264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>
            <a:extLst xmlns:a="http://schemas.openxmlformats.org/drawingml/2006/main">
              <a:ext uri="{FF2B5EF4-FFF2-40B4-BE49-F238E27FC236}">
                <a16:creationId xmlns:a16="http://schemas.microsoft.com/office/drawing/2014/main" id="{E1D7541C-E7EE-44DD-9600-F511D285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8209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>
            <a:extLst xmlns:a="http://schemas.openxmlformats.org/drawingml/2006/main">
              <a:ext uri="{FF2B5EF4-FFF2-40B4-BE49-F238E27FC236}">
                <a16:creationId xmlns:a16="http://schemas.microsoft.com/office/drawing/2014/main" id="{E4E04007-DEFB-4ED9-9336-CAC9FCE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5291" y="3026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>
            <a:extLst xmlns:a="http://schemas.openxmlformats.org/drawingml/2006/main">
              <a:ext uri="{FF2B5EF4-FFF2-40B4-BE49-F238E27FC236}">
                <a16:creationId xmlns:a16="http://schemas.microsoft.com/office/drawing/2014/main" id="{111BFA00-67B5-4B72-86EC-A3534886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0763" y="57950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">
            <a:extLst xmlns:a="http://schemas.openxmlformats.org/drawingml/2006/main">
              <a:ext uri="{FF2B5EF4-FFF2-40B4-BE49-F238E27FC236}">
                <a16:creationId xmlns:a16="http://schemas.microsoft.com/office/drawing/2014/main" id="{E4B93E55-44F8-43F6-AFD1-01B9F28B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0638" y="704975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">
            <a:extLst xmlns:a="http://schemas.openxmlformats.org/drawingml/2006/main">
              <a:ext uri="{FF2B5EF4-FFF2-40B4-BE49-F238E27FC236}">
                <a16:creationId xmlns:a16="http://schemas.microsoft.com/office/drawing/2014/main" id="{4D231E7B-EA18-4394-8C80-F434A835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2101" y="1247373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5">
            <a:extLst xmlns:a="http://schemas.openxmlformats.org/drawingml/2006/main">
              <a:ext uri="{FF2B5EF4-FFF2-40B4-BE49-F238E27FC236}">
                <a16:creationId xmlns:a16="http://schemas.microsoft.com/office/drawing/2014/main" id="{92DE8D22-94BE-4451-907E-D8365E83B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239" name="Google Shape;239;p5">
            <a:extLst xmlns:a="http://schemas.openxmlformats.org/drawingml/2006/main">
              <a:ext uri="{FF2B5EF4-FFF2-40B4-BE49-F238E27FC236}">
                <a16:creationId xmlns:a16="http://schemas.microsoft.com/office/drawing/2014/main" id="{2DDDB2F1-3B87-457F-AD46-1BF588D4E8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63400" y="3450800"/>
            <a:ext cx="5489100" cy="8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0" name="Google Shape;240;p5">
            <a:extLst xmlns:a="http://schemas.openxmlformats.org/drawingml/2006/main">
              <a:ext uri="{FF2B5EF4-FFF2-40B4-BE49-F238E27FC236}">
                <a16:creationId xmlns:a16="http://schemas.microsoft.com/office/drawing/2014/main" id="{9667E3EF-4D04-410F-9964-78E1ADD5DF6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263400" y="1924374"/>
            <a:ext cx="5489100" cy="8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1" name="Google Shape;241;p5">
            <a:extLst xmlns:a="http://schemas.openxmlformats.org/drawingml/2006/main">
              <a:ext uri="{FF2B5EF4-FFF2-40B4-BE49-F238E27FC236}">
                <a16:creationId xmlns:a16="http://schemas.microsoft.com/office/drawing/2014/main" id="{500CBAB6-B0C4-477A-9291-FB8A0C6583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63403" y="1496300"/>
            <a:ext cx="5489100" cy="49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242" name="Google Shape;242;p5">
            <a:extLst xmlns:a="http://schemas.openxmlformats.org/drawingml/2006/main">
              <a:ext uri="{FF2B5EF4-FFF2-40B4-BE49-F238E27FC236}">
                <a16:creationId xmlns:a16="http://schemas.microsoft.com/office/drawing/2014/main" id="{7E33D2EC-2966-4063-BBB4-D2D3B9ECFB8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263400" y="3022729"/>
            <a:ext cx="5489100" cy="49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243" name="Google Shape;243;p5">
            <a:extLst xmlns:a="http://schemas.openxmlformats.org/drawingml/2006/main">
              <a:ext uri="{FF2B5EF4-FFF2-40B4-BE49-F238E27FC236}">
                <a16:creationId xmlns:a16="http://schemas.microsoft.com/office/drawing/2014/main" id="{C730E297-7F55-480E-93A0-4358606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355850" y="-329133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>
            <a:extLst xmlns:a="http://schemas.openxmlformats.org/drawingml/2006/main">
              <a:ext uri="{FF2B5EF4-FFF2-40B4-BE49-F238E27FC236}">
                <a16:creationId xmlns:a16="http://schemas.microsoft.com/office/drawing/2014/main" id="{F9B20F6F-08FF-4E3C-B066-A6797F2E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6275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>
            <a:extLst xmlns:a="http://schemas.openxmlformats.org/drawingml/2006/main">
              <a:ext uri="{FF2B5EF4-FFF2-40B4-BE49-F238E27FC236}">
                <a16:creationId xmlns:a16="http://schemas.microsoft.com/office/drawing/2014/main" id="{E0B50B2A-0EB5-4F49-9FEA-B1D956F2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357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>
            <a:extLst xmlns:a="http://schemas.openxmlformats.org/drawingml/2006/main">
              <a:ext uri="{FF2B5EF4-FFF2-40B4-BE49-F238E27FC236}">
                <a16:creationId xmlns:a16="http://schemas.microsoft.com/office/drawing/2014/main" id="{EE8377D0-EA4B-4DA6-ABB7-28125BD6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0439" y="166938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>
            <a:extLst xmlns:a="http://schemas.openxmlformats.org/drawingml/2006/main">
              <a:ext uri="{FF2B5EF4-FFF2-40B4-BE49-F238E27FC236}">
                <a16:creationId xmlns:a16="http://schemas.microsoft.com/office/drawing/2014/main" id="{1D7B7711-475D-415C-B5CF-062CFAE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7480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>
            <a:extLst xmlns:a="http://schemas.openxmlformats.org/drawingml/2006/main">
              <a:ext uri="{FF2B5EF4-FFF2-40B4-BE49-F238E27FC236}">
                <a16:creationId xmlns:a16="http://schemas.microsoft.com/office/drawing/2014/main" id="{5BF73D84-E29B-4730-89C8-21C52DCB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4562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>
            <a:extLst xmlns:a="http://schemas.openxmlformats.org/drawingml/2006/main">
              <a:ext uri="{FF2B5EF4-FFF2-40B4-BE49-F238E27FC236}">
                <a16:creationId xmlns:a16="http://schemas.microsoft.com/office/drawing/2014/main" id="{FA059A95-6F9B-42A7-B72F-383E531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91646" y="166938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>
            <a:extLst xmlns:a="http://schemas.openxmlformats.org/drawingml/2006/main">
              <a:ext uri="{FF2B5EF4-FFF2-40B4-BE49-F238E27FC236}">
                <a16:creationId xmlns:a16="http://schemas.microsoft.com/office/drawing/2014/main" id="{49A2ACA6-0504-4FB5-9EE3-17D25CB4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8687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>
            <a:extLst xmlns:a="http://schemas.openxmlformats.org/drawingml/2006/main">
              <a:ext uri="{FF2B5EF4-FFF2-40B4-BE49-F238E27FC236}">
                <a16:creationId xmlns:a16="http://schemas.microsoft.com/office/drawing/2014/main" id="{B11194DD-B385-4CFF-9A90-CE737EDC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5769" y="166938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>
            <a:extLst xmlns:a="http://schemas.openxmlformats.org/drawingml/2006/main">
              <a:ext uri="{FF2B5EF4-FFF2-40B4-BE49-F238E27FC236}">
                <a16:creationId xmlns:a16="http://schemas.microsoft.com/office/drawing/2014/main" id="{D1D5B91C-0532-45CD-9CDB-628B9798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6275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>
            <a:extLst xmlns:a="http://schemas.openxmlformats.org/drawingml/2006/main">
              <a:ext uri="{FF2B5EF4-FFF2-40B4-BE49-F238E27FC236}">
                <a16:creationId xmlns:a16="http://schemas.microsoft.com/office/drawing/2014/main" id="{B1C75F54-2715-47D1-ACA7-0BDA5A3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357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>
            <a:extLst xmlns:a="http://schemas.openxmlformats.org/drawingml/2006/main">
              <a:ext uri="{FF2B5EF4-FFF2-40B4-BE49-F238E27FC236}">
                <a16:creationId xmlns:a16="http://schemas.microsoft.com/office/drawing/2014/main" id="{FBF93F6C-A179-46D4-B0E8-FDB43A80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0439" y="185467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>
            <a:extLst xmlns:a="http://schemas.openxmlformats.org/drawingml/2006/main">
              <a:ext uri="{FF2B5EF4-FFF2-40B4-BE49-F238E27FC236}">
                <a16:creationId xmlns:a16="http://schemas.microsoft.com/office/drawing/2014/main" id="{549D86DC-5390-4107-9919-8E773158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7480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>
            <a:extLst xmlns:a="http://schemas.openxmlformats.org/drawingml/2006/main">
              <a:ext uri="{FF2B5EF4-FFF2-40B4-BE49-F238E27FC236}">
                <a16:creationId xmlns:a16="http://schemas.microsoft.com/office/drawing/2014/main" id="{501AC064-47D9-41D6-B7E8-63A3DC9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4562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>
            <a:extLst xmlns:a="http://schemas.openxmlformats.org/drawingml/2006/main">
              <a:ext uri="{FF2B5EF4-FFF2-40B4-BE49-F238E27FC236}">
                <a16:creationId xmlns:a16="http://schemas.microsoft.com/office/drawing/2014/main" id="{FD59430F-0276-4061-BC85-7277F0BA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91646" y="185467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>
            <a:extLst xmlns:a="http://schemas.openxmlformats.org/drawingml/2006/main">
              <a:ext uri="{FF2B5EF4-FFF2-40B4-BE49-F238E27FC236}">
                <a16:creationId xmlns:a16="http://schemas.microsoft.com/office/drawing/2014/main" id="{275B60E4-CF81-47D9-9655-91E9106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8687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>
            <a:extLst xmlns:a="http://schemas.openxmlformats.org/drawingml/2006/main">
              <a:ext uri="{FF2B5EF4-FFF2-40B4-BE49-F238E27FC236}">
                <a16:creationId xmlns:a16="http://schemas.microsoft.com/office/drawing/2014/main" id="{41C5392B-75FC-46B3-926D-2421625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5769" y="185467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>
            <a:extLst xmlns:a="http://schemas.openxmlformats.org/drawingml/2006/main">
              <a:ext uri="{FF2B5EF4-FFF2-40B4-BE49-F238E27FC236}">
                <a16:creationId xmlns:a16="http://schemas.microsoft.com/office/drawing/2014/main" id="{B53F37E9-CEE4-4A8B-8FDE-F2FC79D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6275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>
            <a:extLst xmlns:a="http://schemas.openxmlformats.org/drawingml/2006/main">
              <a:ext uri="{FF2B5EF4-FFF2-40B4-BE49-F238E27FC236}">
                <a16:creationId xmlns:a16="http://schemas.microsoft.com/office/drawing/2014/main" id="{0DDC9EB8-5912-4BB0-9077-3911A6D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357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>
            <a:extLst xmlns:a="http://schemas.openxmlformats.org/drawingml/2006/main">
              <a:ext uri="{FF2B5EF4-FFF2-40B4-BE49-F238E27FC236}">
                <a16:creationId xmlns:a16="http://schemas.microsoft.com/office/drawing/2014/main" id="{D3895742-B452-4344-B953-75662F6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0439" y="2041458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>
            <a:extLst xmlns:a="http://schemas.openxmlformats.org/drawingml/2006/main">
              <a:ext uri="{FF2B5EF4-FFF2-40B4-BE49-F238E27FC236}">
                <a16:creationId xmlns:a16="http://schemas.microsoft.com/office/drawing/2014/main" id="{7FBF52E1-B748-426A-88CE-D25EBC4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7480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>
            <a:extLst xmlns:a="http://schemas.openxmlformats.org/drawingml/2006/main">
              <a:ext uri="{FF2B5EF4-FFF2-40B4-BE49-F238E27FC236}">
                <a16:creationId xmlns:a16="http://schemas.microsoft.com/office/drawing/2014/main" id="{F550FB89-B896-4A01-B1E1-5AE1E50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4562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>
            <a:extLst xmlns:a="http://schemas.openxmlformats.org/drawingml/2006/main">
              <a:ext uri="{FF2B5EF4-FFF2-40B4-BE49-F238E27FC236}">
                <a16:creationId xmlns:a16="http://schemas.microsoft.com/office/drawing/2014/main" id="{E6D7C47F-3BA0-4A17-9BA4-D7ABEAB1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91646" y="2041458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>
            <a:extLst xmlns:a="http://schemas.openxmlformats.org/drawingml/2006/main">
              <a:ext uri="{FF2B5EF4-FFF2-40B4-BE49-F238E27FC236}">
                <a16:creationId xmlns:a16="http://schemas.microsoft.com/office/drawing/2014/main" id="{F6B7BBB6-4029-489F-8094-53A1EED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8687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>
            <a:extLst xmlns:a="http://schemas.openxmlformats.org/drawingml/2006/main">
              <a:ext uri="{FF2B5EF4-FFF2-40B4-BE49-F238E27FC236}">
                <a16:creationId xmlns:a16="http://schemas.microsoft.com/office/drawing/2014/main" id="{967C2F6B-2657-476F-BB2D-72DC988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5769" y="2041458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>
            <a:extLst xmlns:a="http://schemas.openxmlformats.org/drawingml/2006/main">
              <a:ext uri="{FF2B5EF4-FFF2-40B4-BE49-F238E27FC236}">
                <a16:creationId xmlns:a16="http://schemas.microsoft.com/office/drawing/2014/main" id="{F12C76BD-946A-442D-9EE8-90EF71C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6275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>
            <a:extLst xmlns:a="http://schemas.openxmlformats.org/drawingml/2006/main">
              <a:ext uri="{FF2B5EF4-FFF2-40B4-BE49-F238E27FC236}">
                <a16:creationId xmlns:a16="http://schemas.microsoft.com/office/drawing/2014/main" id="{E2B4E519-E404-4BE7-97E3-1D55928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357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>
            <a:extLst xmlns:a="http://schemas.openxmlformats.org/drawingml/2006/main">
              <a:ext uri="{FF2B5EF4-FFF2-40B4-BE49-F238E27FC236}">
                <a16:creationId xmlns:a16="http://schemas.microsoft.com/office/drawing/2014/main" id="{93BC0B07-8B5E-45D9-8616-DCA2AFA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0439" y="22282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>
            <a:extLst xmlns:a="http://schemas.openxmlformats.org/drawingml/2006/main">
              <a:ext uri="{FF2B5EF4-FFF2-40B4-BE49-F238E27FC236}">
                <a16:creationId xmlns:a16="http://schemas.microsoft.com/office/drawing/2014/main" id="{9C4AFC9F-DB80-42CB-B7D3-A11A7F0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7480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>
            <a:extLst xmlns:a="http://schemas.openxmlformats.org/drawingml/2006/main">
              <a:ext uri="{FF2B5EF4-FFF2-40B4-BE49-F238E27FC236}">
                <a16:creationId xmlns:a16="http://schemas.microsoft.com/office/drawing/2014/main" id="{85761036-5DC2-40A3-9D0A-0A10A4A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4562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>
            <a:extLst xmlns:a="http://schemas.openxmlformats.org/drawingml/2006/main">
              <a:ext uri="{FF2B5EF4-FFF2-40B4-BE49-F238E27FC236}">
                <a16:creationId xmlns:a16="http://schemas.microsoft.com/office/drawing/2014/main" id="{91B0587D-32BD-46FD-9580-3B80B998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91646" y="22282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>
            <a:extLst xmlns:a="http://schemas.openxmlformats.org/drawingml/2006/main">
              <a:ext uri="{FF2B5EF4-FFF2-40B4-BE49-F238E27FC236}">
                <a16:creationId xmlns:a16="http://schemas.microsoft.com/office/drawing/2014/main" id="{99C3CBC1-15FC-4815-9DA9-290FFC2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8687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>
            <a:extLst xmlns:a="http://schemas.openxmlformats.org/drawingml/2006/main">
              <a:ext uri="{FF2B5EF4-FFF2-40B4-BE49-F238E27FC236}">
                <a16:creationId xmlns:a16="http://schemas.microsoft.com/office/drawing/2014/main" id="{01EF83DF-83CD-480B-A93D-435FB5A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5769" y="22282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">
            <a:extLst xmlns:a="http://schemas.openxmlformats.org/drawingml/2006/main">
              <a:ext uri="{FF2B5EF4-FFF2-40B4-BE49-F238E27FC236}">
                <a16:creationId xmlns:a16="http://schemas.microsoft.com/office/drawing/2014/main" id="{6B3A8015-2321-477A-A1B0-82C42263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8888" y="29803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>
            <a:extLst xmlns:a="http://schemas.openxmlformats.org/drawingml/2006/main">
              <a:ext uri="{FF2B5EF4-FFF2-40B4-BE49-F238E27FC236}">
                <a16:creationId xmlns:a16="http://schemas.microsoft.com/office/drawing/2014/main" id="{D437BE36-27B0-4F3E-86DD-B9490DD1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8424" y="3434013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>
            <a:extLst xmlns:a="http://schemas.openxmlformats.org/drawingml/2006/main">
              <a:ext uri="{FF2B5EF4-FFF2-40B4-BE49-F238E27FC236}">
                <a16:creationId xmlns:a16="http://schemas.microsoft.com/office/drawing/2014/main" id="{E118440A-6F42-439A-BCF2-4E0D8A7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4028" y="3510632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6">
            <a:extLst xmlns:a="http://schemas.openxmlformats.org/drawingml/2006/main">
              <a:ext uri="{FF2B5EF4-FFF2-40B4-BE49-F238E27FC236}">
                <a16:creationId xmlns:a16="http://schemas.microsoft.com/office/drawing/2014/main" id="{C8360D94-ECD1-42A2-BFFE-B8A9ADD2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139940" y="-9244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>
            <a:extLst xmlns:a="http://schemas.openxmlformats.org/drawingml/2006/main">
              <a:ext uri="{FF2B5EF4-FFF2-40B4-BE49-F238E27FC236}">
                <a16:creationId xmlns:a16="http://schemas.microsoft.com/office/drawing/2014/main" id="{1365B8C1-FE1F-4D0F-B579-DB9974B4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286" name="Google Shape;286;p6">
            <a:extLst xmlns:a="http://schemas.openxmlformats.org/drawingml/2006/main">
              <a:ext uri="{FF2B5EF4-FFF2-40B4-BE49-F238E27FC236}">
                <a16:creationId xmlns:a16="http://schemas.microsoft.com/office/drawing/2014/main" id="{CCF98C58-1D2C-4CF1-8F39-D70A9B3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47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>
            <a:extLst xmlns:a="http://schemas.openxmlformats.org/drawingml/2006/main">
              <a:ext uri="{FF2B5EF4-FFF2-40B4-BE49-F238E27FC236}">
                <a16:creationId xmlns:a16="http://schemas.microsoft.com/office/drawing/2014/main" id="{A00711E4-783B-48C5-B85E-A6D2E71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3929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>
            <a:extLst xmlns:a="http://schemas.openxmlformats.org/drawingml/2006/main">
              <a:ext uri="{FF2B5EF4-FFF2-40B4-BE49-F238E27FC236}">
                <a16:creationId xmlns:a16="http://schemas.microsoft.com/office/drawing/2014/main" id="{FA584D68-6052-4256-8654-4E852AE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1" y="-25082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>
            <a:extLst xmlns:a="http://schemas.openxmlformats.org/drawingml/2006/main">
              <a:ext uri="{FF2B5EF4-FFF2-40B4-BE49-F238E27FC236}">
                <a16:creationId xmlns:a16="http://schemas.microsoft.com/office/drawing/2014/main" id="{7F04A9D4-8703-449D-863C-953BC405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052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>
            <a:extLst xmlns:a="http://schemas.openxmlformats.org/drawingml/2006/main">
              <a:ext uri="{FF2B5EF4-FFF2-40B4-BE49-F238E27FC236}">
                <a16:creationId xmlns:a16="http://schemas.microsoft.com/office/drawing/2014/main" id="{CE79AA10-0EC3-48CD-9245-C071CD6B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134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>
            <a:extLst xmlns:a="http://schemas.openxmlformats.org/drawingml/2006/main">
              <a:ext uri="{FF2B5EF4-FFF2-40B4-BE49-F238E27FC236}">
                <a16:creationId xmlns:a16="http://schemas.microsoft.com/office/drawing/2014/main" id="{9637FE17-2B57-46D6-9CE9-CDAEE3F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218" y="-25082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>
            <a:extLst xmlns:a="http://schemas.openxmlformats.org/drawingml/2006/main">
              <a:ext uri="{FF2B5EF4-FFF2-40B4-BE49-F238E27FC236}">
                <a16:creationId xmlns:a16="http://schemas.microsoft.com/office/drawing/2014/main" id="{162F2C1A-7760-4477-A369-C1D80BD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259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>
            <a:extLst xmlns:a="http://schemas.openxmlformats.org/drawingml/2006/main">
              <a:ext uri="{FF2B5EF4-FFF2-40B4-BE49-F238E27FC236}">
                <a16:creationId xmlns:a16="http://schemas.microsoft.com/office/drawing/2014/main" id="{9DFB5E38-B622-4508-903F-83E9D383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341" y="-25082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>
            <a:extLst xmlns:a="http://schemas.openxmlformats.org/drawingml/2006/main">
              <a:ext uri="{FF2B5EF4-FFF2-40B4-BE49-F238E27FC236}">
                <a16:creationId xmlns:a16="http://schemas.microsoft.com/office/drawing/2014/main" id="{2E3F2BD5-4177-4941-9A09-001814FC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47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>
            <a:extLst xmlns:a="http://schemas.openxmlformats.org/drawingml/2006/main">
              <a:ext uri="{FF2B5EF4-FFF2-40B4-BE49-F238E27FC236}">
                <a16:creationId xmlns:a16="http://schemas.microsoft.com/office/drawing/2014/main" id="{AA9A39D7-6BB1-4527-811E-05EFCD0B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3929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>
            <a:extLst xmlns:a="http://schemas.openxmlformats.org/drawingml/2006/main">
              <a:ext uri="{FF2B5EF4-FFF2-40B4-BE49-F238E27FC236}">
                <a16:creationId xmlns:a16="http://schemas.microsoft.com/office/drawing/2014/main" id="{2AB9D761-8241-48D9-9AFA-7E3B7EC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1" y="-6553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>
            <a:extLst xmlns:a="http://schemas.openxmlformats.org/drawingml/2006/main">
              <a:ext uri="{FF2B5EF4-FFF2-40B4-BE49-F238E27FC236}">
                <a16:creationId xmlns:a16="http://schemas.microsoft.com/office/drawing/2014/main" id="{D78DB32F-C2F9-478C-B153-BDC597F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052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>
            <a:extLst xmlns:a="http://schemas.openxmlformats.org/drawingml/2006/main">
              <a:ext uri="{FF2B5EF4-FFF2-40B4-BE49-F238E27FC236}">
                <a16:creationId xmlns:a16="http://schemas.microsoft.com/office/drawing/2014/main" id="{8385742A-1785-4DD3-91AF-9C906D64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134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>
            <a:extLst xmlns:a="http://schemas.openxmlformats.org/drawingml/2006/main">
              <a:ext uri="{FF2B5EF4-FFF2-40B4-BE49-F238E27FC236}">
                <a16:creationId xmlns:a16="http://schemas.microsoft.com/office/drawing/2014/main" id="{0683DB9E-07F5-4E6A-AE07-22FBDC1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218" y="-6553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>
            <a:extLst xmlns:a="http://schemas.openxmlformats.org/drawingml/2006/main">
              <a:ext uri="{FF2B5EF4-FFF2-40B4-BE49-F238E27FC236}">
                <a16:creationId xmlns:a16="http://schemas.microsoft.com/office/drawing/2014/main" id="{BCE9D816-C8AA-4448-8907-84EBC5E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259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>
            <a:extLst xmlns:a="http://schemas.openxmlformats.org/drawingml/2006/main">
              <a:ext uri="{FF2B5EF4-FFF2-40B4-BE49-F238E27FC236}">
                <a16:creationId xmlns:a16="http://schemas.microsoft.com/office/drawing/2014/main" id="{9C25923E-E565-42BF-B037-BC16267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341" y="-6553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>
            <a:extLst xmlns:a="http://schemas.openxmlformats.org/drawingml/2006/main">
              <a:ext uri="{FF2B5EF4-FFF2-40B4-BE49-F238E27FC236}">
                <a16:creationId xmlns:a16="http://schemas.microsoft.com/office/drawing/2014/main" id="{FEFB2361-1F25-4E8B-8B49-8053F338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47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>
            <a:extLst xmlns:a="http://schemas.openxmlformats.org/drawingml/2006/main">
              <a:ext uri="{FF2B5EF4-FFF2-40B4-BE49-F238E27FC236}">
                <a16:creationId xmlns:a16="http://schemas.microsoft.com/office/drawing/2014/main" id="{B1E70DDA-4307-499B-BCF8-C9EDBAA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3929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>
            <a:extLst xmlns:a="http://schemas.openxmlformats.org/drawingml/2006/main">
              <a:ext uri="{FF2B5EF4-FFF2-40B4-BE49-F238E27FC236}">
                <a16:creationId xmlns:a16="http://schemas.microsoft.com/office/drawing/2014/main" id="{E2AFBC87-5A74-4D38-9140-CBDD72CB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1" y="12125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>
            <a:extLst xmlns:a="http://schemas.openxmlformats.org/drawingml/2006/main">
              <a:ext uri="{FF2B5EF4-FFF2-40B4-BE49-F238E27FC236}">
                <a16:creationId xmlns:a16="http://schemas.microsoft.com/office/drawing/2014/main" id="{C32707EE-3736-4ECA-9052-741D5E1D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052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>
            <a:extLst xmlns:a="http://schemas.openxmlformats.org/drawingml/2006/main">
              <a:ext uri="{FF2B5EF4-FFF2-40B4-BE49-F238E27FC236}">
                <a16:creationId xmlns:a16="http://schemas.microsoft.com/office/drawing/2014/main" id="{47E32E32-6BA6-4436-B58E-8E5DCA82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134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>
            <a:extLst xmlns:a="http://schemas.openxmlformats.org/drawingml/2006/main">
              <a:ext uri="{FF2B5EF4-FFF2-40B4-BE49-F238E27FC236}">
                <a16:creationId xmlns:a16="http://schemas.microsoft.com/office/drawing/2014/main" id="{AE0E886B-585C-45AC-9023-DED63E27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218" y="12125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>
            <a:extLst xmlns:a="http://schemas.openxmlformats.org/drawingml/2006/main">
              <a:ext uri="{FF2B5EF4-FFF2-40B4-BE49-F238E27FC236}">
                <a16:creationId xmlns:a16="http://schemas.microsoft.com/office/drawing/2014/main" id="{9F001EFE-0CFF-43AE-B812-47E430C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259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>
            <a:extLst xmlns:a="http://schemas.openxmlformats.org/drawingml/2006/main">
              <a:ext uri="{FF2B5EF4-FFF2-40B4-BE49-F238E27FC236}">
                <a16:creationId xmlns:a16="http://schemas.microsoft.com/office/drawing/2014/main" id="{B11D880A-BDF5-4F1B-AA5B-0360C34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341" y="12125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>
            <a:extLst xmlns:a="http://schemas.openxmlformats.org/drawingml/2006/main">
              <a:ext uri="{FF2B5EF4-FFF2-40B4-BE49-F238E27FC236}">
                <a16:creationId xmlns:a16="http://schemas.microsoft.com/office/drawing/2014/main" id="{7EF22BB0-62AC-4771-9C85-24E97FB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47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>
            <a:extLst xmlns:a="http://schemas.openxmlformats.org/drawingml/2006/main">
              <a:ext uri="{FF2B5EF4-FFF2-40B4-BE49-F238E27FC236}">
                <a16:creationId xmlns:a16="http://schemas.microsoft.com/office/drawing/2014/main" id="{0723FB8D-E95C-4565-AC6D-A016D147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3929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>
            <a:extLst xmlns:a="http://schemas.openxmlformats.org/drawingml/2006/main">
              <a:ext uri="{FF2B5EF4-FFF2-40B4-BE49-F238E27FC236}">
                <a16:creationId xmlns:a16="http://schemas.microsoft.com/office/drawing/2014/main" id="{3B48E1E8-1C5D-491E-BFEF-4E8C20B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1" y="30799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>
            <a:extLst xmlns:a="http://schemas.openxmlformats.org/drawingml/2006/main">
              <a:ext uri="{FF2B5EF4-FFF2-40B4-BE49-F238E27FC236}">
                <a16:creationId xmlns:a16="http://schemas.microsoft.com/office/drawing/2014/main" id="{70CD719C-DB6A-4332-9EAB-7F9D2EA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052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>
            <a:extLst xmlns:a="http://schemas.openxmlformats.org/drawingml/2006/main">
              <a:ext uri="{FF2B5EF4-FFF2-40B4-BE49-F238E27FC236}">
                <a16:creationId xmlns:a16="http://schemas.microsoft.com/office/drawing/2014/main" id="{8880B88F-89B8-449F-9FC5-AF87151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134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>
            <a:extLst xmlns:a="http://schemas.openxmlformats.org/drawingml/2006/main">
              <a:ext uri="{FF2B5EF4-FFF2-40B4-BE49-F238E27FC236}">
                <a16:creationId xmlns:a16="http://schemas.microsoft.com/office/drawing/2014/main" id="{4E2F7B1E-2954-46F1-B59B-CEC909A7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218" y="30799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>
            <a:extLst xmlns:a="http://schemas.openxmlformats.org/drawingml/2006/main">
              <a:ext uri="{FF2B5EF4-FFF2-40B4-BE49-F238E27FC236}">
                <a16:creationId xmlns:a16="http://schemas.microsoft.com/office/drawing/2014/main" id="{3A6DBE83-A9B0-48CA-9FD2-7544B81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259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>
            <a:extLst xmlns:a="http://schemas.openxmlformats.org/drawingml/2006/main">
              <a:ext uri="{FF2B5EF4-FFF2-40B4-BE49-F238E27FC236}">
                <a16:creationId xmlns:a16="http://schemas.microsoft.com/office/drawing/2014/main" id="{0344896E-1775-434E-A3F1-9A04CF1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341" y="30799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">
            <a:extLst xmlns:a="http://schemas.openxmlformats.org/drawingml/2006/main">
              <a:ext uri="{FF2B5EF4-FFF2-40B4-BE49-F238E27FC236}">
                <a16:creationId xmlns:a16="http://schemas.microsoft.com/office/drawing/2014/main" id="{119DA9A0-E591-4F0E-8040-404387F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7951" y="1142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>
            <a:extLst xmlns:a="http://schemas.openxmlformats.org/drawingml/2006/main">
              <a:ext uri="{FF2B5EF4-FFF2-40B4-BE49-F238E27FC236}">
                <a16:creationId xmlns:a16="http://schemas.microsoft.com/office/drawing/2014/main" id="{3E415BCE-FBCA-4163-A68E-CE27561E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97052" y="83534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>
            <a:extLst xmlns:a="http://schemas.openxmlformats.org/drawingml/2006/main">
              <a:ext uri="{FF2B5EF4-FFF2-40B4-BE49-F238E27FC236}">
                <a16:creationId xmlns:a16="http://schemas.microsoft.com/office/drawing/2014/main" id="{CC005306-336E-45DD-9582-3BAB1450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687254" y="92554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Google Shape;325;p7">
            <a:extLst xmlns:a="http://schemas.openxmlformats.org/drawingml/2006/main">
              <a:ext uri="{FF2B5EF4-FFF2-40B4-BE49-F238E27FC236}">
                <a16:creationId xmlns:a16="http://schemas.microsoft.com/office/drawing/2014/main" id="{488E7DCE-98BC-46E6-A0B2-FD4C651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77990" y="-132405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>
            <a:extLst xmlns:a="http://schemas.openxmlformats.org/drawingml/2006/main">
              <a:ext uri="{FF2B5EF4-FFF2-40B4-BE49-F238E27FC236}">
                <a16:creationId xmlns:a16="http://schemas.microsoft.com/office/drawing/2014/main" id="{5A5ABD11-2282-45A3-9529-8AB9F2B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6485" y="393725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>
            <a:extLst xmlns:a="http://schemas.openxmlformats.org/drawingml/2006/main">
              <a:ext uri="{FF2B5EF4-FFF2-40B4-BE49-F238E27FC236}">
                <a16:creationId xmlns:a16="http://schemas.microsoft.com/office/drawing/2014/main" id="{C9458AEC-DAE0-4719-BC51-D6F1D31B0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28" name="Google Shape;328;p7">
            <a:extLst xmlns:a="http://schemas.openxmlformats.org/drawingml/2006/main">
              <a:ext uri="{FF2B5EF4-FFF2-40B4-BE49-F238E27FC236}">
                <a16:creationId xmlns:a16="http://schemas.microsoft.com/office/drawing/2014/main" id="{7CE7E3A8-BF5A-421E-B6F3-565303D310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29" name="Google Shape;329;p7">
            <a:extLst xmlns:a="http://schemas.openxmlformats.org/drawingml/2006/main">
              <a:ext uri="{FF2B5EF4-FFF2-40B4-BE49-F238E27FC236}">
                <a16:creationId xmlns:a16="http://schemas.microsoft.com/office/drawing/2014/main" id="{899A007E-3DC3-47ED-AB59-9CB995ED4DE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33" name="Google Shape;333;p7">
            <a:extLst xmlns:a="http://schemas.openxmlformats.org/drawingml/2006/main">
              <a:ext uri="{FF2B5EF4-FFF2-40B4-BE49-F238E27FC236}">
                <a16:creationId xmlns:a16="http://schemas.microsoft.com/office/drawing/2014/main" id="{4D5291AD-7A0B-42A4-984A-13BDA4CA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197" y="114308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>
            <a:extLst xmlns:a="http://schemas.openxmlformats.org/drawingml/2006/main">
              <a:ext uri="{FF2B5EF4-FFF2-40B4-BE49-F238E27FC236}">
                <a16:creationId xmlns:a16="http://schemas.microsoft.com/office/drawing/2014/main" id="{AEA932E5-EE1C-47A4-9528-F17553D4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197" y="150142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>
            <a:extLst xmlns:a="http://schemas.openxmlformats.org/drawingml/2006/main">
              <a:ext uri="{FF2B5EF4-FFF2-40B4-BE49-F238E27FC236}">
                <a16:creationId xmlns:a16="http://schemas.microsoft.com/office/drawing/2014/main" id="{06815B2C-6F01-426D-B9AE-CF4F35A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13" y="156297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>
            <a:extLst xmlns:a="http://schemas.openxmlformats.org/drawingml/2006/main">
              <a:ext uri="{FF2B5EF4-FFF2-40B4-BE49-F238E27FC236}">
                <a16:creationId xmlns:a16="http://schemas.microsoft.com/office/drawing/2014/main" id="{98809F56-57BF-4826-BAA9-F4381318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8263" y="481924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">
            <a:extLst xmlns:a="http://schemas.openxmlformats.org/drawingml/2006/main">
              <a:ext uri="{FF2B5EF4-FFF2-40B4-BE49-F238E27FC236}">
                <a16:creationId xmlns:a16="http://schemas.microsoft.com/office/drawing/2014/main" id="{D6433A1C-F236-4066-88FC-FC8434A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5821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>
            <a:extLst xmlns:a="http://schemas.openxmlformats.org/drawingml/2006/main">
              <a:ext uri="{FF2B5EF4-FFF2-40B4-BE49-F238E27FC236}">
                <a16:creationId xmlns:a16="http://schemas.microsoft.com/office/drawing/2014/main" id="{B97389DB-0C1C-4720-9E36-288EEA6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8739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">
            <a:extLst xmlns:a="http://schemas.openxmlformats.org/drawingml/2006/main">
              <a:ext uri="{FF2B5EF4-FFF2-40B4-BE49-F238E27FC236}">
                <a16:creationId xmlns:a16="http://schemas.microsoft.com/office/drawing/2014/main" id="{F6542E69-BAB1-461C-AFAF-ACAC0AD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1657" y="31104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>
            <a:extLst xmlns:a="http://schemas.openxmlformats.org/drawingml/2006/main">
              <a:ext uri="{FF2B5EF4-FFF2-40B4-BE49-F238E27FC236}">
                <a16:creationId xmlns:a16="http://schemas.microsoft.com/office/drawing/2014/main" id="{5AA7C20C-FC8F-494E-BC7A-CD24877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84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>
            <a:extLst xmlns:a="http://schemas.openxmlformats.org/drawingml/2006/main">
              <a:ext uri="{FF2B5EF4-FFF2-40B4-BE49-F238E27FC236}">
                <a16:creationId xmlns:a16="http://schemas.microsoft.com/office/drawing/2014/main" id="{A0BCCE1D-38BA-4CBF-8564-78E805A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466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">
            <a:extLst xmlns:a="http://schemas.openxmlformats.org/drawingml/2006/main">
              <a:ext uri="{FF2B5EF4-FFF2-40B4-BE49-F238E27FC236}">
                <a16:creationId xmlns:a16="http://schemas.microsoft.com/office/drawing/2014/main" id="{C6B604A4-7F1A-4125-9155-25CF24A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50" y="31104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">
            <a:extLst xmlns:a="http://schemas.openxmlformats.org/drawingml/2006/main">
              <a:ext uri="{FF2B5EF4-FFF2-40B4-BE49-F238E27FC236}">
                <a16:creationId xmlns:a16="http://schemas.microsoft.com/office/drawing/2014/main" id="{DBA581CC-22FD-430F-9693-1A4CA536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591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>
            <a:extLst xmlns:a="http://schemas.openxmlformats.org/drawingml/2006/main">
              <a:ext uri="{FF2B5EF4-FFF2-40B4-BE49-F238E27FC236}">
                <a16:creationId xmlns:a16="http://schemas.microsoft.com/office/drawing/2014/main" id="{8A88203B-C9A9-453E-8EDC-4CD4E83D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673" y="3110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>
            <a:extLst xmlns:a="http://schemas.openxmlformats.org/drawingml/2006/main">
              <a:ext uri="{FF2B5EF4-FFF2-40B4-BE49-F238E27FC236}">
                <a16:creationId xmlns:a16="http://schemas.microsoft.com/office/drawing/2014/main" id="{AD23717B-7D0A-4D38-80B1-D93980B6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5821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>
            <a:extLst xmlns:a="http://schemas.openxmlformats.org/drawingml/2006/main">
              <a:ext uri="{FF2B5EF4-FFF2-40B4-BE49-F238E27FC236}">
                <a16:creationId xmlns:a16="http://schemas.microsoft.com/office/drawing/2014/main" id="{ED18DE90-16CB-4134-978C-DE4D634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8739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">
            <a:extLst xmlns:a="http://schemas.openxmlformats.org/drawingml/2006/main">
              <a:ext uri="{FF2B5EF4-FFF2-40B4-BE49-F238E27FC236}">
                <a16:creationId xmlns:a16="http://schemas.microsoft.com/office/drawing/2014/main" id="{71545316-8161-4848-B80B-97FB44A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1657" y="49633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>
            <a:extLst xmlns:a="http://schemas.openxmlformats.org/drawingml/2006/main">
              <a:ext uri="{FF2B5EF4-FFF2-40B4-BE49-F238E27FC236}">
                <a16:creationId xmlns:a16="http://schemas.microsoft.com/office/drawing/2014/main" id="{EAE668F4-8FC3-4B05-8376-DC3DDF9C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84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>
            <a:extLst xmlns:a="http://schemas.openxmlformats.org/drawingml/2006/main">
              <a:ext uri="{FF2B5EF4-FFF2-40B4-BE49-F238E27FC236}">
                <a16:creationId xmlns:a16="http://schemas.microsoft.com/office/drawing/2014/main" id="{C55A0BEE-20CF-4E62-B998-A945E59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466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">
            <a:extLst xmlns:a="http://schemas.openxmlformats.org/drawingml/2006/main">
              <a:ext uri="{FF2B5EF4-FFF2-40B4-BE49-F238E27FC236}">
                <a16:creationId xmlns:a16="http://schemas.microsoft.com/office/drawing/2014/main" id="{69D25AD3-43B5-473A-9B2F-4B3AA61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50" y="49633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>
            <a:extLst xmlns:a="http://schemas.openxmlformats.org/drawingml/2006/main">
              <a:ext uri="{FF2B5EF4-FFF2-40B4-BE49-F238E27FC236}">
                <a16:creationId xmlns:a16="http://schemas.microsoft.com/office/drawing/2014/main" id="{03E3EDE8-173B-4DB5-AAAD-602F692D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591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">
            <a:extLst xmlns:a="http://schemas.openxmlformats.org/drawingml/2006/main">
              <a:ext uri="{FF2B5EF4-FFF2-40B4-BE49-F238E27FC236}">
                <a16:creationId xmlns:a16="http://schemas.microsoft.com/office/drawing/2014/main" id="{9A99CBFE-DAC3-4157-8845-8FE34A3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673" y="4963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">
            <a:extLst xmlns:a="http://schemas.openxmlformats.org/drawingml/2006/main">
              <a:ext uri="{FF2B5EF4-FFF2-40B4-BE49-F238E27FC236}">
                <a16:creationId xmlns:a16="http://schemas.microsoft.com/office/drawing/2014/main" id="{0A64C1B1-0C58-414A-8CB4-FB59B0B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5821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7">
            <a:extLst xmlns:a="http://schemas.openxmlformats.org/drawingml/2006/main">
              <a:ext uri="{FF2B5EF4-FFF2-40B4-BE49-F238E27FC236}">
                <a16:creationId xmlns:a16="http://schemas.microsoft.com/office/drawing/2014/main" id="{C95BEBAB-1A38-4FB0-8689-841059F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8739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>
            <a:extLst xmlns:a="http://schemas.openxmlformats.org/drawingml/2006/main">
              <a:ext uri="{FF2B5EF4-FFF2-40B4-BE49-F238E27FC236}">
                <a16:creationId xmlns:a16="http://schemas.microsoft.com/office/drawing/2014/main" id="{03EB9986-40C8-4BF9-8344-21A586A8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1657" y="68311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">
            <a:extLst xmlns:a="http://schemas.openxmlformats.org/drawingml/2006/main">
              <a:ext uri="{FF2B5EF4-FFF2-40B4-BE49-F238E27FC236}">
                <a16:creationId xmlns:a16="http://schemas.microsoft.com/office/drawing/2014/main" id="{9038B642-652E-4F3F-84A5-EFCF193F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84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">
            <a:extLst xmlns:a="http://schemas.openxmlformats.org/drawingml/2006/main">
              <a:ext uri="{FF2B5EF4-FFF2-40B4-BE49-F238E27FC236}">
                <a16:creationId xmlns:a16="http://schemas.microsoft.com/office/drawing/2014/main" id="{11E438F9-F5CB-462E-8A71-9CE186C9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466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7">
            <a:extLst xmlns:a="http://schemas.openxmlformats.org/drawingml/2006/main">
              <a:ext uri="{FF2B5EF4-FFF2-40B4-BE49-F238E27FC236}">
                <a16:creationId xmlns:a16="http://schemas.microsoft.com/office/drawing/2014/main" id="{584E429A-BE5A-48B8-8F0A-B6246EB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50" y="68311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">
            <a:extLst xmlns:a="http://schemas.openxmlformats.org/drawingml/2006/main">
              <a:ext uri="{FF2B5EF4-FFF2-40B4-BE49-F238E27FC236}">
                <a16:creationId xmlns:a16="http://schemas.microsoft.com/office/drawing/2014/main" id="{0F15ABA0-3F6D-4B31-B92C-5E2EF9D6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591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>
            <a:extLst xmlns:a="http://schemas.openxmlformats.org/drawingml/2006/main">
              <a:ext uri="{FF2B5EF4-FFF2-40B4-BE49-F238E27FC236}">
                <a16:creationId xmlns:a16="http://schemas.microsoft.com/office/drawing/2014/main" id="{773CCBB3-7879-4BFD-B24C-EEC3B99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673" y="6831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>
            <a:extLst xmlns:a="http://schemas.openxmlformats.org/drawingml/2006/main">
              <a:ext uri="{FF2B5EF4-FFF2-40B4-BE49-F238E27FC236}">
                <a16:creationId xmlns:a16="http://schemas.microsoft.com/office/drawing/2014/main" id="{39B83538-861D-4E2E-9F9E-DF40C841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5821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>
            <a:extLst xmlns:a="http://schemas.openxmlformats.org/drawingml/2006/main">
              <a:ext uri="{FF2B5EF4-FFF2-40B4-BE49-F238E27FC236}">
                <a16:creationId xmlns:a16="http://schemas.microsoft.com/office/drawing/2014/main" id="{80010AA1-A38E-4ADE-B7EC-129973B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8739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>
            <a:extLst xmlns:a="http://schemas.openxmlformats.org/drawingml/2006/main">
              <a:ext uri="{FF2B5EF4-FFF2-40B4-BE49-F238E27FC236}">
                <a16:creationId xmlns:a16="http://schemas.microsoft.com/office/drawing/2014/main" id="{7D4F137A-3198-438B-AA69-559F148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1657" y="86986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>
            <a:extLst xmlns:a="http://schemas.openxmlformats.org/drawingml/2006/main">
              <a:ext uri="{FF2B5EF4-FFF2-40B4-BE49-F238E27FC236}">
                <a16:creationId xmlns:a16="http://schemas.microsoft.com/office/drawing/2014/main" id="{F2584E5D-FDD8-411B-8853-19658E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84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>
            <a:extLst xmlns:a="http://schemas.openxmlformats.org/drawingml/2006/main">
              <a:ext uri="{FF2B5EF4-FFF2-40B4-BE49-F238E27FC236}">
                <a16:creationId xmlns:a16="http://schemas.microsoft.com/office/drawing/2014/main" id="{D33EE411-CAAB-44A7-BDDF-3175466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466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>
            <a:extLst xmlns:a="http://schemas.openxmlformats.org/drawingml/2006/main">
              <a:ext uri="{FF2B5EF4-FFF2-40B4-BE49-F238E27FC236}">
                <a16:creationId xmlns:a16="http://schemas.microsoft.com/office/drawing/2014/main" id="{2647A7D2-183D-47C6-B01E-CCF8FDFA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50" y="86986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>
            <a:extLst xmlns:a="http://schemas.openxmlformats.org/drawingml/2006/main">
              <a:ext uri="{FF2B5EF4-FFF2-40B4-BE49-F238E27FC236}">
                <a16:creationId xmlns:a16="http://schemas.microsoft.com/office/drawing/2014/main" id="{B79C8960-C59B-49C1-A35A-C92B953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591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>
            <a:extLst xmlns:a="http://schemas.openxmlformats.org/drawingml/2006/main">
              <a:ext uri="{FF2B5EF4-FFF2-40B4-BE49-F238E27FC236}">
                <a16:creationId xmlns:a16="http://schemas.microsoft.com/office/drawing/2014/main" id="{4B9C79B6-565A-48C5-94D2-904CF3D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673" y="8698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>
            <a:extLst xmlns:a="http://schemas.openxmlformats.org/drawingml/2006/main">
              <a:ext uri="{FF2B5EF4-FFF2-40B4-BE49-F238E27FC236}">
                <a16:creationId xmlns:a16="http://schemas.microsoft.com/office/drawing/2014/main" id="{58B02DF8-0809-405C-8633-0F1236F2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1983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>
            <a:extLst xmlns:a="http://schemas.openxmlformats.org/drawingml/2006/main">
              <a:ext uri="{FF2B5EF4-FFF2-40B4-BE49-F238E27FC236}">
                <a16:creationId xmlns:a16="http://schemas.microsoft.com/office/drawing/2014/main" id="{344061B0-BFD2-4FE0-A216-66216B4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9065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>
            <a:extLst xmlns:a="http://schemas.openxmlformats.org/drawingml/2006/main">
              <a:ext uri="{FF2B5EF4-FFF2-40B4-BE49-F238E27FC236}">
                <a16:creationId xmlns:a16="http://schemas.microsoft.com/office/drawing/2014/main" id="{F9E35123-7936-4008-86BF-A2D115B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6147" y="350280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>
            <a:extLst xmlns:a="http://schemas.openxmlformats.org/drawingml/2006/main">
              <a:ext uri="{FF2B5EF4-FFF2-40B4-BE49-F238E27FC236}">
                <a16:creationId xmlns:a16="http://schemas.microsoft.com/office/drawing/2014/main" id="{8351C52A-C65C-4AB2-A5E8-4A43AD7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3188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>
            <a:extLst xmlns:a="http://schemas.openxmlformats.org/drawingml/2006/main">
              <a:ext uri="{FF2B5EF4-FFF2-40B4-BE49-F238E27FC236}">
                <a16:creationId xmlns:a16="http://schemas.microsoft.com/office/drawing/2014/main" id="{5225D4B5-68BF-42BE-91E8-12C7CE06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0270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>
            <a:extLst xmlns:a="http://schemas.openxmlformats.org/drawingml/2006/main">
              <a:ext uri="{FF2B5EF4-FFF2-40B4-BE49-F238E27FC236}">
                <a16:creationId xmlns:a16="http://schemas.microsoft.com/office/drawing/2014/main" id="{C5DA2420-5EC0-4F9D-BD2C-16BA207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7354" y="350280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>
            <a:extLst xmlns:a="http://schemas.openxmlformats.org/drawingml/2006/main">
              <a:ext uri="{FF2B5EF4-FFF2-40B4-BE49-F238E27FC236}">
                <a16:creationId xmlns:a16="http://schemas.microsoft.com/office/drawing/2014/main" id="{4764F4DC-AF40-4BBD-9100-3646E2DC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4395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>
            <a:extLst xmlns:a="http://schemas.openxmlformats.org/drawingml/2006/main">
              <a:ext uri="{FF2B5EF4-FFF2-40B4-BE49-F238E27FC236}">
                <a16:creationId xmlns:a16="http://schemas.microsoft.com/office/drawing/2014/main" id="{ABFBA8C6-B150-492C-AF01-4990A88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1477" y="35028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>
            <a:extLst xmlns:a="http://schemas.openxmlformats.org/drawingml/2006/main">
              <a:ext uri="{FF2B5EF4-FFF2-40B4-BE49-F238E27FC236}">
                <a16:creationId xmlns:a16="http://schemas.microsoft.com/office/drawing/2014/main" id="{3481CD25-7821-4358-B418-41436A4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1983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>
            <a:extLst xmlns:a="http://schemas.openxmlformats.org/drawingml/2006/main">
              <a:ext uri="{FF2B5EF4-FFF2-40B4-BE49-F238E27FC236}">
                <a16:creationId xmlns:a16="http://schemas.microsoft.com/office/drawing/2014/main" id="{16EA4EFE-4B12-4D8B-9B5C-7893ABB0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9065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>
            <a:extLst xmlns:a="http://schemas.openxmlformats.org/drawingml/2006/main">
              <a:ext uri="{FF2B5EF4-FFF2-40B4-BE49-F238E27FC236}">
                <a16:creationId xmlns:a16="http://schemas.microsoft.com/office/drawing/2014/main" id="{654AA288-555E-41F1-930E-F0AB032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6147" y="36881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">
            <a:extLst xmlns:a="http://schemas.openxmlformats.org/drawingml/2006/main">
              <a:ext uri="{FF2B5EF4-FFF2-40B4-BE49-F238E27FC236}">
                <a16:creationId xmlns:a16="http://schemas.microsoft.com/office/drawing/2014/main" id="{E19EA262-0B2B-4DCC-A028-FA2ED23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3188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>
            <a:extLst xmlns:a="http://schemas.openxmlformats.org/drawingml/2006/main">
              <a:ext uri="{FF2B5EF4-FFF2-40B4-BE49-F238E27FC236}">
                <a16:creationId xmlns:a16="http://schemas.microsoft.com/office/drawing/2014/main" id="{F9C7A1A4-470F-4A08-927D-9AA83CC7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0270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>
            <a:extLst xmlns:a="http://schemas.openxmlformats.org/drawingml/2006/main">
              <a:ext uri="{FF2B5EF4-FFF2-40B4-BE49-F238E27FC236}">
                <a16:creationId xmlns:a16="http://schemas.microsoft.com/office/drawing/2014/main" id="{2EE10C99-ED3C-4947-978D-27D84057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7354" y="36881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>
            <a:extLst xmlns:a="http://schemas.openxmlformats.org/drawingml/2006/main">
              <a:ext uri="{FF2B5EF4-FFF2-40B4-BE49-F238E27FC236}">
                <a16:creationId xmlns:a16="http://schemas.microsoft.com/office/drawing/2014/main" id="{2063F7A9-0594-4A2C-9B78-47698DA7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4395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>
            <a:extLst xmlns:a="http://schemas.openxmlformats.org/drawingml/2006/main">
              <a:ext uri="{FF2B5EF4-FFF2-40B4-BE49-F238E27FC236}">
                <a16:creationId xmlns:a16="http://schemas.microsoft.com/office/drawing/2014/main" id="{39906413-7A9B-4406-8A55-758FCA4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1477" y="36881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">
            <a:extLst xmlns:a="http://schemas.openxmlformats.org/drawingml/2006/main">
              <a:ext uri="{FF2B5EF4-FFF2-40B4-BE49-F238E27FC236}">
                <a16:creationId xmlns:a16="http://schemas.microsoft.com/office/drawing/2014/main" id="{2CFEDC6F-AAEF-448A-950C-9E005F8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1983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>
            <a:extLst xmlns:a="http://schemas.openxmlformats.org/drawingml/2006/main">
              <a:ext uri="{FF2B5EF4-FFF2-40B4-BE49-F238E27FC236}">
                <a16:creationId xmlns:a16="http://schemas.microsoft.com/office/drawing/2014/main" id="{CAE445A8-9F41-41D1-98E1-74D921BF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9065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>
            <a:extLst xmlns:a="http://schemas.openxmlformats.org/drawingml/2006/main">
              <a:ext uri="{FF2B5EF4-FFF2-40B4-BE49-F238E27FC236}">
                <a16:creationId xmlns:a16="http://schemas.microsoft.com/office/drawing/2014/main" id="{3CAC8EDD-54BE-474D-87D8-2EAA8F6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6147" y="387488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>
            <a:extLst xmlns:a="http://schemas.openxmlformats.org/drawingml/2006/main">
              <a:ext uri="{FF2B5EF4-FFF2-40B4-BE49-F238E27FC236}">
                <a16:creationId xmlns:a16="http://schemas.microsoft.com/office/drawing/2014/main" id="{B932BEB3-EB86-4F93-9EF5-4B329D23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3188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">
            <a:extLst xmlns:a="http://schemas.openxmlformats.org/drawingml/2006/main">
              <a:ext uri="{FF2B5EF4-FFF2-40B4-BE49-F238E27FC236}">
                <a16:creationId xmlns:a16="http://schemas.microsoft.com/office/drawing/2014/main" id="{AD910DBD-CED2-4619-826D-8A8D59E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0270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>
            <a:extLst xmlns:a="http://schemas.openxmlformats.org/drawingml/2006/main">
              <a:ext uri="{FF2B5EF4-FFF2-40B4-BE49-F238E27FC236}">
                <a16:creationId xmlns:a16="http://schemas.microsoft.com/office/drawing/2014/main" id="{7D6B01D8-4972-45D7-9075-A9DB9A1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7354" y="387488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7">
            <a:extLst xmlns:a="http://schemas.openxmlformats.org/drawingml/2006/main">
              <a:ext uri="{FF2B5EF4-FFF2-40B4-BE49-F238E27FC236}">
                <a16:creationId xmlns:a16="http://schemas.microsoft.com/office/drawing/2014/main" id="{423F73CF-D0C2-463B-84BC-1B114DF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4395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">
            <a:extLst xmlns:a="http://schemas.openxmlformats.org/drawingml/2006/main">
              <a:ext uri="{FF2B5EF4-FFF2-40B4-BE49-F238E27FC236}">
                <a16:creationId xmlns:a16="http://schemas.microsoft.com/office/drawing/2014/main" id="{6D1029A3-92FE-4C59-BAC0-76C0BE7C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1477" y="38748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>
            <a:extLst xmlns:a="http://schemas.openxmlformats.org/drawingml/2006/main">
              <a:ext uri="{FF2B5EF4-FFF2-40B4-BE49-F238E27FC236}">
                <a16:creationId xmlns:a16="http://schemas.microsoft.com/office/drawing/2014/main" id="{D9B6A765-F252-4C26-81A6-989F12DB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71983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">
            <a:extLst xmlns:a="http://schemas.openxmlformats.org/drawingml/2006/main">
              <a:ext uri="{FF2B5EF4-FFF2-40B4-BE49-F238E27FC236}">
                <a16:creationId xmlns:a16="http://schemas.microsoft.com/office/drawing/2014/main" id="{4B276773-3A0A-4883-964E-2B09168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9065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">
            <a:extLst xmlns:a="http://schemas.openxmlformats.org/drawingml/2006/main">
              <a:ext uri="{FF2B5EF4-FFF2-40B4-BE49-F238E27FC236}">
                <a16:creationId xmlns:a16="http://schemas.microsoft.com/office/drawing/2014/main" id="{053F8EBA-160A-40A6-B614-AAD0D111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6147" y="40616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>
            <a:extLst xmlns:a="http://schemas.openxmlformats.org/drawingml/2006/main">
              <a:ext uri="{FF2B5EF4-FFF2-40B4-BE49-F238E27FC236}">
                <a16:creationId xmlns:a16="http://schemas.microsoft.com/office/drawing/2014/main" id="{B18F9E72-FC49-4669-84B7-ACCD214F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3188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">
            <a:extLst xmlns:a="http://schemas.openxmlformats.org/drawingml/2006/main">
              <a:ext uri="{FF2B5EF4-FFF2-40B4-BE49-F238E27FC236}">
                <a16:creationId xmlns:a16="http://schemas.microsoft.com/office/drawing/2014/main" id="{9259893A-D3CB-4663-B3FE-93078B9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0270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">
            <a:extLst xmlns:a="http://schemas.openxmlformats.org/drawingml/2006/main">
              <a:ext uri="{FF2B5EF4-FFF2-40B4-BE49-F238E27FC236}">
                <a16:creationId xmlns:a16="http://schemas.microsoft.com/office/drawing/2014/main" id="{FDFEB85D-2CCD-41ED-B2A1-ACC5DD80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7354" y="40616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">
            <a:extLst xmlns:a="http://schemas.openxmlformats.org/drawingml/2006/main">
              <a:ext uri="{FF2B5EF4-FFF2-40B4-BE49-F238E27FC236}">
                <a16:creationId xmlns:a16="http://schemas.microsoft.com/office/drawing/2014/main" id="{7A765EC9-47F4-417B-8921-DCEB3B12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4395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">
            <a:extLst xmlns:a="http://schemas.openxmlformats.org/drawingml/2006/main">
              <a:ext uri="{FF2B5EF4-FFF2-40B4-BE49-F238E27FC236}">
                <a16:creationId xmlns:a16="http://schemas.microsoft.com/office/drawing/2014/main" id="{554F2635-8FEA-411F-9D22-F7A4BC5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1477" y="40616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6" name="Google Shape;406;p8">
            <a:extLst xmlns:a="http://schemas.openxmlformats.org/drawingml/2006/main">
              <a:ext uri="{FF2B5EF4-FFF2-40B4-BE49-F238E27FC236}">
                <a16:creationId xmlns:a16="http://schemas.microsoft.com/office/drawing/2014/main" id="{2E33246D-152A-4244-A31E-01F7EDD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5659060" y="-41585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">
            <a:extLst xmlns:a="http://schemas.openxmlformats.org/drawingml/2006/main">
              <a:ext uri="{FF2B5EF4-FFF2-40B4-BE49-F238E27FC236}">
                <a16:creationId xmlns:a16="http://schemas.microsoft.com/office/drawing/2014/main" id="{C8848431-FCE2-4115-B286-AA71EAE0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927415" y="4219982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>
            <a:extLst xmlns:a="http://schemas.openxmlformats.org/drawingml/2006/main">
              <a:ext uri="{FF2B5EF4-FFF2-40B4-BE49-F238E27FC236}">
                <a16:creationId xmlns:a16="http://schemas.microsoft.com/office/drawing/2014/main" id="{F9E55EB5-4D1B-4128-85CE-E87C6B1606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325" y="1573195"/>
            <a:ext cx="7717500" cy="199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410" name="Google Shape;410;p8">
            <a:extLst xmlns:a="http://schemas.openxmlformats.org/drawingml/2006/main">
              <a:ext uri="{FF2B5EF4-FFF2-40B4-BE49-F238E27FC236}">
                <a16:creationId xmlns:a16="http://schemas.microsoft.com/office/drawing/2014/main" id="{BBFCFE68-25E3-4828-83B3-666607E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2376" y="2693246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">
            <a:extLst xmlns:a="http://schemas.openxmlformats.org/drawingml/2006/main">
              <a:ext uri="{FF2B5EF4-FFF2-40B4-BE49-F238E27FC236}">
                <a16:creationId xmlns:a16="http://schemas.microsoft.com/office/drawing/2014/main" id="{72EBC004-E9FD-497C-8F0F-D76C7C7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017908" y="4604006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>
            <a:extLst xmlns:a="http://schemas.openxmlformats.org/drawingml/2006/main">
              <a:ext uri="{FF2B5EF4-FFF2-40B4-BE49-F238E27FC236}">
                <a16:creationId xmlns:a16="http://schemas.microsoft.com/office/drawing/2014/main" id="{7CDB8027-74F4-453F-91D4-5CDAB19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88" y="1870336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>
            <a:extLst xmlns:a="http://schemas.openxmlformats.org/drawingml/2006/main">
              <a:ext uri="{FF2B5EF4-FFF2-40B4-BE49-F238E27FC236}">
                <a16:creationId xmlns:a16="http://schemas.microsoft.com/office/drawing/2014/main" id="{4E2D6AD8-EA04-47E4-9D02-9F36BE7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488" y="1801811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8">
            <a:extLst xmlns:a="http://schemas.openxmlformats.org/drawingml/2006/main">
              <a:ext uri="{FF2B5EF4-FFF2-40B4-BE49-F238E27FC236}">
                <a16:creationId xmlns:a16="http://schemas.microsoft.com/office/drawing/2014/main" id="{A85DF0BC-CD3E-40FD-ACB0-9E25FE20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2363" y="1927286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>
            <a:extLst xmlns:a="http://schemas.openxmlformats.org/drawingml/2006/main">
              <a:ext uri="{FF2B5EF4-FFF2-40B4-BE49-F238E27FC236}">
                <a16:creationId xmlns:a16="http://schemas.microsoft.com/office/drawing/2014/main" id="{1FEDD950-D573-4090-AEC5-AD0520B4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452327" y="4673263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>
            <a:extLst xmlns:a="http://schemas.openxmlformats.org/drawingml/2006/main">
              <a:ext uri="{FF2B5EF4-FFF2-40B4-BE49-F238E27FC236}">
                <a16:creationId xmlns:a16="http://schemas.microsoft.com/office/drawing/2014/main" id="{968BBA10-C006-4358-A0B0-A18FDA5A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542529" y="4763466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>
            <a:extLst xmlns:a="http://schemas.openxmlformats.org/drawingml/2006/main">
              <a:ext uri="{FF2B5EF4-FFF2-40B4-BE49-F238E27FC236}">
                <a16:creationId xmlns:a16="http://schemas.microsoft.com/office/drawing/2014/main" id="{89723A16-E6BD-441A-8283-42722C14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97" y="2393756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>
            <a:extLst xmlns:a="http://schemas.openxmlformats.org/drawingml/2006/main">
              <a:ext uri="{FF2B5EF4-FFF2-40B4-BE49-F238E27FC236}">
                <a16:creationId xmlns:a16="http://schemas.microsoft.com/office/drawing/2014/main" id="{52467852-86E3-4470-9954-C1BA79A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97" y="2429590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">
            <a:extLst xmlns:a="http://schemas.openxmlformats.org/drawingml/2006/main">
              <a:ext uri="{FF2B5EF4-FFF2-40B4-BE49-F238E27FC236}">
                <a16:creationId xmlns:a16="http://schemas.microsoft.com/office/drawing/2014/main" id="{D56A9450-FD0C-499A-96D5-C33F260D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4937" y="184423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">
            <a:extLst xmlns:a="http://schemas.openxmlformats.org/drawingml/2006/main">
              <a:ext uri="{FF2B5EF4-FFF2-40B4-BE49-F238E27FC236}">
                <a16:creationId xmlns:a16="http://schemas.microsoft.com/office/drawing/2014/main" id="{77E2B5B9-2EB9-497D-99F8-D53E7F10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0541" y="261042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>
            <a:extLst xmlns:a="http://schemas.openxmlformats.org/drawingml/2006/main">
              <a:ext uri="{FF2B5EF4-FFF2-40B4-BE49-F238E27FC236}">
                <a16:creationId xmlns:a16="http://schemas.microsoft.com/office/drawing/2014/main" id="{56C5EA0A-2307-4A2E-8E8B-85A47376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7238" y="114311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8">
            <a:extLst xmlns:a="http://schemas.openxmlformats.org/drawingml/2006/main">
              <a:ext uri="{FF2B5EF4-FFF2-40B4-BE49-F238E27FC236}">
                <a16:creationId xmlns:a16="http://schemas.microsoft.com/office/drawing/2014/main" id="{BECD3867-20F3-495C-A9FD-8E42022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57035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">
            <a:extLst xmlns:a="http://schemas.openxmlformats.org/drawingml/2006/main">
              <a:ext uri="{FF2B5EF4-FFF2-40B4-BE49-F238E27FC236}">
                <a16:creationId xmlns:a16="http://schemas.microsoft.com/office/drawing/2014/main" id="{EC278D22-E082-4456-A0AC-A76DD334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54117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">
            <a:extLst xmlns:a="http://schemas.openxmlformats.org/drawingml/2006/main">
              <a:ext uri="{FF2B5EF4-FFF2-40B4-BE49-F238E27FC236}">
                <a16:creationId xmlns:a16="http://schemas.microsoft.com/office/drawing/2014/main" id="{112A5717-C3F7-4347-8DE9-6D77021A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1199" y="528779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>
            <a:extLst xmlns:a="http://schemas.openxmlformats.org/drawingml/2006/main">
              <a:ext uri="{FF2B5EF4-FFF2-40B4-BE49-F238E27FC236}">
                <a16:creationId xmlns:a16="http://schemas.microsoft.com/office/drawing/2014/main" id="{35243A5A-7043-4DE7-B98C-2AA64EB9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48240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">
            <a:extLst xmlns:a="http://schemas.openxmlformats.org/drawingml/2006/main">
              <a:ext uri="{FF2B5EF4-FFF2-40B4-BE49-F238E27FC236}">
                <a16:creationId xmlns:a16="http://schemas.microsoft.com/office/drawing/2014/main" id="{B0D520A3-D1C2-4B12-9EB9-C87F4791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45322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>
            <a:extLst xmlns:a="http://schemas.openxmlformats.org/drawingml/2006/main">
              <a:ext uri="{FF2B5EF4-FFF2-40B4-BE49-F238E27FC236}">
                <a16:creationId xmlns:a16="http://schemas.microsoft.com/office/drawing/2014/main" id="{521E561A-07DB-4905-90FE-CF49772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2406" y="528779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8">
            <a:extLst xmlns:a="http://schemas.openxmlformats.org/drawingml/2006/main">
              <a:ext uri="{FF2B5EF4-FFF2-40B4-BE49-F238E27FC236}">
                <a16:creationId xmlns:a16="http://schemas.microsoft.com/office/drawing/2014/main" id="{FC21585B-C2D7-4CB2-8350-85CCBEF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39447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8">
            <a:extLst xmlns:a="http://schemas.openxmlformats.org/drawingml/2006/main">
              <a:ext uri="{FF2B5EF4-FFF2-40B4-BE49-F238E27FC236}">
                <a16:creationId xmlns:a16="http://schemas.microsoft.com/office/drawing/2014/main" id="{D84B4FB0-D67D-4B6E-8F75-08A1A5C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36529" y="52877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">
            <a:extLst xmlns:a="http://schemas.openxmlformats.org/drawingml/2006/main">
              <a:ext uri="{FF2B5EF4-FFF2-40B4-BE49-F238E27FC236}">
                <a16:creationId xmlns:a16="http://schemas.microsoft.com/office/drawing/2014/main" id="{A29336C7-159B-40BA-9A4D-4282835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57035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">
            <a:extLst xmlns:a="http://schemas.openxmlformats.org/drawingml/2006/main">
              <a:ext uri="{FF2B5EF4-FFF2-40B4-BE49-F238E27FC236}">
                <a16:creationId xmlns:a16="http://schemas.microsoft.com/office/drawing/2014/main" id="{3563445D-6BF0-4F93-A9BD-4977F51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54117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8">
            <a:extLst xmlns:a="http://schemas.openxmlformats.org/drawingml/2006/main">
              <a:ext uri="{FF2B5EF4-FFF2-40B4-BE49-F238E27FC236}">
                <a16:creationId xmlns:a16="http://schemas.microsoft.com/office/drawing/2014/main" id="{BD3EB0A2-15AB-414B-B1F9-B1DADEA8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1199" y="7140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8">
            <a:extLst xmlns:a="http://schemas.openxmlformats.org/drawingml/2006/main">
              <a:ext uri="{FF2B5EF4-FFF2-40B4-BE49-F238E27FC236}">
                <a16:creationId xmlns:a16="http://schemas.microsoft.com/office/drawing/2014/main" id="{5F558C06-80A9-4A73-9E2A-F3B1D2C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48240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">
            <a:extLst xmlns:a="http://schemas.openxmlformats.org/drawingml/2006/main">
              <a:ext uri="{FF2B5EF4-FFF2-40B4-BE49-F238E27FC236}">
                <a16:creationId xmlns:a16="http://schemas.microsoft.com/office/drawing/2014/main" id="{0EEC9CA4-8141-4E7D-B105-1C4B857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45322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">
            <a:extLst xmlns:a="http://schemas.openxmlformats.org/drawingml/2006/main">
              <a:ext uri="{FF2B5EF4-FFF2-40B4-BE49-F238E27FC236}">
                <a16:creationId xmlns:a16="http://schemas.microsoft.com/office/drawing/2014/main" id="{0FB86B38-6937-40CC-B11C-C00CF25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2406" y="7140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">
            <a:extLst xmlns:a="http://schemas.openxmlformats.org/drawingml/2006/main">
              <a:ext uri="{FF2B5EF4-FFF2-40B4-BE49-F238E27FC236}">
                <a16:creationId xmlns:a16="http://schemas.microsoft.com/office/drawing/2014/main" id="{515C9D3E-129B-44D5-9D93-1D3122A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39447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8">
            <a:extLst xmlns:a="http://schemas.openxmlformats.org/drawingml/2006/main">
              <a:ext uri="{FF2B5EF4-FFF2-40B4-BE49-F238E27FC236}">
                <a16:creationId xmlns:a16="http://schemas.microsoft.com/office/drawing/2014/main" id="{71845F87-60D6-4BB3-A511-BB543B0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36529" y="7140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>
            <a:extLst xmlns:a="http://schemas.openxmlformats.org/drawingml/2006/main">
              <a:ext uri="{FF2B5EF4-FFF2-40B4-BE49-F238E27FC236}">
                <a16:creationId xmlns:a16="http://schemas.microsoft.com/office/drawing/2014/main" id="{26E8EE54-19E6-465F-87CF-9D2E24F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57035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8">
            <a:extLst xmlns:a="http://schemas.openxmlformats.org/drawingml/2006/main">
              <a:ext uri="{FF2B5EF4-FFF2-40B4-BE49-F238E27FC236}">
                <a16:creationId xmlns:a16="http://schemas.microsoft.com/office/drawing/2014/main" id="{0189B8C1-7B37-4A39-AA93-B18EA61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54117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">
            <a:extLst xmlns:a="http://schemas.openxmlformats.org/drawingml/2006/main">
              <a:ext uri="{FF2B5EF4-FFF2-40B4-BE49-F238E27FC236}">
                <a16:creationId xmlns:a16="http://schemas.microsoft.com/office/drawing/2014/main" id="{95C0299C-2556-4DA2-B5A5-61A77A00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1199" y="90085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">
            <a:extLst xmlns:a="http://schemas.openxmlformats.org/drawingml/2006/main">
              <a:ext uri="{FF2B5EF4-FFF2-40B4-BE49-F238E27FC236}">
                <a16:creationId xmlns:a16="http://schemas.microsoft.com/office/drawing/2014/main" id="{B41F44E1-70C8-4745-A487-46D4734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48240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">
            <a:extLst xmlns:a="http://schemas.openxmlformats.org/drawingml/2006/main">
              <a:ext uri="{FF2B5EF4-FFF2-40B4-BE49-F238E27FC236}">
                <a16:creationId xmlns:a16="http://schemas.microsoft.com/office/drawing/2014/main" id="{62F93521-D3A8-46C5-B9CE-6B4F60A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45322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">
            <a:extLst xmlns:a="http://schemas.openxmlformats.org/drawingml/2006/main">
              <a:ext uri="{FF2B5EF4-FFF2-40B4-BE49-F238E27FC236}">
                <a16:creationId xmlns:a16="http://schemas.microsoft.com/office/drawing/2014/main" id="{AE56A98E-5B7E-41DB-BF02-A955DA7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2406" y="90085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">
            <a:extLst xmlns:a="http://schemas.openxmlformats.org/drawingml/2006/main">
              <a:ext uri="{FF2B5EF4-FFF2-40B4-BE49-F238E27FC236}">
                <a16:creationId xmlns:a16="http://schemas.microsoft.com/office/drawing/2014/main" id="{09EAFA28-401B-4310-9DA0-A382606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39447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>
            <a:extLst xmlns:a="http://schemas.openxmlformats.org/drawingml/2006/main">
              <a:ext uri="{FF2B5EF4-FFF2-40B4-BE49-F238E27FC236}">
                <a16:creationId xmlns:a16="http://schemas.microsoft.com/office/drawing/2014/main" id="{FAFD640B-4B90-4A64-97AA-1B5DBF7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36529" y="9008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">
            <a:extLst xmlns:a="http://schemas.openxmlformats.org/drawingml/2006/main">
              <a:ext uri="{FF2B5EF4-FFF2-40B4-BE49-F238E27FC236}">
                <a16:creationId xmlns:a16="http://schemas.microsoft.com/office/drawing/2014/main" id="{7F05481B-C25C-4E8F-B815-96228911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57035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">
            <a:extLst xmlns:a="http://schemas.openxmlformats.org/drawingml/2006/main">
              <a:ext uri="{FF2B5EF4-FFF2-40B4-BE49-F238E27FC236}">
                <a16:creationId xmlns:a16="http://schemas.microsoft.com/office/drawing/2014/main" id="{0F360E49-06A1-4DB8-87D9-36227DA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54117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8">
            <a:extLst xmlns:a="http://schemas.openxmlformats.org/drawingml/2006/main">
              <a:ext uri="{FF2B5EF4-FFF2-40B4-BE49-F238E27FC236}">
                <a16:creationId xmlns:a16="http://schemas.microsoft.com/office/drawing/2014/main" id="{05B4E6B9-2E70-4A10-BC2C-8C3E75D1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1199" y="108759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>
            <a:extLst xmlns:a="http://schemas.openxmlformats.org/drawingml/2006/main">
              <a:ext uri="{FF2B5EF4-FFF2-40B4-BE49-F238E27FC236}">
                <a16:creationId xmlns:a16="http://schemas.microsoft.com/office/drawing/2014/main" id="{ED9201E1-2A2C-4C5E-B952-B71239A3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48240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">
            <a:extLst xmlns:a="http://schemas.openxmlformats.org/drawingml/2006/main">
              <a:ext uri="{FF2B5EF4-FFF2-40B4-BE49-F238E27FC236}">
                <a16:creationId xmlns:a16="http://schemas.microsoft.com/office/drawing/2014/main" id="{A42F844F-34B8-49FB-BABD-B8A69E1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45322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">
            <a:extLst xmlns:a="http://schemas.openxmlformats.org/drawingml/2006/main">
              <a:ext uri="{FF2B5EF4-FFF2-40B4-BE49-F238E27FC236}">
                <a16:creationId xmlns:a16="http://schemas.microsoft.com/office/drawing/2014/main" id="{6613B159-40C7-4C58-B6D5-7A5492F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2406" y="108759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">
            <a:extLst xmlns:a="http://schemas.openxmlformats.org/drawingml/2006/main">
              <a:ext uri="{FF2B5EF4-FFF2-40B4-BE49-F238E27FC236}">
                <a16:creationId xmlns:a16="http://schemas.microsoft.com/office/drawing/2014/main" id="{4F3A821B-A350-4D98-AE15-E00CEF63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39447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">
            <a:extLst xmlns:a="http://schemas.openxmlformats.org/drawingml/2006/main">
              <a:ext uri="{FF2B5EF4-FFF2-40B4-BE49-F238E27FC236}">
                <a16:creationId xmlns:a16="http://schemas.microsoft.com/office/drawing/2014/main" id="{AA80AA34-F1DC-47B9-949B-338E755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36529" y="10875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>
            <a:extLst xmlns:a="http://schemas.openxmlformats.org/drawingml/2006/main">
              <a:ext uri="{FF2B5EF4-FFF2-40B4-BE49-F238E27FC236}">
                <a16:creationId xmlns:a16="http://schemas.microsoft.com/office/drawing/2014/main" id="{4157CF3F-EA58-493B-9127-CAA47F4C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68135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">
            <a:extLst xmlns:a="http://schemas.openxmlformats.org/drawingml/2006/main">
              <a:ext uri="{FF2B5EF4-FFF2-40B4-BE49-F238E27FC236}">
                <a16:creationId xmlns:a16="http://schemas.microsoft.com/office/drawing/2014/main" id="{8E96E2A0-C41C-463D-8AC1-8B6F7D0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65217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8">
            <a:extLst xmlns:a="http://schemas.openxmlformats.org/drawingml/2006/main">
              <a:ext uri="{FF2B5EF4-FFF2-40B4-BE49-F238E27FC236}">
                <a16:creationId xmlns:a16="http://schemas.microsoft.com/office/drawing/2014/main" id="{ECEFE394-B113-4157-9272-4647F92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62299" y="376384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>
            <a:extLst xmlns:a="http://schemas.openxmlformats.org/drawingml/2006/main">
              <a:ext uri="{FF2B5EF4-FFF2-40B4-BE49-F238E27FC236}">
                <a16:creationId xmlns:a16="http://schemas.microsoft.com/office/drawing/2014/main" id="{523EB99C-E450-48C2-ABD2-E5D39508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59340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>
            <a:extLst xmlns:a="http://schemas.openxmlformats.org/drawingml/2006/main">
              <a:ext uri="{FF2B5EF4-FFF2-40B4-BE49-F238E27FC236}">
                <a16:creationId xmlns:a16="http://schemas.microsoft.com/office/drawing/2014/main" id="{134C3DEF-D2BF-4524-B0CB-8A5B3D52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56422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>
            <a:extLst xmlns:a="http://schemas.openxmlformats.org/drawingml/2006/main">
              <a:ext uri="{FF2B5EF4-FFF2-40B4-BE49-F238E27FC236}">
                <a16:creationId xmlns:a16="http://schemas.microsoft.com/office/drawing/2014/main" id="{4F2A5153-58D6-41AF-BD57-D4A5E5C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53506" y="376384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">
            <a:extLst xmlns:a="http://schemas.openxmlformats.org/drawingml/2006/main">
              <a:ext uri="{FF2B5EF4-FFF2-40B4-BE49-F238E27FC236}">
                <a16:creationId xmlns:a16="http://schemas.microsoft.com/office/drawing/2014/main" id="{1A0E2E20-DF48-4A02-B6E7-A8E1DB73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50547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">
            <a:extLst xmlns:a="http://schemas.openxmlformats.org/drawingml/2006/main">
              <a:ext uri="{FF2B5EF4-FFF2-40B4-BE49-F238E27FC236}">
                <a16:creationId xmlns:a16="http://schemas.microsoft.com/office/drawing/2014/main" id="{CDBC88D5-E0F2-4DCB-A38D-7238FD4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47629" y="376384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">
            <a:extLst xmlns:a="http://schemas.openxmlformats.org/drawingml/2006/main">
              <a:ext uri="{FF2B5EF4-FFF2-40B4-BE49-F238E27FC236}">
                <a16:creationId xmlns:a16="http://schemas.microsoft.com/office/drawing/2014/main" id="{7E778B07-9353-4098-AAD6-24ADCBA5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68135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>
            <a:extLst xmlns:a="http://schemas.openxmlformats.org/drawingml/2006/main">
              <a:ext uri="{FF2B5EF4-FFF2-40B4-BE49-F238E27FC236}">
                <a16:creationId xmlns:a16="http://schemas.microsoft.com/office/drawing/2014/main" id="{5E20A856-7FF5-4FBE-8DB8-B267BEC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65217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8">
            <a:extLst xmlns:a="http://schemas.openxmlformats.org/drawingml/2006/main">
              <a:ext uri="{FF2B5EF4-FFF2-40B4-BE49-F238E27FC236}">
                <a16:creationId xmlns:a16="http://schemas.microsoft.com/office/drawing/2014/main" id="{BA564A95-B775-4EEC-8B2E-E10B117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62299" y="394913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>
            <a:extLst xmlns:a="http://schemas.openxmlformats.org/drawingml/2006/main">
              <a:ext uri="{FF2B5EF4-FFF2-40B4-BE49-F238E27FC236}">
                <a16:creationId xmlns:a16="http://schemas.microsoft.com/office/drawing/2014/main" id="{01C51AB9-815D-469B-8010-3D17576B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59340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8">
            <a:extLst xmlns:a="http://schemas.openxmlformats.org/drawingml/2006/main">
              <a:ext uri="{FF2B5EF4-FFF2-40B4-BE49-F238E27FC236}">
                <a16:creationId xmlns:a16="http://schemas.microsoft.com/office/drawing/2014/main" id="{27FB61F4-2A7E-47EF-83EF-6BAB8C87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56422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">
            <a:extLst xmlns:a="http://schemas.openxmlformats.org/drawingml/2006/main">
              <a:ext uri="{FF2B5EF4-FFF2-40B4-BE49-F238E27FC236}">
                <a16:creationId xmlns:a16="http://schemas.microsoft.com/office/drawing/2014/main" id="{9DAB42DE-8DEB-4407-8F22-6DAC46B0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53506" y="394913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">
            <a:extLst xmlns:a="http://schemas.openxmlformats.org/drawingml/2006/main">
              <a:ext uri="{FF2B5EF4-FFF2-40B4-BE49-F238E27FC236}">
                <a16:creationId xmlns:a16="http://schemas.microsoft.com/office/drawing/2014/main" id="{D2385F5E-D3D2-4490-B7E4-0EAC4DF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50547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">
            <a:extLst xmlns:a="http://schemas.openxmlformats.org/drawingml/2006/main">
              <a:ext uri="{FF2B5EF4-FFF2-40B4-BE49-F238E27FC236}">
                <a16:creationId xmlns:a16="http://schemas.microsoft.com/office/drawing/2014/main" id="{B2C386AB-1757-4F43-B0DE-7E8108B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47629" y="394913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">
            <a:extLst xmlns:a="http://schemas.openxmlformats.org/drawingml/2006/main">
              <a:ext uri="{FF2B5EF4-FFF2-40B4-BE49-F238E27FC236}">
                <a16:creationId xmlns:a16="http://schemas.microsoft.com/office/drawing/2014/main" id="{3AE653C9-674C-4BB9-B9DF-72C25D5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68135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8">
            <a:extLst xmlns:a="http://schemas.openxmlformats.org/drawingml/2006/main">
              <a:ext uri="{FF2B5EF4-FFF2-40B4-BE49-F238E27FC236}">
                <a16:creationId xmlns:a16="http://schemas.microsoft.com/office/drawing/2014/main" id="{BE2229C0-FE0B-4369-A470-719BE78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65217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8">
            <a:extLst xmlns:a="http://schemas.openxmlformats.org/drawingml/2006/main">
              <a:ext uri="{FF2B5EF4-FFF2-40B4-BE49-F238E27FC236}">
                <a16:creationId xmlns:a16="http://schemas.microsoft.com/office/drawing/2014/main" id="{B0A42F90-CEF0-417E-98AD-B45FD715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62299" y="413591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8">
            <a:extLst xmlns:a="http://schemas.openxmlformats.org/drawingml/2006/main">
              <a:ext uri="{FF2B5EF4-FFF2-40B4-BE49-F238E27FC236}">
                <a16:creationId xmlns:a16="http://schemas.microsoft.com/office/drawing/2014/main" id="{E2CE95CA-FAC6-49A5-B010-4DBAED8C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59340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>
            <a:extLst xmlns:a="http://schemas.openxmlformats.org/drawingml/2006/main">
              <a:ext uri="{FF2B5EF4-FFF2-40B4-BE49-F238E27FC236}">
                <a16:creationId xmlns:a16="http://schemas.microsoft.com/office/drawing/2014/main" id="{9B758E6C-9335-41CC-88AF-C3AF1C7B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56422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">
            <a:extLst xmlns:a="http://schemas.openxmlformats.org/drawingml/2006/main">
              <a:ext uri="{FF2B5EF4-FFF2-40B4-BE49-F238E27FC236}">
                <a16:creationId xmlns:a16="http://schemas.microsoft.com/office/drawing/2014/main" id="{CB5E6082-5165-4BAE-8D8A-04145BE7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53506" y="413591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>
            <a:extLst xmlns:a="http://schemas.openxmlformats.org/drawingml/2006/main">
              <a:ext uri="{FF2B5EF4-FFF2-40B4-BE49-F238E27FC236}">
                <a16:creationId xmlns:a16="http://schemas.microsoft.com/office/drawing/2014/main" id="{BEA54AF4-64EC-43BF-A7D9-616A5B54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50547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>
            <a:extLst xmlns:a="http://schemas.openxmlformats.org/drawingml/2006/main">
              <a:ext uri="{FF2B5EF4-FFF2-40B4-BE49-F238E27FC236}">
                <a16:creationId xmlns:a16="http://schemas.microsoft.com/office/drawing/2014/main" id="{CEE5E8B9-0F3A-44F5-9C14-52113F9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47629" y="413591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>
            <a:extLst xmlns:a="http://schemas.openxmlformats.org/drawingml/2006/main">
              <a:ext uri="{FF2B5EF4-FFF2-40B4-BE49-F238E27FC236}">
                <a16:creationId xmlns:a16="http://schemas.microsoft.com/office/drawing/2014/main" id="{242AD6B1-4C74-477B-AF67-5831E72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68135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>
            <a:extLst xmlns:a="http://schemas.openxmlformats.org/drawingml/2006/main">
              <a:ext uri="{FF2B5EF4-FFF2-40B4-BE49-F238E27FC236}">
                <a16:creationId xmlns:a16="http://schemas.microsoft.com/office/drawing/2014/main" id="{990527C8-068B-4209-9AF6-4A97BCE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65217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">
            <a:extLst xmlns:a="http://schemas.openxmlformats.org/drawingml/2006/main">
              <a:ext uri="{FF2B5EF4-FFF2-40B4-BE49-F238E27FC236}">
                <a16:creationId xmlns:a16="http://schemas.microsoft.com/office/drawing/2014/main" id="{EC824CB6-85E0-475E-B095-6BF59CB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62299" y="432266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8">
            <a:extLst xmlns:a="http://schemas.openxmlformats.org/drawingml/2006/main">
              <a:ext uri="{FF2B5EF4-FFF2-40B4-BE49-F238E27FC236}">
                <a16:creationId xmlns:a16="http://schemas.microsoft.com/office/drawing/2014/main" id="{D7FE4412-BA1A-46CC-A441-4586BDF6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59340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>
            <a:extLst xmlns:a="http://schemas.openxmlformats.org/drawingml/2006/main">
              <a:ext uri="{FF2B5EF4-FFF2-40B4-BE49-F238E27FC236}">
                <a16:creationId xmlns:a16="http://schemas.microsoft.com/office/drawing/2014/main" id="{9297E374-C5BD-4376-A9C2-5E49BC1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56422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">
            <a:extLst xmlns:a="http://schemas.openxmlformats.org/drawingml/2006/main">
              <a:ext uri="{FF2B5EF4-FFF2-40B4-BE49-F238E27FC236}">
                <a16:creationId xmlns:a16="http://schemas.microsoft.com/office/drawing/2014/main" id="{409B7183-5E76-4B18-B73D-71CC170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53506" y="432266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">
            <a:extLst xmlns:a="http://schemas.openxmlformats.org/drawingml/2006/main">
              <a:ext uri="{FF2B5EF4-FFF2-40B4-BE49-F238E27FC236}">
                <a16:creationId xmlns:a16="http://schemas.microsoft.com/office/drawing/2014/main" id="{7B8A1A6E-A97B-44A7-A31B-20827D1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50547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">
            <a:extLst xmlns:a="http://schemas.openxmlformats.org/drawingml/2006/main">
              <a:ext uri="{FF2B5EF4-FFF2-40B4-BE49-F238E27FC236}">
                <a16:creationId xmlns:a16="http://schemas.microsoft.com/office/drawing/2014/main" id="{02BA38B7-1A62-49FE-8957-2C259BF1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47629" y="432266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Google Shape;494;p9">
            <a:extLst xmlns:a="http://schemas.openxmlformats.org/drawingml/2006/main">
              <a:ext uri="{FF2B5EF4-FFF2-40B4-BE49-F238E27FC236}">
                <a16:creationId xmlns:a16="http://schemas.microsoft.com/office/drawing/2014/main" id="{D937E9DA-B12D-4625-B016-A5B1CC5DE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655488"/>
            <a:ext cx="4872900" cy="116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495" name="Google Shape;495;p9">
            <a:extLst xmlns:a="http://schemas.openxmlformats.org/drawingml/2006/main">
              <a:ext uri="{FF2B5EF4-FFF2-40B4-BE49-F238E27FC236}">
                <a16:creationId xmlns:a16="http://schemas.microsoft.com/office/drawing/2014/main" id="{9B587172-9774-4CEB-ADE2-B4B133C617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2816913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7" name="Google Shape;497;p9">
            <a:extLst xmlns:a="http://schemas.openxmlformats.org/drawingml/2006/main">
              <a:ext uri="{FF2B5EF4-FFF2-40B4-BE49-F238E27FC236}">
                <a16:creationId xmlns:a16="http://schemas.microsoft.com/office/drawing/2014/main" id="{B6BA779A-8FBE-4773-876D-7FB8CB5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08430" y="49139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">
            <a:extLst xmlns:a="http://schemas.openxmlformats.org/drawingml/2006/main">
              <a:ext uri="{FF2B5EF4-FFF2-40B4-BE49-F238E27FC236}">
                <a16:creationId xmlns:a16="http://schemas.microsoft.com/office/drawing/2014/main" id="{DCC7AF07-A985-47A1-BF92-48C4534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6365045" y="-64927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>
            <a:extLst xmlns:a="http://schemas.openxmlformats.org/drawingml/2006/main">
              <a:ext uri="{FF2B5EF4-FFF2-40B4-BE49-F238E27FC236}">
                <a16:creationId xmlns:a16="http://schemas.microsoft.com/office/drawing/2014/main" id="{8E1BEC01-9B52-41BA-A524-C8FC5BB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65890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9">
            <a:extLst xmlns:a="http://schemas.openxmlformats.org/drawingml/2006/main">
              <a:ext uri="{FF2B5EF4-FFF2-40B4-BE49-F238E27FC236}">
                <a16:creationId xmlns:a16="http://schemas.microsoft.com/office/drawing/2014/main" id="{BBB1E702-33C1-4C78-BA7E-283917FF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2972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">
            <a:extLst xmlns:a="http://schemas.openxmlformats.org/drawingml/2006/main">
              <a:ext uri="{FF2B5EF4-FFF2-40B4-BE49-F238E27FC236}">
                <a16:creationId xmlns:a16="http://schemas.microsoft.com/office/drawing/2014/main" id="{18F9BF93-C847-406C-9EAE-351A7B6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0054" y="14145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">
            <a:extLst xmlns:a="http://schemas.openxmlformats.org/drawingml/2006/main">
              <a:ext uri="{FF2B5EF4-FFF2-40B4-BE49-F238E27FC236}">
                <a16:creationId xmlns:a16="http://schemas.microsoft.com/office/drawing/2014/main" id="{88ECDA7F-76A1-405E-8A28-D4D7ECD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7095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">
            <a:extLst xmlns:a="http://schemas.openxmlformats.org/drawingml/2006/main">
              <a:ext uri="{FF2B5EF4-FFF2-40B4-BE49-F238E27FC236}">
                <a16:creationId xmlns:a16="http://schemas.microsoft.com/office/drawing/2014/main" id="{CD284337-0BE7-4CDC-BE29-48D8535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54177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9">
            <a:extLst xmlns:a="http://schemas.openxmlformats.org/drawingml/2006/main">
              <a:ext uri="{FF2B5EF4-FFF2-40B4-BE49-F238E27FC236}">
                <a16:creationId xmlns:a16="http://schemas.microsoft.com/office/drawing/2014/main" id="{DF9FE492-3056-4C8C-AC38-86A67B9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1261" y="14145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">
            <a:extLst xmlns:a="http://schemas.openxmlformats.org/drawingml/2006/main">
              <a:ext uri="{FF2B5EF4-FFF2-40B4-BE49-F238E27FC236}">
                <a16:creationId xmlns:a16="http://schemas.microsoft.com/office/drawing/2014/main" id="{0C8A5A30-B318-4A0A-BF04-34B6166F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8302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9">
            <a:extLst xmlns:a="http://schemas.openxmlformats.org/drawingml/2006/main">
              <a:ext uri="{FF2B5EF4-FFF2-40B4-BE49-F238E27FC236}">
                <a16:creationId xmlns:a16="http://schemas.microsoft.com/office/drawing/2014/main" id="{21D46A65-4FA6-49BC-888B-F3C1E9F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45384" y="14145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">
            <a:extLst xmlns:a="http://schemas.openxmlformats.org/drawingml/2006/main">
              <a:ext uri="{FF2B5EF4-FFF2-40B4-BE49-F238E27FC236}">
                <a16:creationId xmlns:a16="http://schemas.microsoft.com/office/drawing/2014/main" id="{27FA14ED-48F5-4F03-9ACE-B194E86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65890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9">
            <a:extLst xmlns:a="http://schemas.openxmlformats.org/drawingml/2006/main">
              <a:ext uri="{FF2B5EF4-FFF2-40B4-BE49-F238E27FC236}">
                <a16:creationId xmlns:a16="http://schemas.microsoft.com/office/drawing/2014/main" id="{F38F10A0-F764-4054-9193-F4FD400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2972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9">
            <a:extLst xmlns:a="http://schemas.openxmlformats.org/drawingml/2006/main">
              <a:ext uri="{FF2B5EF4-FFF2-40B4-BE49-F238E27FC236}">
                <a16:creationId xmlns:a16="http://schemas.microsoft.com/office/drawing/2014/main" id="{D925E45F-E8C1-4AE2-860D-AEC3D620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0054" y="32675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9">
            <a:extLst xmlns:a="http://schemas.openxmlformats.org/drawingml/2006/main">
              <a:ext uri="{FF2B5EF4-FFF2-40B4-BE49-F238E27FC236}">
                <a16:creationId xmlns:a16="http://schemas.microsoft.com/office/drawing/2014/main" id="{34505B1F-8BD0-49CB-95B9-47261E2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7095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9">
            <a:extLst xmlns:a="http://schemas.openxmlformats.org/drawingml/2006/main">
              <a:ext uri="{FF2B5EF4-FFF2-40B4-BE49-F238E27FC236}">
                <a16:creationId xmlns:a16="http://schemas.microsoft.com/office/drawing/2014/main" id="{C02A571F-FDD5-4195-97C1-F179B68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54177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">
            <a:extLst xmlns:a="http://schemas.openxmlformats.org/drawingml/2006/main">
              <a:ext uri="{FF2B5EF4-FFF2-40B4-BE49-F238E27FC236}">
                <a16:creationId xmlns:a16="http://schemas.microsoft.com/office/drawing/2014/main" id="{5F94F7F7-8A99-4F1A-A17D-886E2D49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1261" y="32675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9">
            <a:extLst xmlns:a="http://schemas.openxmlformats.org/drawingml/2006/main">
              <a:ext uri="{FF2B5EF4-FFF2-40B4-BE49-F238E27FC236}">
                <a16:creationId xmlns:a16="http://schemas.microsoft.com/office/drawing/2014/main" id="{6B908B39-AADE-4A6C-9896-E340CE2E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8302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9">
            <a:extLst xmlns:a="http://schemas.openxmlformats.org/drawingml/2006/main">
              <a:ext uri="{FF2B5EF4-FFF2-40B4-BE49-F238E27FC236}">
                <a16:creationId xmlns:a16="http://schemas.microsoft.com/office/drawing/2014/main" id="{6B08E105-F16F-4C01-A1F0-534B145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45384" y="32675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9">
            <a:extLst xmlns:a="http://schemas.openxmlformats.org/drawingml/2006/main">
              <a:ext uri="{FF2B5EF4-FFF2-40B4-BE49-F238E27FC236}">
                <a16:creationId xmlns:a16="http://schemas.microsoft.com/office/drawing/2014/main" id="{1810D497-BA32-48F9-9963-F02FA2B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65890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9">
            <a:extLst xmlns:a="http://schemas.openxmlformats.org/drawingml/2006/main">
              <a:ext uri="{FF2B5EF4-FFF2-40B4-BE49-F238E27FC236}">
                <a16:creationId xmlns:a16="http://schemas.microsoft.com/office/drawing/2014/main" id="{D5CC64D0-4A58-4494-A6C0-6541303D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2972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9">
            <a:extLst xmlns:a="http://schemas.openxmlformats.org/drawingml/2006/main">
              <a:ext uri="{FF2B5EF4-FFF2-40B4-BE49-F238E27FC236}">
                <a16:creationId xmlns:a16="http://schemas.microsoft.com/office/drawing/2014/main" id="{9177D9E1-F816-4A09-AE51-003E5B7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0054" y="51353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9">
            <a:extLst xmlns:a="http://schemas.openxmlformats.org/drawingml/2006/main">
              <a:ext uri="{FF2B5EF4-FFF2-40B4-BE49-F238E27FC236}">
                <a16:creationId xmlns:a16="http://schemas.microsoft.com/office/drawing/2014/main" id="{845E7E0F-088A-424B-BFA6-8E11B401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7095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">
            <a:extLst xmlns:a="http://schemas.openxmlformats.org/drawingml/2006/main">
              <a:ext uri="{FF2B5EF4-FFF2-40B4-BE49-F238E27FC236}">
                <a16:creationId xmlns:a16="http://schemas.microsoft.com/office/drawing/2014/main" id="{859D22C4-C857-4112-85AD-26F5EBA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54177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9">
            <a:extLst xmlns:a="http://schemas.openxmlformats.org/drawingml/2006/main">
              <a:ext uri="{FF2B5EF4-FFF2-40B4-BE49-F238E27FC236}">
                <a16:creationId xmlns:a16="http://schemas.microsoft.com/office/drawing/2014/main" id="{24C48BDF-892D-456C-ACC4-78A01A1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1261" y="51353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9">
            <a:extLst xmlns:a="http://schemas.openxmlformats.org/drawingml/2006/main">
              <a:ext uri="{FF2B5EF4-FFF2-40B4-BE49-F238E27FC236}">
                <a16:creationId xmlns:a16="http://schemas.microsoft.com/office/drawing/2014/main" id="{188AD9D9-8F68-465F-90F6-CD56BB2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8302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">
            <a:extLst xmlns:a="http://schemas.openxmlformats.org/drawingml/2006/main">
              <a:ext uri="{FF2B5EF4-FFF2-40B4-BE49-F238E27FC236}">
                <a16:creationId xmlns:a16="http://schemas.microsoft.com/office/drawing/2014/main" id="{083FEDA9-061C-44A8-9052-AF4428E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45384" y="51353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9">
            <a:extLst xmlns:a="http://schemas.openxmlformats.org/drawingml/2006/main">
              <a:ext uri="{FF2B5EF4-FFF2-40B4-BE49-F238E27FC236}">
                <a16:creationId xmlns:a16="http://schemas.microsoft.com/office/drawing/2014/main" id="{9C3EFBB9-AEFD-42F1-9A02-24F8BAD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865890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">
            <a:extLst xmlns:a="http://schemas.openxmlformats.org/drawingml/2006/main">
              <a:ext uri="{FF2B5EF4-FFF2-40B4-BE49-F238E27FC236}">
                <a16:creationId xmlns:a16="http://schemas.microsoft.com/office/drawing/2014/main" id="{9CB849A4-AF1C-4CA7-8796-812A3D3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62972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9">
            <a:extLst xmlns:a="http://schemas.openxmlformats.org/drawingml/2006/main">
              <a:ext uri="{FF2B5EF4-FFF2-40B4-BE49-F238E27FC236}">
                <a16:creationId xmlns:a16="http://schemas.microsoft.com/office/drawing/2014/main" id="{D7D7F100-D481-4DCF-A768-3F1E940E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60054" y="7002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9">
            <a:extLst xmlns:a="http://schemas.openxmlformats.org/drawingml/2006/main">
              <a:ext uri="{FF2B5EF4-FFF2-40B4-BE49-F238E27FC236}">
                <a16:creationId xmlns:a16="http://schemas.microsoft.com/office/drawing/2014/main" id="{D989226D-179A-43F8-8B25-90C28D3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57095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9">
            <a:extLst xmlns:a="http://schemas.openxmlformats.org/drawingml/2006/main">
              <a:ext uri="{FF2B5EF4-FFF2-40B4-BE49-F238E27FC236}">
                <a16:creationId xmlns:a16="http://schemas.microsoft.com/office/drawing/2014/main" id="{DEF0CAC9-6B39-49A6-8A69-413D3AFC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54177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9">
            <a:extLst xmlns:a="http://schemas.openxmlformats.org/drawingml/2006/main">
              <a:ext uri="{FF2B5EF4-FFF2-40B4-BE49-F238E27FC236}">
                <a16:creationId xmlns:a16="http://schemas.microsoft.com/office/drawing/2014/main" id="{D95C1749-956B-494B-B2FF-EEBD5F23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51261" y="70027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9">
            <a:extLst xmlns:a="http://schemas.openxmlformats.org/drawingml/2006/main">
              <a:ext uri="{FF2B5EF4-FFF2-40B4-BE49-F238E27FC236}">
                <a16:creationId xmlns:a16="http://schemas.microsoft.com/office/drawing/2014/main" id="{A55C6AB8-1660-46C5-B4BB-F8E46DBF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48302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">
            <a:extLst xmlns:a="http://schemas.openxmlformats.org/drawingml/2006/main">
              <a:ext uri="{FF2B5EF4-FFF2-40B4-BE49-F238E27FC236}">
                <a16:creationId xmlns:a16="http://schemas.microsoft.com/office/drawing/2014/main" id="{18F76744-CEB1-497A-B575-7581E89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45384" y="70027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9">
            <a:extLst xmlns:a="http://schemas.openxmlformats.org/drawingml/2006/main">
              <a:ext uri="{FF2B5EF4-FFF2-40B4-BE49-F238E27FC236}">
                <a16:creationId xmlns:a16="http://schemas.microsoft.com/office/drawing/2014/main" id="{6802BECD-2C46-47CB-86E1-3E1CB2F9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14615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>
            <a:extLst xmlns:a="http://schemas.openxmlformats.org/drawingml/2006/main">
              <a:ext uri="{FF2B5EF4-FFF2-40B4-BE49-F238E27FC236}">
                <a16:creationId xmlns:a16="http://schemas.microsoft.com/office/drawing/2014/main" id="{809BF760-757A-4618-95D0-27D42B1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11697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>
            <a:extLst xmlns:a="http://schemas.openxmlformats.org/drawingml/2006/main">
              <a:ext uri="{FF2B5EF4-FFF2-40B4-BE49-F238E27FC236}">
                <a16:creationId xmlns:a16="http://schemas.microsoft.com/office/drawing/2014/main" id="{575F2AC6-C60D-4736-96B1-D6DC394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08779" y="461342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">
            <a:extLst xmlns:a="http://schemas.openxmlformats.org/drawingml/2006/main">
              <a:ext uri="{FF2B5EF4-FFF2-40B4-BE49-F238E27FC236}">
                <a16:creationId xmlns:a16="http://schemas.microsoft.com/office/drawing/2014/main" id="{E27B132C-9A91-4BB7-B6B8-5156A8EE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05820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">
            <a:extLst xmlns:a="http://schemas.openxmlformats.org/drawingml/2006/main">
              <a:ext uri="{FF2B5EF4-FFF2-40B4-BE49-F238E27FC236}">
                <a16:creationId xmlns:a16="http://schemas.microsoft.com/office/drawing/2014/main" id="{50A77B03-8193-4169-A5D5-6024AAB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02902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">
            <a:extLst xmlns:a="http://schemas.openxmlformats.org/drawingml/2006/main">
              <a:ext uri="{FF2B5EF4-FFF2-40B4-BE49-F238E27FC236}">
                <a16:creationId xmlns:a16="http://schemas.microsoft.com/office/drawing/2014/main" id="{9A3A6F1B-8D4A-4476-BF1E-3AF2CCC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699986" y="461342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9">
            <a:extLst xmlns:a="http://schemas.openxmlformats.org/drawingml/2006/main">
              <a:ext uri="{FF2B5EF4-FFF2-40B4-BE49-F238E27FC236}">
                <a16:creationId xmlns:a16="http://schemas.microsoft.com/office/drawing/2014/main" id="{C16EB54C-14D7-4FEC-ABE2-2DFA9039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897027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">
            <a:extLst xmlns:a="http://schemas.openxmlformats.org/drawingml/2006/main">
              <a:ext uri="{FF2B5EF4-FFF2-40B4-BE49-F238E27FC236}">
                <a16:creationId xmlns:a16="http://schemas.microsoft.com/office/drawing/2014/main" id="{EE8C3E5B-3B34-4C3A-97B8-428334C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094109" y="461342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">
            <a:extLst xmlns:a="http://schemas.openxmlformats.org/drawingml/2006/main">
              <a:ext uri="{FF2B5EF4-FFF2-40B4-BE49-F238E27FC236}">
                <a16:creationId xmlns:a16="http://schemas.microsoft.com/office/drawing/2014/main" id="{D6B374B0-351C-4805-95DF-0C62F064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14615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9">
            <a:extLst xmlns:a="http://schemas.openxmlformats.org/drawingml/2006/main">
              <a:ext uri="{FF2B5EF4-FFF2-40B4-BE49-F238E27FC236}">
                <a16:creationId xmlns:a16="http://schemas.microsoft.com/office/drawing/2014/main" id="{684ECAAD-2AC8-46C3-82F8-02459965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11697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9">
            <a:extLst xmlns:a="http://schemas.openxmlformats.org/drawingml/2006/main">
              <a:ext uri="{FF2B5EF4-FFF2-40B4-BE49-F238E27FC236}">
                <a16:creationId xmlns:a16="http://schemas.microsoft.com/office/drawing/2014/main" id="{01889BEC-A850-4DF0-BD35-89BDFCA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08779" y="479871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">
            <a:extLst xmlns:a="http://schemas.openxmlformats.org/drawingml/2006/main">
              <a:ext uri="{FF2B5EF4-FFF2-40B4-BE49-F238E27FC236}">
                <a16:creationId xmlns:a16="http://schemas.microsoft.com/office/drawing/2014/main" id="{B95F20A3-D496-43D5-80C1-DE432E8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05820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9">
            <a:extLst xmlns:a="http://schemas.openxmlformats.org/drawingml/2006/main">
              <a:ext uri="{FF2B5EF4-FFF2-40B4-BE49-F238E27FC236}">
                <a16:creationId xmlns:a16="http://schemas.microsoft.com/office/drawing/2014/main" id="{154DF11A-4179-4538-B517-5FD1B42F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02902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">
            <a:extLst xmlns:a="http://schemas.openxmlformats.org/drawingml/2006/main">
              <a:ext uri="{FF2B5EF4-FFF2-40B4-BE49-F238E27FC236}">
                <a16:creationId xmlns:a16="http://schemas.microsoft.com/office/drawing/2014/main" id="{FD0FF230-6098-4659-AD2D-B47999E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699986" y="479871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9">
            <a:extLst xmlns:a="http://schemas.openxmlformats.org/drawingml/2006/main">
              <a:ext uri="{FF2B5EF4-FFF2-40B4-BE49-F238E27FC236}">
                <a16:creationId xmlns:a16="http://schemas.microsoft.com/office/drawing/2014/main" id="{5E3E0F23-BDBA-4D88-B583-DA2FDBD5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897027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">
            <a:extLst xmlns:a="http://schemas.openxmlformats.org/drawingml/2006/main">
              <a:ext uri="{FF2B5EF4-FFF2-40B4-BE49-F238E27FC236}">
                <a16:creationId xmlns:a16="http://schemas.microsoft.com/office/drawing/2014/main" id="{AEE383D6-6F30-4A1F-A75F-1368DA95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094109" y="479871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9">
            <a:extLst xmlns:a="http://schemas.openxmlformats.org/drawingml/2006/main">
              <a:ext uri="{FF2B5EF4-FFF2-40B4-BE49-F238E27FC236}">
                <a16:creationId xmlns:a16="http://schemas.microsoft.com/office/drawing/2014/main" id="{3DBE24FD-079C-4BD7-B745-8647706C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14615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">
            <a:extLst xmlns:a="http://schemas.openxmlformats.org/drawingml/2006/main">
              <a:ext uri="{FF2B5EF4-FFF2-40B4-BE49-F238E27FC236}">
                <a16:creationId xmlns:a16="http://schemas.microsoft.com/office/drawing/2014/main" id="{D81F67BA-169F-4D64-9969-08835A2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11697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">
            <a:extLst xmlns:a="http://schemas.openxmlformats.org/drawingml/2006/main">
              <a:ext uri="{FF2B5EF4-FFF2-40B4-BE49-F238E27FC236}">
                <a16:creationId xmlns:a16="http://schemas.microsoft.com/office/drawing/2014/main" id="{DF2CC25F-1512-4421-AA13-CDD32B7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08779" y="49855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9">
            <a:extLst xmlns:a="http://schemas.openxmlformats.org/drawingml/2006/main">
              <a:ext uri="{FF2B5EF4-FFF2-40B4-BE49-F238E27FC236}">
                <a16:creationId xmlns:a16="http://schemas.microsoft.com/office/drawing/2014/main" id="{5A1CE5FB-13BB-4E16-A2CD-1F12E93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05820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9">
            <a:extLst xmlns:a="http://schemas.openxmlformats.org/drawingml/2006/main">
              <a:ext uri="{FF2B5EF4-FFF2-40B4-BE49-F238E27FC236}">
                <a16:creationId xmlns:a16="http://schemas.microsoft.com/office/drawing/2014/main" id="{71833388-53F3-4E1F-96F5-B991F717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02902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9">
            <a:extLst xmlns:a="http://schemas.openxmlformats.org/drawingml/2006/main">
              <a:ext uri="{FF2B5EF4-FFF2-40B4-BE49-F238E27FC236}">
                <a16:creationId xmlns:a16="http://schemas.microsoft.com/office/drawing/2014/main" id="{5C79755A-9A9F-4055-A012-41B0A63B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699986" y="498550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9">
            <a:extLst xmlns:a="http://schemas.openxmlformats.org/drawingml/2006/main">
              <a:ext uri="{FF2B5EF4-FFF2-40B4-BE49-F238E27FC236}">
                <a16:creationId xmlns:a16="http://schemas.microsoft.com/office/drawing/2014/main" id="{45A94CEE-4054-4B7B-95A4-836B093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897027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">
            <a:extLst xmlns:a="http://schemas.openxmlformats.org/drawingml/2006/main">
              <a:ext uri="{FF2B5EF4-FFF2-40B4-BE49-F238E27FC236}">
                <a16:creationId xmlns:a16="http://schemas.microsoft.com/office/drawing/2014/main" id="{328E67B1-A1DB-43AD-86AE-5C9EAD19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094109" y="498550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">
            <a:extLst xmlns:a="http://schemas.openxmlformats.org/drawingml/2006/main">
              <a:ext uri="{FF2B5EF4-FFF2-40B4-BE49-F238E27FC236}">
                <a16:creationId xmlns:a16="http://schemas.microsoft.com/office/drawing/2014/main" id="{8CED8FC5-AA24-42CE-8A5D-9F5A868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714615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9">
            <a:extLst xmlns:a="http://schemas.openxmlformats.org/drawingml/2006/main">
              <a:ext uri="{FF2B5EF4-FFF2-40B4-BE49-F238E27FC236}">
                <a16:creationId xmlns:a16="http://schemas.microsoft.com/office/drawing/2014/main" id="{96F783D6-B7DC-498A-8AD8-4CF2A80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11697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9">
            <a:extLst xmlns:a="http://schemas.openxmlformats.org/drawingml/2006/main">
              <a:ext uri="{FF2B5EF4-FFF2-40B4-BE49-F238E27FC236}">
                <a16:creationId xmlns:a16="http://schemas.microsoft.com/office/drawing/2014/main" id="{2DB560D0-2166-4538-A240-5F82465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08779" y="51722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9">
            <a:extLst xmlns:a="http://schemas.openxmlformats.org/drawingml/2006/main">
              <a:ext uri="{FF2B5EF4-FFF2-40B4-BE49-F238E27FC236}">
                <a16:creationId xmlns:a16="http://schemas.microsoft.com/office/drawing/2014/main" id="{28360633-DA68-43C6-9105-D520DB75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05820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9">
            <a:extLst xmlns:a="http://schemas.openxmlformats.org/drawingml/2006/main">
              <a:ext uri="{FF2B5EF4-FFF2-40B4-BE49-F238E27FC236}">
                <a16:creationId xmlns:a16="http://schemas.microsoft.com/office/drawing/2014/main" id="{1F832476-57A2-47F5-A998-FA89B577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02902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9">
            <a:extLst xmlns:a="http://schemas.openxmlformats.org/drawingml/2006/main">
              <a:ext uri="{FF2B5EF4-FFF2-40B4-BE49-F238E27FC236}">
                <a16:creationId xmlns:a16="http://schemas.microsoft.com/office/drawing/2014/main" id="{D81A17C5-6E2D-49C1-BEDD-BAE6ADC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699986" y="517224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9">
            <a:extLst xmlns:a="http://schemas.openxmlformats.org/drawingml/2006/main">
              <a:ext uri="{FF2B5EF4-FFF2-40B4-BE49-F238E27FC236}">
                <a16:creationId xmlns:a16="http://schemas.microsoft.com/office/drawing/2014/main" id="{9CDA46CA-9D06-4856-849B-1F7EC16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897027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9">
            <a:extLst xmlns:a="http://schemas.openxmlformats.org/drawingml/2006/main">
              <a:ext uri="{FF2B5EF4-FFF2-40B4-BE49-F238E27FC236}">
                <a16:creationId xmlns:a16="http://schemas.microsoft.com/office/drawing/2014/main" id="{7D0554C5-F0BB-4D1A-8747-0929593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094109" y="517224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">
            <a:extLst xmlns:a="http://schemas.openxmlformats.org/drawingml/2006/main">
              <a:ext uri="{FF2B5EF4-FFF2-40B4-BE49-F238E27FC236}">
                <a16:creationId xmlns:a16="http://schemas.microsoft.com/office/drawing/2014/main" id="{C2B080E3-ED23-42FE-968D-FF77B393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4187" y="128536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9">
            <a:extLst xmlns:a="http://schemas.openxmlformats.org/drawingml/2006/main">
              <a:ext uri="{FF2B5EF4-FFF2-40B4-BE49-F238E27FC236}">
                <a16:creationId xmlns:a16="http://schemas.microsoft.com/office/drawing/2014/main" id="{D8A154AA-CD95-4AF4-80D7-3BDAC5A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36128" y="4740083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">
            <a:extLst xmlns:a="http://schemas.openxmlformats.org/drawingml/2006/main">
              <a:ext uri="{FF2B5EF4-FFF2-40B4-BE49-F238E27FC236}">
                <a16:creationId xmlns:a16="http://schemas.microsoft.com/office/drawing/2014/main" id="{DCE87A45-5852-4677-96E3-F839A10F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430779" y="3786013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9">
            <a:extLst xmlns:a="http://schemas.openxmlformats.org/drawingml/2006/main">
              <a:ext uri="{FF2B5EF4-FFF2-40B4-BE49-F238E27FC236}">
                <a16:creationId xmlns:a16="http://schemas.microsoft.com/office/drawing/2014/main" id="{2AF37780-8C67-49F6-82D1-6FC9E88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7841" y="3091425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">
            <a:extLst xmlns:a="http://schemas.openxmlformats.org/drawingml/2006/main">
              <a:ext uri="{FF2B5EF4-FFF2-40B4-BE49-F238E27FC236}">
                <a16:creationId xmlns:a16="http://schemas.microsoft.com/office/drawing/2014/main" id="{7279185E-7907-44D3-8287-7DA20D7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97966" y="3216900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9">
            <a:extLst xmlns:a="http://schemas.openxmlformats.org/drawingml/2006/main">
              <a:ext uri="{FF2B5EF4-FFF2-40B4-BE49-F238E27FC236}">
                <a16:creationId xmlns:a16="http://schemas.microsoft.com/office/drawing/2014/main" id="{9F2D44E2-C778-43C4-82BC-083BE5F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9417" y="18354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">
            <a:extLst xmlns:a="http://schemas.openxmlformats.org/drawingml/2006/main">
              <a:ext uri="{FF2B5EF4-FFF2-40B4-BE49-F238E27FC236}">
                <a16:creationId xmlns:a16="http://schemas.microsoft.com/office/drawing/2014/main" id="{E18B7B46-F788-4B02-910B-9C749B2F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620" y="27374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9">
            <a:extLst xmlns:a="http://schemas.openxmlformats.org/drawingml/2006/main">
              <a:ext uri="{FF2B5EF4-FFF2-40B4-BE49-F238E27FC236}">
                <a16:creationId xmlns:a16="http://schemas.microsoft.com/office/drawing/2014/main" id="{A6C4394E-9AA9-4DFD-8383-31E33D4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4132" y="411045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">
            <a:extLst xmlns:a="http://schemas.openxmlformats.org/drawingml/2006/main">
              <a:ext uri="{FF2B5EF4-FFF2-40B4-BE49-F238E27FC236}">
                <a16:creationId xmlns:a16="http://schemas.microsoft.com/office/drawing/2014/main" id="{FA918981-8200-460E-BEC9-67F75BC6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4132" y="446879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">
            <a:extLst xmlns:a="http://schemas.openxmlformats.org/drawingml/2006/main">
              <a:ext uri="{FF2B5EF4-FFF2-40B4-BE49-F238E27FC236}">
                <a16:creationId xmlns:a16="http://schemas.microsoft.com/office/drawing/2014/main" id="{1032DFCB-FED9-4E85-BB18-049A79E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767011" y="4664425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9">
            <a:extLst xmlns:a="http://schemas.openxmlformats.org/drawingml/2006/main">
              <a:ext uri="{FF2B5EF4-FFF2-40B4-BE49-F238E27FC236}">
                <a16:creationId xmlns:a16="http://schemas.microsoft.com/office/drawing/2014/main" id="{CA16F73B-6C79-4543-AE3D-0A051C68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661407" y="4741044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9">
            <a:extLst xmlns:a="http://schemas.openxmlformats.org/drawingml/2006/main">
              <a:ext uri="{FF2B5EF4-FFF2-40B4-BE49-F238E27FC236}">
                <a16:creationId xmlns:a16="http://schemas.microsoft.com/office/drawing/2014/main" id="{55141FDE-44C8-441A-910C-6E7AFD6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65754" y="466442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4" name="Google Shape;584;p10">
            <a:extLst xmlns:a="http://schemas.openxmlformats.org/drawingml/2006/main">
              <a:ext uri="{FF2B5EF4-FFF2-40B4-BE49-F238E27FC236}">
                <a16:creationId xmlns:a16="http://schemas.microsoft.com/office/drawing/2014/main" id="{DB23CAC7-735D-4400-94D8-47369FC6948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25" y="-13725"/>
            <a:ext cx="9144000" cy="51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85" name="Google Shape;585;p10">
            <a:extLst xmlns:a="http://schemas.openxmlformats.org/drawingml/2006/main">
              <a:ext uri="{FF2B5EF4-FFF2-40B4-BE49-F238E27FC236}">
                <a16:creationId xmlns:a16="http://schemas.microsoft.com/office/drawing/2014/main" id="{25285A28-D0B9-4D3D-AB2A-D6EB9983D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6800" y="3928675"/>
            <a:ext cx="6290400" cy="67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 b="0">
                <a:latin typeface="Montserrat SemiBold"/>
                <a:ea typeface="Montserrat SemiBold"/>
                <a:cs typeface="Montserrat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8" name="Google Shape;588;p11">
            <a:extLst xmlns:a="http://schemas.openxmlformats.org/drawingml/2006/main">
              <a:ext uri="{FF2B5EF4-FFF2-40B4-BE49-F238E27FC236}">
                <a16:creationId xmlns:a16="http://schemas.microsoft.com/office/drawing/2014/main" id="{847272FE-DADB-423A-8885-400D3D6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9060" y="481395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1">
            <a:extLst xmlns:a="http://schemas.openxmlformats.org/drawingml/2006/main">
              <a:ext uri="{FF2B5EF4-FFF2-40B4-BE49-F238E27FC236}">
                <a16:creationId xmlns:a16="http://schemas.microsoft.com/office/drawing/2014/main" id="{F909BE5A-DC0E-4456-B058-7E62477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777990" y="3436538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1">
            <a:extLst xmlns:a="http://schemas.openxmlformats.org/drawingml/2006/main">
              <a:ext uri="{FF2B5EF4-FFF2-40B4-BE49-F238E27FC236}">
                <a16:creationId xmlns:a16="http://schemas.microsoft.com/office/drawing/2014/main" id="{234C5EC2-223F-46F6-B107-491CF0E83E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84000" y="1669532"/>
            <a:ext cx="6576000" cy="110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91" name="Google Shape;591;p11">
            <a:extLst xmlns:a="http://schemas.openxmlformats.org/drawingml/2006/main">
              <a:ext uri="{FF2B5EF4-FFF2-40B4-BE49-F238E27FC236}">
                <a16:creationId xmlns:a16="http://schemas.microsoft.com/office/drawing/2014/main" id="{C4C3CAB6-3615-48E3-A067-98ED31BA71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4000" y="2776768"/>
            <a:ext cx="6576000" cy="69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93" name="Google Shape;593;p11">
            <a:extLst xmlns:a="http://schemas.openxmlformats.org/drawingml/2006/main">
              <a:ext uri="{FF2B5EF4-FFF2-40B4-BE49-F238E27FC236}">
                <a16:creationId xmlns:a16="http://schemas.microsoft.com/office/drawing/2014/main" id="{3B9FAC82-1174-4ADC-A687-1B55E3D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5713" y="3106173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1">
            <a:extLst xmlns:a="http://schemas.openxmlformats.org/drawingml/2006/main">
              <a:ext uri="{FF2B5EF4-FFF2-40B4-BE49-F238E27FC236}">
                <a16:creationId xmlns:a16="http://schemas.microsoft.com/office/drawing/2014/main" id="{CCE7602E-08A3-405E-963B-C1F2C78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125583" y="4753521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1">
            <a:extLst xmlns:a="http://schemas.openxmlformats.org/drawingml/2006/main">
              <a:ext uri="{FF2B5EF4-FFF2-40B4-BE49-F238E27FC236}">
                <a16:creationId xmlns:a16="http://schemas.microsoft.com/office/drawing/2014/main" id="{BC598838-E57E-450D-BA58-EA3D1B8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8313" y="46040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1">
            <a:extLst xmlns:a="http://schemas.openxmlformats.org/drawingml/2006/main">
              <a:ext uri="{FF2B5EF4-FFF2-40B4-BE49-F238E27FC236}">
                <a16:creationId xmlns:a16="http://schemas.microsoft.com/office/drawing/2014/main" id="{E7EA8890-D063-4E0F-BB17-E9BF351F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88" y="139530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1">
            <a:extLst xmlns:a="http://schemas.openxmlformats.org/drawingml/2006/main">
              <a:ext uri="{FF2B5EF4-FFF2-40B4-BE49-F238E27FC236}">
                <a16:creationId xmlns:a16="http://schemas.microsoft.com/office/drawing/2014/main" id="{8DB81E99-7891-4702-AA54-75307A19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63" y="1520775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1">
            <a:extLst xmlns:a="http://schemas.openxmlformats.org/drawingml/2006/main">
              <a:ext uri="{FF2B5EF4-FFF2-40B4-BE49-F238E27FC236}">
                <a16:creationId xmlns:a16="http://schemas.microsoft.com/office/drawing/2014/main" id="{25BB82AC-5155-4E46-AC48-46100E2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05985" y="2250302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">
            <a:extLst xmlns:a="http://schemas.openxmlformats.org/drawingml/2006/main">
              <a:ext uri="{FF2B5EF4-FFF2-40B4-BE49-F238E27FC236}">
                <a16:creationId xmlns:a16="http://schemas.microsoft.com/office/drawing/2014/main" id="{D14CD105-2D93-4E37-B113-4BC425F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715783" y="2340505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1">
            <a:extLst xmlns:a="http://schemas.openxmlformats.org/drawingml/2006/main">
              <a:ext uri="{FF2B5EF4-FFF2-40B4-BE49-F238E27FC236}">
                <a16:creationId xmlns:a16="http://schemas.microsoft.com/office/drawing/2014/main" id="{1E85DA2D-1E9F-4EDF-ADE7-E2E4CAD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6947" y="3629933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>
            <a:extLst xmlns:a="http://schemas.openxmlformats.org/drawingml/2006/main">
              <a:ext uri="{FF2B5EF4-FFF2-40B4-BE49-F238E27FC236}">
                <a16:creationId xmlns:a16="http://schemas.microsoft.com/office/drawing/2014/main" id="{35A3FD51-5464-4902-96DE-856BA23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6947" y="3665767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>
            <a:extLst xmlns:a="http://schemas.openxmlformats.org/drawingml/2006/main">
              <a:ext uri="{FF2B5EF4-FFF2-40B4-BE49-F238E27FC236}">
                <a16:creationId xmlns:a16="http://schemas.microsoft.com/office/drawing/2014/main" id="{8E3EEB2A-A9DA-4881-A7F6-1DB2B2E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9" y="1395288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>
            <a:extLst xmlns:a="http://schemas.openxmlformats.org/drawingml/2006/main">
              <a:ext uri="{FF2B5EF4-FFF2-40B4-BE49-F238E27FC236}">
                <a16:creationId xmlns:a16="http://schemas.microsoft.com/office/drawing/2014/main" id="{9F523A59-F135-4E74-AC56-D68FEF4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303" y="1471907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>
            <a:extLst xmlns:a="http://schemas.openxmlformats.org/drawingml/2006/main">
              <a:ext uri="{FF2B5EF4-FFF2-40B4-BE49-F238E27FC236}">
                <a16:creationId xmlns:a16="http://schemas.microsoft.com/office/drawing/2014/main" id="{B0B500DC-B103-45E2-A70B-26395CA8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700" y="2122313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">
            <a:extLst xmlns:a="http://schemas.openxmlformats.org/drawingml/2006/main">
              <a:ext uri="{FF2B5EF4-FFF2-40B4-BE49-F238E27FC236}">
                <a16:creationId xmlns:a16="http://schemas.microsoft.com/office/drawing/2014/main" id="{71420A04-6EF2-4A08-ABB1-922C2FB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>
            <a:extLst xmlns:a="http://schemas.openxmlformats.org/drawingml/2006/main">
              <a:ext uri="{FF2B5EF4-FFF2-40B4-BE49-F238E27FC236}">
                <a16:creationId xmlns:a16="http://schemas.microsoft.com/office/drawing/2014/main" id="{F614306A-F80E-4B2A-9250-CDE9449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1">
            <a:extLst xmlns:a="http://schemas.openxmlformats.org/drawingml/2006/main">
              <a:ext uri="{FF2B5EF4-FFF2-40B4-BE49-F238E27FC236}">
                <a16:creationId xmlns:a16="http://schemas.microsoft.com/office/drawing/2014/main" id="{BFAFC14F-F0D8-4563-8A71-7D41DC8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478519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>
            <a:extLst xmlns:a="http://schemas.openxmlformats.org/drawingml/2006/main">
              <a:ext uri="{FF2B5EF4-FFF2-40B4-BE49-F238E27FC236}">
                <a16:creationId xmlns:a16="http://schemas.microsoft.com/office/drawing/2014/main" id="{500CA7FA-6413-421E-9363-867977D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1">
            <a:extLst xmlns:a="http://schemas.openxmlformats.org/drawingml/2006/main">
              <a:ext uri="{FF2B5EF4-FFF2-40B4-BE49-F238E27FC236}">
                <a16:creationId xmlns:a16="http://schemas.microsoft.com/office/drawing/2014/main" id="{15408123-B893-41B7-B2BE-C30C30A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>
            <a:extLst xmlns:a="http://schemas.openxmlformats.org/drawingml/2006/main">
              <a:ext uri="{FF2B5EF4-FFF2-40B4-BE49-F238E27FC236}">
                <a16:creationId xmlns:a16="http://schemas.microsoft.com/office/drawing/2014/main" id="{E0E2492D-1BDB-4E0B-877A-FADB9B1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478519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>
            <a:extLst xmlns:a="http://schemas.openxmlformats.org/drawingml/2006/main">
              <a:ext uri="{FF2B5EF4-FFF2-40B4-BE49-F238E27FC236}">
                <a16:creationId xmlns:a16="http://schemas.microsoft.com/office/drawing/2014/main" id="{E87E08EF-E57E-4D02-8657-9C1E3BF5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>
            <a:extLst xmlns:a="http://schemas.openxmlformats.org/drawingml/2006/main">
              <a:ext uri="{FF2B5EF4-FFF2-40B4-BE49-F238E27FC236}">
                <a16:creationId xmlns:a16="http://schemas.microsoft.com/office/drawing/2014/main" id="{16D61060-8D72-4C53-B8F3-0FFCCAA6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47851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1">
            <a:extLst xmlns:a="http://schemas.openxmlformats.org/drawingml/2006/main">
              <a:ext uri="{FF2B5EF4-FFF2-40B4-BE49-F238E27FC236}">
                <a16:creationId xmlns:a16="http://schemas.microsoft.com/office/drawing/2014/main" id="{B4CE247C-F0A4-4509-AF9C-6CE6D15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">
            <a:extLst xmlns:a="http://schemas.openxmlformats.org/drawingml/2006/main">
              <a:ext uri="{FF2B5EF4-FFF2-40B4-BE49-F238E27FC236}">
                <a16:creationId xmlns:a16="http://schemas.microsoft.com/office/drawing/2014/main" id="{80400CC0-CF2C-4655-A71C-93F7E3B4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">
            <a:extLst xmlns:a="http://schemas.openxmlformats.org/drawingml/2006/main">
              <a:ext uri="{FF2B5EF4-FFF2-40B4-BE49-F238E27FC236}">
                <a16:creationId xmlns:a16="http://schemas.microsoft.com/office/drawing/2014/main" id="{F98B149C-FCB8-4B89-8095-7122C6B1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497048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">
            <a:extLst xmlns:a="http://schemas.openxmlformats.org/drawingml/2006/main">
              <a:ext uri="{FF2B5EF4-FFF2-40B4-BE49-F238E27FC236}">
                <a16:creationId xmlns:a16="http://schemas.microsoft.com/office/drawing/2014/main" id="{1388F7BD-49A2-4C4F-9289-D9AB88B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1">
            <a:extLst xmlns:a="http://schemas.openxmlformats.org/drawingml/2006/main">
              <a:ext uri="{FF2B5EF4-FFF2-40B4-BE49-F238E27FC236}">
                <a16:creationId xmlns:a16="http://schemas.microsoft.com/office/drawing/2014/main" id="{41C36126-3E37-4E0E-A40F-B8CEB2E8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1">
            <a:extLst xmlns:a="http://schemas.openxmlformats.org/drawingml/2006/main">
              <a:ext uri="{FF2B5EF4-FFF2-40B4-BE49-F238E27FC236}">
                <a16:creationId xmlns:a16="http://schemas.microsoft.com/office/drawing/2014/main" id="{92E8E0CB-7C0B-49A4-AAFA-E0F76102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497048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1">
            <a:extLst xmlns:a="http://schemas.openxmlformats.org/drawingml/2006/main">
              <a:ext uri="{FF2B5EF4-FFF2-40B4-BE49-F238E27FC236}">
                <a16:creationId xmlns:a16="http://schemas.microsoft.com/office/drawing/2014/main" id="{17C05AC2-3DB5-4A81-9B00-981FBD57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">
            <a:extLst xmlns:a="http://schemas.openxmlformats.org/drawingml/2006/main">
              <a:ext uri="{FF2B5EF4-FFF2-40B4-BE49-F238E27FC236}">
                <a16:creationId xmlns:a16="http://schemas.microsoft.com/office/drawing/2014/main" id="{B7E7F496-BFF3-4E90-AC60-4F7676E1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49704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1">
            <a:extLst xmlns:a="http://schemas.openxmlformats.org/drawingml/2006/main">
              <a:ext uri="{FF2B5EF4-FFF2-40B4-BE49-F238E27FC236}">
                <a16:creationId xmlns:a16="http://schemas.microsoft.com/office/drawing/2014/main" id="{C8039762-8C64-46C5-9C7D-094DE14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1">
            <a:extLst xmlns:a="http://schemas.openxmlformats.org/drawingml/2006/main">
              <a:ext uri="{FF2B5EF4-FFF2-40B4-BE49-F238E27FC236}">
                <a16:creationId xmlns:a16="http://schemas.microsoft.com/office/drawing/2014/main" id="{39896895-3FA3-4823-900B-F38FAEB3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1">
            <a:extLst xmlns:a="http://schemas.openxmlformats.org/drawingml/2006/main">
              <a:ext uri="{FF2B5EF4-FFF2-40B4-BE49-F238E27FC236}">
                <a16:creationId xmlns:a16="http://schemas.microsoft.com/office/drawing/2014/main" id="{33BB6A86-559D-45A0-98AA-6510E5D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15726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1">
            <a:extLst xmlns:a="http://schemas.openxmlformats.org/drawingml/2006/main">
              <a:ext uri="{FF2B5EF4-FFF2-40B4-BE49-F238E27FC236}">
                <a16:creationId xmlns:a16="http://schemas.microsoft.com/office/drawing/2014/main" id="{37F0A1BB-F2EF-4FD2-B3B0-55F3CF9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1">
            <a:extLst xmlns:a="http://schemas.openxmlformats.org/drawingml/2006/main">
              <a:ext uri="{FF2B5EF4-FFF2-40B4-BE49-F238E27FC236}">
                <a16:creationId xmlns:a16="http://schemas.microsoft.com/office/drawing/2014/main" id="{163C10C4-7BDF-4483-B126-BEDC88E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1">
            <a:extLst xmlns:a="http://schemas.openxmlformats.org/drawingml/2006/main">
              <a:ext uri="{FF2B5EF4-FFF2-40B4-BE49-F238E27FC236}">
                <a16:creationId xmlns:a16="http://schemas.microsoft.com/office/drawing/2014/main" id="{603574FE-A59B-4166-A2CE-2EF0E15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15726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1">
            <a:extLst xmlns:a="http://schemas.openxmlformats.org/drawingml/2006/main">
              <a:ext uri="{FF2B5EF4-FFF2-40B4-BE49-F238E27FC236}">
                <a16:creationId xmlns:a16="http://schemas.microsoft.com/office/drawing/2014/main" id="{1783442D-C934-4F7E-8A45-B01610F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1">
            <a:extLst xmlns:a="http://schemas.openxmlformats.org/drawingml/2006/main">
              <a:ext uri="{FF2B5EF4-FFF2-40B4-BE49-F238E27FC236}">
                <a16:creationId xmlns:a16="http://schemas.microsoft.com/office/drawing/2014/main" id="{24A4110F-FE3F-448C-81FD-9398317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1572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">
            <a:extLst xmlns:a="http://schemas.openxmlformats.org/drawingml/2006/main">
              <a:ext uri="{FF2B5EF4-FFF2-40B4-BE49-F238E27FC236}">
                <a16:creationId xmlns:a16="http://schemas.microsoft.com/office/drawing/2014/main" id="{C7F8C4B4-3F18-455C-A147-E134A6D5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3897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1">
            <a:extLst xmlns:a="http://schemas.openxmlformats.org/drawingml/2006/main">
              <a:ext uri="{FF2B5EF4-FFF2-40B4-BE49-F238E27FC236}">
                <a16:creationId xmlns:a16="http://schemas.microsoft.com/office/drawing/2014/main" id="{144291C5-DCEE-4732-ACE9-0D692D0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0979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1">
            <a:extLst xmlns:a="http://schemas.openxmlformats.org/drawingml/2006/main">
              <a:ext uri="{FF2B5EF4-FFF2-40B4-BE49-F238E27FC236}">
                <a16:creationId xmlns:a16="http://schemas.microsoft.com/office/drawing/2014/main" id="{00980C43-8664-42CC-B1E9-DDF5DC22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061" y="534401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1">
            <a:extLst xmlns:a="http://schemas.openxmlformats.org/drawingml/2006/main">
              <a:ext uri="{FF2B5EF4-FFF2-40B4-BE49-F238E27FC236}">
                <a16:creationId xmlns:a16="http://schemas.microsoft.com/office/drawing/2014/main" id="{01ACB566-375B-40F2-A203-EC1AB42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5102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1">
            <a:extLst xmlns:a="http://schemas.openxmlformats.org/drawingml/2006/main">
              <a:ext uri="{FF2B5EF4-FFF2-40B4-BE49-F238E27FC236}">
                <a16:creationId xmlns:a16="http://schemas.microsoft.com/office/drawing/2014/main" id="{3F386D23-28F1-4C22-A42C-2D194798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2184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1">
            <a:extLst xmlns:a="http://schemas.openxmlformats.org/drawingml/2006/main">
              <a:ext uri="{FF2B5EF4-FFF2-40B4-BE49-F238E27FC236}">
                <a16:creationId xmlns:a16="http://schemas.microsoft.com/office/drawing/2014/main" id="{01603F82-CDF6-4642-AD98-600BABEA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268" y="534401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1">
            <a:extLst xmlns:a="http://schemas.openxmlformats.org/drawingml/2006/main">
              <a:ext uri="{FF2B5EF4-FFF2-40B4-BE49-F238E27FC236}">
                <a16:creationId xmlns:a16="http://schemas.microsoft.com/office/drawing/2014/main" id="{376E2ECC-FBAB-4A69-9811-7C829A8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6309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1">
            <a:extLst xmlns:a="http://schemas.openxmlformats.org/drawingml/2006/main">
              <a:ext uri="{FF2B5EF4-FFF2-40B4-BE49-F238E27FC236}">
                <a16:creationId xmlns:a16="http://schemas.microsoft.com/office/drawing/2014/main" id="{2B49F705-1917-48B8-ADE1-36FC8F03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3391" y="53440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1">
            <a:extLst xmlns:a="http://schemas.openxmlformats.org/drawingml/2006/main">
              <a:ext uri="{FF2B5EF4-FFF2-40B4-BE49-F238E27FC236}">
                <a16:creationId xmlns:a16="http://schemas.microsoft.com/office/drawing/2014/main" id="{33121BE9-60AD-4805-B872-EC2F73F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1">
            <a:extLst xmlns:a="http://schemas.openxmlformats.org/drawingml/2006/main">
              <a:ext uri="{FF2B5EF4-FFF2-40B4-BE49-F238E27FC236}">
                <a16:creationId xmlns:a16="http://schemas.microsoft.com/office/drawing/2014/main" id="{56C5939A-EDDA-483C-BCE8-663F6EE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1">
            <a:extLst xmlns:a="http://schemas.openxmlformats.org/drawingml/2006/main">
              <a:ext uri="{FF2B5EF4-FFF2-40B4-BE49-F238E27FC236}">
                <a16:creationId xmlns:a16="http://schemas.microsoft.com/office/drawing/2014/main" id="{E36EA7A9-A5C4-41AB-AFBD-25D497AA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435999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1">
            <a:extLst xmlns:a="http://schemas.openxmlformats.org/drawingml/2006/main">
              <a:ext uri="{FF2B5EF4-FFF2-40B4-BE49-F238E27FC236}">
                <a16:creationId xmlns:a16="http://schemas.microsoft.com/office/drawing/2014/main" id="{B0FC7250-CBF2-42D9-B7D3-E60B8A48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1">
            <a:extLst xmlns:a="http://schemas.openxmlformats.org/drawingml/2006/main">
              <a:ext uri="{FF2B5EF4-FFF2-40B4-BE49-F238E27FC236}">
                <a16:creationId xmlns:a16="http://schemas.microsoft.com/office/drawing/2014/main" id="{8E0E6FAC-8769-451D-98CB-0646788B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1">
            <a:extLst xmlns:a="http://schemas.openxmlformats.org/drawingml/2006/main">
              <a:ext uri="{FF2B5EF4-FFF2-40B4-BE49-F238E27FC236}">
                <a16:creationId xmlns:a16="http://schemas.microsoft.com/office/drawing/2014/main" id="{471A4EEA-3090-4EDA-9647-BAE7AB9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4359992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1">
            <a:extLst xmlns:a="http://schemas.openxmlformats.org/drawingml/2006/main">
              <a:ext uri="{FF2B5EF4-FFF2-40B4-BE49-F238E27FC236}">
                <a16:creationId xmlns:a16="http://schemas.microsoft.com/office/drawing/2014/main" id="{07CDAB93-9179-4281-8938-74B6892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1">
            <a:extLst xmlns:a="http://schemas.openxmlformats.org/drawingml/2006/main">
              <a:ext uri="{FF2B5EF4-FFF2-40B4-BE49-F238E27FC236}">
                <a16:creationId xmlns:a16="http://schemas.microsoft.com/office/drawing/2014/main" id="{B4D8B013-2CE3-48CD-83E2-EE7E04B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4359992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1">
            <a:extLst xmlns:a="http://schemas.openxmlformats.org/drawingml/2006/main">
              <a:ext uri="{FF2B5EF4-FFF2-40B4-BE49-F238E27FC236}">
                <a16:creationId xmlns:a16="http://schemas.microsoft.com/office/drawing/2014/main" id="{84FE4A66-0D10-4D1B-8609-749ED0C1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1">
            <a:extLst xmlns:a="http://schemas.openxmlformats.org/drawingml/2006/main">
              <a:ext uri="{FF2B5EF4-FFF2-40B4-BE49-F238E27FC236}">
                <a16:creationId xmlns:a16="http://schemas.microsoft.com/office/drawing/2014/main" id="{F927CE90-709D-4E5A-9E13-49E58DC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1">
            <a:extLst xmlns:a="http://schemas.openxmlformats.org/drawingml/2006/main">
              <a:ext uri="{FF2B5EF4-FFF2-40B4-BE49-F238E27FC236}">
                <a16:creationId xmlns:a16="http://schemas.microsoft.com/office/drawing/2014/main" id="{FA2921C0-0350-4F2C-A135-8BFE341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454528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1">
            <a:extLst xmlns:a="http://schemas.openxmlformats.org/drawingml/2006/main">
              <a:ext uri="{FF2B5EF4-FFF2-40B4-BE49-F238E27FC236}">
                <a16:creationId xmlns:a16="http://schemas.microsoft.com/office/drawing/2014/main" id="{3EB0F2CD-B3E1-4025-871C-56D693B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1">
            <a:extLst xmlns:a="http://schemas.openxmlformats.org/drawingml/2006/main">
              <a:ext uri="{FF2B5EF4-FFF2-40B4-BE49-F238E27FC236}">
                <a16:creationId xmlns:a16="http://schemas.microsoft.com/office/drawing/2014/main" id="{08ECC17D-B2E6-44B7-B589-B7D0826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1">
            <a:extLst xmlns:a="http://schemas.openxmlformats.org/drawingml/2006/main">
              <a:ext uri="{FF2B5EF4-FFF2-40B4-BE49-F238E27FC236}">
                <a16:creationId xmlns:a16="http://schemas.microsoft.com/office/drawing/2014/main" id="{3B1C3EF8-2A03-4913-A0EB-28A80B67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454528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1">
            <a:extLst xmlns:a="http://schemas.openxmlformats.org/drawingml/2006/main">
              <a:ext uri="{FF2B5EF4-FFF2-40B4-BE49-F238E27FC236}">
                <a16:creationId xmlns:a16="http://schemas.microsoft.com/office/drawing/2014/main" id="{225C4753-064D-4A48-8B68-947735A2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1">
            <a:extLst xmlns:a="http://schemas.openxmlformats.org/drawingml/2006/main">
              <a:ext uri="{FF2B5EF4-FFF2-40B4-BE49-F238E27FC236}">
                <a16:creationId xmlns:a16="http://schemas.microsoft.com/office/drawing/2014/main" id="{7ADFF236-33E5-49D2-9B65-F88959A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454528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1">
            <a:extLst xmlns:a="http://schemas.openxmlformats.org/drawingml/2006/main">
              <a:ext uri="{FF2B5EF4-FFF2-40B4-BE49-F238E27FC236}">
                <a16:creationId xmlns:a16="http://schemas.microsoft.com/office/drawing/2014/main" id="{5C6B11B9-F27B-4323-955C-4DCC943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1">
            <a:extLst xmlns:a="http://schemas.openxmlformats.org/drawingml/2006/main">
              <a:ext uri="{FF2B5EF4-FFF2-40B4-BE49-F238E27FC236}">
                <a16:creationId xmlns:a16="http://schemas.microsoft.com/office/drawing/2014/main" id="{D8424B7F-C6FD-46CD-A4C6-C4F5AFDF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1">
            <a:extLst xmlns:a="http://schemas.openxmlformats.org/drawingml/2006/main">
              <a:ext uri="{FF2B5EF4-FFF2-40B4-BE49-F238E27FC236}">
                <a16:creationId xmlns:a16="http://schemas.microsoft.com/office/drawing/2014/main" id="{FCC71E6D-B4A4-457F-A122-3AD58C9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473206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1">
            <a:extLst xmlns:a="http://schemas.openxmlformats.org/drawingml/2006/main">
              <a:ext uri="{FF2B5EF4-FFF2-40B4-BE49-F238E27FC236}">
                <a16:creationId xmlns:a16="http://schemas.microsoft.com/office/drawing/2014/main" id="{07388802-D297-49A7-AAE6-C4BAC13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1">
            <a:extLst xmlns:a="http://schemas.openxmlformats.org/drawingml/2006/main">
              <a:ext uri="{FF2B5EF4-FFF2-40B4-BE49-F238E27FC236}">
                <a16:creationId xmlns:a16="http://schemas.microsoft.com/office/drawing/2014/main" id="{3B2A011D-9B47-42BC-9C16-E39F45E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1">
            <a:extLst xmlns:a="http://schemas.openxmlformats.org/drawingml/2006/main">
              <a:ext uri="{FF2B5EF4-FFF2-40B4-BE49-F238E27FC236}">
                <a16:creationId xmlns:a16="http://schemas.microsoft.com/office/drawing/2014/main" id="{CEC88FAB-EE8F-487B-9212-024CEB46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4732069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1">
            <a:extLst xmlns:a="http://schemas.openxmlformats.org/drawingml/2006/main">
              <a:ext uri="{FF2B5EF4-FFF2-40B4-BE49-F238E27FC236}">
                <a16:creationId xmlns:a16="http://schemas.microsoft.com/office/drawing/2014/main" id="{28BB0AFE-C45B-42FF-AF4E-D21A33C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1">
            <a:extLst xmlns:a="http://schemas.openxmlformats.org/drawingml/2006/main">
              <a:ext uri="{FF2B5EF4-FFF2-40B4-BE49-F238E27FC236}">
                <a16:creationId xmlns:a16="http://schemas.microsoft.com/office/drawing/2014/main" id="{72685B28-6398-4614-8E99-DBDBBF78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4732069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1">
            <a:extLst xmlns:a="http://schemas.openxmlformats.org/drawingml/2006/main">
              <a:ext uri="{FF2B5EF4-FFF2-40B4-BE49-F238E27FC236}">
                <a16:creationId xmlns:a16="http://schemas.microsoft.com/office/drawing/2014/main" id="{55DA0D83-F595-47AC-A30B-6C48596C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153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1">
            <a:extLst xmlns:a="http://schemas.openxmlformats.org/drawingml/2006/main">
              <a:ext uri="{FF2B5EF4-FFF2-40B4-BE49-F238E27FC236}">
                <a16:creationId xmlns:a16="http://schemas.microsoft.com/office/drawing/2014/main" id="{DFB22F68-33C6-4AFE-B55E-EB85F21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071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1">
            <a:extLst xmlns:a="http://schemas.openxmlformats.org/drawingml/2006/main">
              <a:ext uri="{FF2B5EF4-FFF2-40B4-BE49-F238E27FC236}">
                <a16:creationId xmlns:a16="http://schemas.microsoft.com/office/drawing/2014/main" id="{D71474AE-5485-44DF-823A-6B2EC20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4989" y="491881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1">
            <a:extLst xmlns:a="http://schemas.openxmlformats.org/drawingml/2006/main">
              <a:ext uri="{FF2B5EF4-FFF2-40B4-BE49-F238E27FC236}">
                <a16:creationId xmlns:a16="http://schemas.microsoft.com/office/drawing/2014/main" id="{88431B8D-065B-42C0-AEE1-09725690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7948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1">
            <a:extLst xmlns:a="http://schemas.openxmlformats.org/drawingml/2006/main">
              <a:ext uri="{FF2B5EF4-FFF2-40B4-BE49-F238E27FC236}">
                <a16:creationId xmlns:a16="http://schemas.microsoft.com/office/drawing/2014/main" id="{8A4A27E8-2782-482C-AAE9-E0D45E2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34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1">
            <a:extLst xmlns:a="http://schemas.openxmlformats.org/drawingml/2006/main">
              <a:ext uri="{FF2B5EF4-FFF2-40B4-BE49-F238E27FC236}">
                <a16:creationId xmlns:a16="http://schemas.microsoft.com/office/drawing/2014/main" id="{208E9814-B90A-4B2D-8342-6781F16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18" y="491881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1">
            <a:extLst xmlns:a="http://schemas.openxmlformats.org/drawingml/2006/main">
              <a:ext uri="{FF2B5EF4-FFF2-40B4-BE49-F238E27FC236}">
                <a16:creationId xmlns:a16="http://schemas.microsoft.com/office/drawing/2014/main" id="{9C60CEF9-7262-42CB-8AA2-BC9A7088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259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1">
            <a:extLst xmlns:a="http://schemas.openxmlformats.org/drawingml/2006/main">
              <a:ext uri="{FF2B5EF4-FFF2-40B4-BE49-F238E27FC236}">
                <a16:creationId xmlns:a16="http://schemas.microsoft.com/office/drawing/2014/main" id="{1EF59610-E847-4A4F-B660-EA63107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341" y="491881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matchingName="Title only 1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8" name="Google Shape;678;p13">
            <a:extLst xmlns:a="http://schemas.openxmlformats.org/drawingml/2006/main">
              <a:ext uri="{FF2B5EF4-FFF2-40B4-BE49-F238E27FC236}">
                <a16:creationId xmlns:a16="http://schemas.microsoft.com/office/drawing/2014/main" id="{C4D905F4-2C43-434C-AAB6-03675A9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660" y="46040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3">
            <a:extLst xmlns:a="http://schemas.openxmlformats.org/drawingml/2006/main">
              <a:ext uri="{FF2B5EF4-FFF2-40B4-BE49-F238E27FC236}">
                <a16:creationId xmlns:a16="http://schemas.microsoft.com/office/drawing/2014/main" id="{BA661365-F462-45FE-8AFC-7DDA1D46A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7750" y="445025"/>
            <a:ext cx="7708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681" name="Google Shape;681;p13">
            <a:extLst xmlns:a="http://schemas.openxmlformats.org/drawingml/2006/main">
              <a:ext uri="{FF2B5EF4-FFF2-40B4-BE49-F238E27FC236}">
                <a16:creationId xmlns:a16="http://schemas.microsoft.com/office/drawing/2014/main" id="{6267B8DC-CC7B-4573-B2A8-D5647FA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4715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3">
            <a:extLst xmlns:a="http://schemas.openxmlformats.org/drawingml/2006/main">
              <a:ext uri="{FF2B5EF4-FFF2-40B4-BE49-F238E27FC236}">
                <a16:creationId xmlns:a16="http://schemas.microsoft.com/office/drawing/2014/main" id="{DDED64B9-819A-41F0-9340-C4966370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797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3">
            <a:extLst xmlns:a="http://schemas.openxmlformats.org/drawingml/2006/main">
              <a:ext uri="{FF2B5EF4-FFF2-40B4-BE49-F238E27FC236}">
                <a16:creationId xmlns:a16="http://schemas.microsoft.com/office/drawing/2014/main" id="{8768A4C9-6C70-4F7B-8440-55FB4D4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879" y="441720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3">
            <a:extLst xmlns:a="http://schemas.openxmlformats.org/drawingml/2006/main">
              <a:ext uri="{FF2B5EF4-FFF2-40B4-BE49-F238E27FC236}">
                <a16:creationId xmlns:a16="http://schemas.microsoft.com/office/drawing/2014/main" id="{76A5FD01-7133-4786-841B-B1014967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920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3">
            <a:extLst xmlns:a="http://schemas.openxmlformats.org/drawingml/2006/main">
              <a:ext uri="{FF2B5EF4-FFF2-40B4-BE49-F238E27FC236}">
                <a16:creationId xmlns:a16="http://schemas.microsoft.com/office/drawing/2014/main" id="{63154A21-1EDB-4523-8194-074DEDEE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3002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3">
            <a:extLst xmlns:a="http://schemas.openxmlformats.org/drawingml/2006/main">
              <a:ext uri="{FF2B5EF4-FFF2-40B4-BE49-F238E27FC236}">
                <a16:creationId xmlns:a16="http://schemas.microsoft.com/office/drawing/2014/main" id="{7909C2E3-CB46-4401-BA47-49EFD47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0086" y="4417205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3">
            <a:extLst xmlns:a="http://schemas.openxmlformats.org/drawingml/2006/main">
              <a:ext uri="{FF2B5EF4-FFF2-40B4-BE49-F238E27FC236}">
                <a16:creationId xmlns:a16="http://schemas.microsoft.com/office/drawing/2014/main" id="{07BECCDF-7FE0-4B9F-8EE0-E651A805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127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3">
            <a:extLst xmlns:a="http://schemas.openxmlformats.org/drawingml/2006/main">
              <a:ext uri="{FF2B5EF4-FFF2-40B4-BE49-F238E27FC236}">
                <a16:creationId xmlns:a16="http://schemas.microsoft.com/office/drawing/2014/main" id="{104A082A-C8FD-4D80-9F01-6FDD1C8B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209" y="4417205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3">
            <a:extLst xmlns:a="http://schemas.openxmlformats.org/drawingml/2006/main">
              <a:ext uri="{FF2B5EF4-FFF2-40B4-BE49-F238E27FC236}">
                <a16:creationId xmlns:a16="http://schemas.microsoft.com/office/drawing/2014/main" id="{C4331E7E-E6B0-41E4-9C19-BEB1F6E9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4715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3">
            <a:extLst xmlns:a="http://schemas.openxmlformats.org/drawingml/2006/main">
              <a:ext uri="{FF2B5EF4-FFF2-40B4-BE49-F238E27FC236}">
                <a16:creationId xmlns:a16="http://schemas.microsoft.com/office/drawing/2014/main" id="{F8915C43-BCD0-44F8-8926-841A6F9E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797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3">
            <a:extLst xmlns:a="http://schemas.openxmlformats.org/drawingml/2006/main">
              <a:ext uri="{FF2B5EF4-FFF2-40B4-BE49-F238E27FC236}">
                <a16:creationId xmlns:a16="http://schemas.microsoft.com/office/drawing/2014/main" id="{FA854BED-FA55-4FD5-B22E-9D3F3DDC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879" y="46025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3">
            <a:extLst xmlns:a="http://schemas.openxmlformats.org/drawingml/2006/main">
              <a:ext uri="{FF2B5EF4-FFF2-40B4-BE49-F238E27FC236}">
                <a16:creationId xmlns:a16="http://schemas.microsoft.com/office/drawing/2014/main" id="{80B4CC2F-71C3-482F-A6AF-4BA6CFE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920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3">
            <a:extLst xmlns:a="http://schemas.openxmlformats.org/drawingml/2006/main">
              <a:ext uri="{FF2B5EF4-FFF2-40B4-BE49-F238E27FC236}">
                <a16:creationId xmlns:a16="http://schemas.microsoft.com/office/drawing/2014/main" id="{046593BF-16A4-4BC3-8420-2B76D80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3002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3">
            <a:extLst xmlns:a="http://schemas.openxmlformats.org/drawingml/2006/main">
              <a:ext uri="{FF2B5EF4-FFF2-40B4-BE49-F238E27FC236}">
                <a16:creationId xmlns:a16="http://schemas.microsoft.com/office/drawing/2014/main" id="{3EFB71D4-B71A-4623-A852-503C5786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0086" y="4602501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3">
            <a:extLst xmlns:a="http://schemas.openxmlformats.org/drawingml/2006/main">
              <a:ext uri="{FF2B5EF4-FFF2-40B4-BE49-F238E27FC236}">
                <a16:creationId xmlns:a16="http://schemas.microsoft.com/office/drawing/2014/main" id="{895FDB57-2EB1-442A-8BD8-81F2AEC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127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3">
            <a:extLst xmlns:a="http://schemas.openxmlformats.org/drawingml/2006/main">
              <a:ext uri="{FF2B5EF4-FFF2-40B4-BE49-F238E27FC236}">
                <a16:creationId xmlns:a16="http://schemas.microsoft.com/office/drawing/2014/main" id="{F7752388-68AF-4D08-A4E3-00C61FCA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209" y="4602501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3">
            <a:extLst xmlns:a="http://schemas.openxmlformats.org/drawingml/2006/main">
              <a:ext uri="{FF2B5EF4-FFF2-40B4-BE49-F238E27FC236}">
                <a16:creationId xmlns:a16="http://schemas.microsoft.com/office/drawing/2014/main" id="{1FA086A5-8D16-47D9-B818-17E7D792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4715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3">
            <a:extLst xmlns:a="http://schemas.openxmlformats.org/drawingml/2006/main">
              <a:ext uri="{FF2B5EF4-FFF2-40B4-BE49-F238E27FC236}">
                <a16:creationId xmlns:a16="http://schemas.microsoft.com/office/drawing/2014/main" id="{D1FF0F0D-346A-4C34-8230-BC02C74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797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3">
            <a:extLst xmlns:a="http://schemas.openxmlformats.org/drawingml/2006/main">
              <a:ext uri="{FF2B5EF4-FFF2-40B4-BE49-F238E27FC236}">
                <a16:creationId xmlns:a16="http://schemas.microsoft.com/office/drawing/2014/main" id="{994FBEAD-253A-44C7-B134-416D044A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879" y="478928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3">
            <a:extLst xmlns:a="http://schemas.openxmlformats.org/drawingml/2006/main">
              <a:ext uri="{FF2B5EF4-FFF2-40B4-BE49-F238E27FC236}">
                <a16:creationId xmlns:a16="http://schemas.microsoft.com/office/drawing/2014/main" id="{4BD3AB0F-6068-46C7-B7D9-6171BC8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920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3">
            <a:extLst xmlns:a="http://schemas.openxmlformats.org/drawingml/2006/main">
              <a:ext uri="{FF2B5EF4-FFF2-40B4-BE49-F238E27FC236}">
                <a16:creationId xmlns:a16="http://schemas.microsoft.com/office/drawing/2014/main" id="{6E351362-93F5-459D-8136-C90DC18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3002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3">
            <a:extLst xmlns:a="http://schemas.openxmlformats.org/drawingml/2006/main">
              <a:ext uri="{FF2B5EF4-FFF2-40B4-BE49-F238E27FC236}">
                <a16:creationId xmlns:a16="http://schemas.microsoft.com/office/drawing/2014/main" id="{EB878564-F9E7-4840-ABEE-AFF04C4F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0086" y="4789282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3">
            <a:extLst xmlns:a="http://schemas.openxmlformats.org/drawingml/2006/main">
              <a:ext uri="{FF2B5EF4-FFF2-40B4-BE49-F238E27FC236}">
                <a16:creationId xmlns:a16="http://schemas.microsoft.com/office/drawing/2014/main" id="{3E054690-05C9-4D50-A8DF-65C3657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127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3">
            <a:extLst xmlns:a="http://schemas.openxmlformats.org/drawingml/2006/main">
              <a:ext uri="{FF2B5EF4-FFF2-40B4-BE49-F238E27FC236}">
                <a16:creationId xmlns:a16="http://schemas.microsoft.com/office/drawing/2014/main" id="{556DB354-05B5-46C8-B5F7-9F7025AA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209" y="4789282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3">
            <a:extLst xmlns:a="http://schemas.openxmlformats.org/drawingml/2006/main">
              <a:ext uri="{FF2B5EF4-FFF2-40B4-BE49-F238E27FC236}">
                <a16:creationId xmlns:a16="http://schemas.microsoft.com/office/drawing/2014/main" id="{45767BD3-8984-4465-8B98-433D35CC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74715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3">
            <a:extLst xmlns:a="http://schemas.openxmlformats.org/drawingml/2006/main">
              <a:ext uri="{FF2B5EF4-FFF2-40B4-BE49-F238E27FC236}">
                <a16:creationId xmlns:a16="http://schemas.microsoft.com/office/drawing/2014/main" id="{1308778B-9B66-42B8-92D2-1FB4A2E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797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3">
            <a:extLst xmlns:a="http://schemas.openxmlformats.org/drawingml/2006/main">
              <a:ext uri="{FF2B5EF4-FFF2-40B4-BE49-F238E27FC236}">
                <a16:creationId xmlns:a16="http://schemas.microsoft.com/office/drawing/2014/main" id="{A544304B-17A0-4BD2-A20B-379DC5E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879" y="49760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3">
            <a:extLst xmlns:a="http://schemas.openxmlformats.org/drawingml/2006/main">
              <a:ext uri="{FF2B5EF4-FFF2-40B4-BE49-F238E27FC236}">
                <a16:creationId xmlns:a16="http://schemas.microsoft.com/office/drawing/2014/main" id="{D9A9B086-BEA1-4FCE-BEF8-2D00FFEA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920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3">
            <a:extLst xmlns:a="http://schemas.openxmlformats.org/drawingml/2006/main">
              <a:ext uri="{FF2B5EF4-FFF2-40B4-BE49-F238E27FC236}">
                <a16:creationId xmlns:a16="http://schemas.microsoft.com/office/drawing/2014/main" id="{831D0852-74D9-4CAD-AFAC-7662A28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3002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3">
            <a:extLst xmlns:a="http://schemas.openxmlformats.org/drawingml/2006/main">
              <a:ext uri="{FF2B5EF4-FFF2-40B4-BE49-F238E27FC236}">
                <a16:creationId xmlns:a16="http://schemas.microsoft.com/office/drawing/2014/main" id="{3190878B-14B7-4572-A010-ECD5560B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60086" y="49760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3">
            <a:extLst xmlns:a="http://schemas.openxmlformats.org/drawingml/2006/main">
              <a:ext uri="{FF2B5EF4-FFF2-40B4-BE49-F238E27FC236}">
                <a16:creationId xmlns:a16="http://schemas.microsoft.com/office/drawing/2014/main" id="{69F32D2A-148E-4799-88AC-3C4903D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127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3">
            <a:extLst xmlns:a="http://schemas.openxmlformats.org/drawingml/2006/main">
              <a:ext uri="{FF2B5EF4-FFF2-40B4-BE49-F238E27FC236}">
                <a16:creationId xmlns:a16="http://schemas.microsoft.com/office/drawing/2014/main" id="{16F77CC2-4A67-4D63-B72A-1ED13C8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209" y="49760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3">
            <a:extLst xmlns:a="http://schemas.openxmlformats.org/drawingml/2006/main">
              <a:ext uri="{FF2B5EF4-FFF2-40B4-BE49-F238E27FC236}">
                <a16:creationId xmlns:a16="http://schemas.microsoft.com/office/drawing/2014/main" id="{5BD2F52A-EE89-4E1A-8DA4-0C9C4E6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3722" y="3521370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3">
            <a:extLst xmlns:a="http://schemas.openxmlformats.org/drawingml/2006/main">
              <a:ext uri="{FF2B5EF4-FFF2-40B4-BE49-F238E27FC236}">
                <a16:creationId xmlns:a16="http://schemas.microsoft.com/office/drawing/2014/main" id="{598F7EDC-08B9-48CC-89E7-21B8D0E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3722" y="3557204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3">
            <a:extLst xmlns:a="http://schemas.openxmlformats.org/drawingml/2006/main">
              <a:ext uri="{FF2B5EF4-FFF2-40B4-BE49-F238E27FC236}">
                <a16:creationId xmlns:a16="http://schemas.microsoft.com/office/drawing/2014/main" id="{E7BD5265-F27E-4FFF-B13E-AB6EE18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3850" y="482042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only 2">
  <p:cSld name="CUSTOM_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9" name="Google Shape;719;p14">
            <a:extLst xmlns:a="http://schemas.openxmlformats.org/drawingml/2006/main">
              <a:ext uri="{FF2B5EF4-FFF2-40B4-BE49-F238E27FC236}">
                <a16:creationId xmlns:a16="http://schemas.microsoft.com/office/drawing/2014/main" id="{625B8C3B-00DC-4DB7-981F-A0764EA3B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7750" y="445025"/>
            <a:ext cx="7708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20" name="Google Shape;720;p14">
            <a:extLst xmlns:a="http://schemas.openxmlformats.org/drawingml/2006/main">
              <a:ext uri="{FF2B5EF4-FFF2-40B4-BE49-F238E27FC236}">
                <a16:creationId xmlns:a16="http://schemas.microsoft.com/office/drawing/2014/main" id="{D7A20397-DE1C-47AC-8C59-0CCDD3F5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1981180" y="5200319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4">
            <a:extLst xmlns:a="http://schemas.openxmlformats.org/drawingml/2006/main">
              <a:ext uri="{FF2B5EF4-FFF2-40B4-BE49-F238E27FC236}">
                <a16:creationId xmlns:a16="http://schemas.microsoft.com/office/drawing/2014/main" id="{9AB715F1-A2BB-4F1B-9D68-7418ED7C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13228" y="4735005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4">
            <a:extLst xmlns:a="http://schemas.openxmlformats.org/drawingml/2006/main">
              <a:ext uri="{FF2B5EF4-FFF2-40B4-BE49-F238E27FC236}">
                <a16:creationId xmlns:a16="http://schemas.microsoft.com/office/drawing/2014/main" id="{05BD9FD7-B583-4D3F-9748-F478CC8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91" y="3196157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4">
            <a:extLst xmlns:a="http://schemas.openxmlformats.org/drawingml/2006/main">
              <a:ext uri="{FF2B5EF4-FFF2-40B4-BE49-F238E27FC236}">
                <a16:creationId xmlns:a16="http://schemas.microsoft.com/office/drawing/2014/main" id="{F703D558-2B5D-473F-9BCD-E134CDF4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66" y="3321632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4">
            <a:extLst xmlns:a="http://schemas.openxmlformats.org/drawingml/2006/main">
              <a:ext uri="{FF2B5EF4-FFF2-40B4-BE49-F238E27FC236}">
                <a16:creationId xmlns:a16="http://schemas.microsoft.com/office/drawing/2014/main" id="{52CA0153-AF13-40B9-8CB9-533F25F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56327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4">
            <a:extLst xmlns:a="http://schemas.openxmlformats.org/drawingml/2006/main">
              <a:ext uri="{FF2B5EF4-FFF2-40B4-BE49-F238E27FC236}">
                <a16:creationId xmlns:a16="http://schemas.microsoft.com/office/drawing/2014/main" id="{B1414CA4-080E-4A97-8ABF-AF8E5B19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245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4">
            <a:extLst xmlns:a="http://schemas.openxmlformats.org/drawingml/2006/main">
              <a:ext uri="{FF2B5EF4-FFF2-40B4-BE49-F238E27FC236}">
                <a16:creationId xmlns:a16="http://schemas.microsoft.com/office/drawing/2014/main" id="{5DDB6404-BF01-4D59-86CB-4F7E9F2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163" y="398253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4">
            <a:extLst xmlns:a="http://schemas.openxmlformats.org/drawingml/2006/main">
              <a:ext uri="{FF2B5EF4-FFF2-40B4-BE49-F238E27FC236}">
                <a16:creationId xmlns:a16="http://schemas.microsoft.com/office/drawing/2014/main" id="{ED2F0E45-948B-4A63-986B-B2C0644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5122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4">
            <a:extLst xmlns:a="http://schemas.openxmlformats.org/drawingml/2006/main">
              <a:ext uri="{FF2B5EF4-FFF2-40B4-BE49-F238E27FC236}">
                <a16:creationId xmlns:a16="http://schemas.microsoft.com/office/drawing/2014/main" id="{AC22A48B-A5F1-481A-AF10-B4C15A85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8040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4">
            <a:extLst xmlns:a="http://schemas.openxmlformats.org/drawingml/2006/main">
              <a:ext uri="{FF2B5EF4-FFF2-40B4-BE49-F238E27FC236}">
                <a16:creationId xmlns:a16="http://schemas.microsoft.com/office/drawing/2014/main" id="{5275CE10-F640-489F-A8D8-AAFD7C6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44" y="398253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4">
            <a:extLst xmlns:a="http://schemas.openxmlformats.org/drawingml/2006/main">
              <a:ext uri="{FF2B5EF4-FFF2-40B4-BE49-F238E27FC236}">
                <a16:creationId xmlns:a16="http://schemas.microsoft.com/office/drawing/2014/main" id="{C4E18C5B-8CB5-477F-A454-68525540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085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4">
            <a:extLst xmlns:a="http://schemas.openxmlformats.org/drawingml/2006/main">
              <a:ext uri="{FF2B5EF4-FFF2-40B4-BE49-F238E27FC236}">
                <a16:creationId xmlns:a16="http://schemas.microsoft.com/office/drawing/2014/main" id="{71D541DC-117D-4683-B4FF-186F803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167" y="398253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4">
            <a:extLst xmlns:a="http://schemas.openxmlformats.org/drawingml/2006/main">
              <a:ext uri="{FF2B5EF4-FFF2-40B4-BE49-F238E27FC236}">
                <a16:creationId xmlns:a16="http://schemas.microsoft.com/office/drawing/2014/main" id="{58AA06BF-BCB9-4D03-8082-CE107643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56327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4">
            <a:extLst xmlns:a="http://schemas.openxmlformats.org/drawingml/2006/main">
              <a:ext uri="{FF2B5EF4-FFF2-40B4-BE49-F238E27FC236}">
                <a16:creationId xmlns:a16="http://schemas.microsoft.com/office/drawing/2014/main" id="{7EF7D6A3-9228-46B5-9FDC-F97EA69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245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4">
            <a:extLst xmlns:a="http://schemas.openxmlformats.org/drawingml/2006/main">
              <a:ext uri="{FF2B5EF4-FFF2-40B4-BE49-F238E27FC236}">
                <a16:creationId xmlns:a16="http://schemas.microsoft.com/office/drawing/2014/main" id="{8EB2D38F-4C7D-4C8C-A258-4E7D7D7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163" y="416783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4">
            <a:extLst xmlns:a="http://schemas.openxmlformats.org/drawingml/2006/main">
              <a:ext uri="{FF2B5EF4-FFF2-40B4-BE49-F238E27FC236}">
                <a16:creationId xmlns:a16="http://schemas.microsoft.com/office/drawing/2014/main" id="{9D85297A-815F-4705-9E06-41B4E3A0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5122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4">
            <a:extLst xmlns:a="http://schemas.openxmlformats.org/drawingml/2006/main">
              <a:ext uri="{FF2B5EF4-FFF2-40B4-BE49-F238E27FC236}">
                <a16:creationId xmlns:a16="http://schemas.microsoft.com/office/drawing/2014/main" id="{36359F4F-1880-48CF-AFDA-6ADAC44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8040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4">
            <a:extLst xmlns:a="http://schemas.openxmlformats.org/drawingml/2006/main">
              <a:ext uri="{FF2B5EF4-FFF2-40B4-BE49-F238E27FC236}">
                <a16:creationId xmlns:a16="http://schemas.microsoft.com/office/drawing/2014/main" id="{B8C122CD-CC19-498B-8A22-65B1263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44" y="416783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4">
            <a:extLst xmlns:a="http://schemas.openxmlformats.org/drawingml/2006/main">
              <a:ext uri="{FF2B5EF4-FFF2-40B4-BE49-F238E27FC236}">
                <a16:creationId xmlns:a16="http://schemas.microsoft.com/office/drawing/2014/main" id="{9BA2E388-9A1A-4CA2-ACAD-39DB4EE5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085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4">
            <a:extLst xmlns:a="http://schemas.openxmlformats.org/drawingml/2006/main">
              <a:ext uri="{FF2B5EF4-FFF2-40B4-BE49-F238E27FC236}">
                <a16:creationId xmlns:a16="http://schemas.microsoft.com/office/drawing/2014/main" id="{6C58BB5A-F99B-4B9F-A5B9-59B1FF3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167" y="416783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4">
            <a:extLst xmlns:a="http://schemas.openxmlformats.org/drawingml/2006/main">
              <a:ext uri="{FF2B5EF4-FFF2-40B4-BE49-F238E27FC236}">
                <a16:creationId xmlns:a16="http://schemas.microsoft.com/office/drawing/2014/main" id="{1A1FBBF2-708E-4BD1-97C1-346CB0A2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56327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4">
            <a:extLst xmlns:a="http://schemas.openxmlformats.org/drawingml/2006/main">
              <a:ext uri="{FF2B5EF4-FFF2-40B4-BE49-F238E27FC236}">
                <a16:creationId xmlns:a16="http://schemas.microsoft.com/office/drawing/2014/main" id="{84544915-D4C7-44C5-8DCF-B1A5796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245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4">
            <a:extLst xmlns:a="http://schemas.openxmlformats.org/drawingml/2006/main">
              <a:ext uri="{FF2B5EF4-FFF2-40B4-BE49-F238E27FC236}">
                <a16:creationId xmlns:a16="http://schemas.microsoft.com/office/drawing/2014/main" id="{B4084908-F0A3-46E6-918C-D105979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163" y="4354611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4">
            <a:extLst xmlns:a="http://schemas.openxmlformats.org/drawingml/2006/main">
              <a:ext uri="{FF2B5EF4-FFF2-40B4-BE49-F238E27FC236}">
                <a16:creationId xmlns:a16="http://schemas.microsoft.com/office/drawing/2014/main" id="{3BD492A6-EA0B-4096-A033-AE9EAC4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5122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4">
            <a:extLst xmlns:a="http://schemas.openxmlformats.org/drawingml/2006/main">
              <a:ext uri="{FF2B5EF4-FFF2-40B4-BE49-F238E27FC236}">
                <a16:creationId xmlns:a16="http://schemas.microsoft.com/office/drawing/2014/main" id="{5242032E-A620-49FF-916B-5AF996F2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8040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4">
            <a:extLst xmlns:a="http://schemas.openxmlformats.org/drawingml/2006/main">
              <a:ext uri="{FF2B5EF4-FFF2-40B4-BE49-F238E27FC236}">
                <a16:creationId xmlns:a16="http://schemas.microsoft.com/office/drawing/2014/main" id="{C16AC39A-FDAA-404C-B14F-23C260AF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44" y="4354611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4">
            <a:extLst xmlns:a="http://schemas.openxmlformats.org/drawingml/2006/main">
              <a:ext uri="{FF2B5EF4-FFF2-40B4-BE49-F238E27FC236}">
                <a16:creationId xmlns:a16="http://schemas.microsoft.com/office/drawing/2014/main" id="{77C39EEE-8F17-4960-92BD-18D1905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085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4">
            <a:extLst xmlns:a="http://schemas.openxmlformats.org/drawingml/2006/main">
              <a:ext uri="{FF2B5EF4-FFF2-40B4-BE49-F238E27FC236}">
                <a16:creationId xmlns:a16="http://schemas.microsoft.com/office/drawing/2014/main" id="{FAA08F39-F4E8-4C5F-8B42-D6A15B44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167" y="4354611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4">
            <a:extLst xmlns:a="http://schemas.openxmlformats.org/drawingml/2006/main">
              <a:ext uri="{FF2B5EF4-FFF2-40B4-BE49-F238E27FC236}">
                <a16:creationId xmlns:a16="http://schemas.microsoft.com/office/drawing/2014/main" id="{E0983321-5B44-46AB-BF66-A67F0ED0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56327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4">
            <a:extLst xmlns:a="http://schemas.openxmlformats.org/drawingml/2006/main">
              <a:ext uri="{FF2B5EF4-FFF2-40B4-BE49-F238E27FC236}">
                <a16:creationId xmlns:a16="http://schemas.microsoft.com/office/drawing/2014/main" id="{F077A2E1-01EF-4F4D-8291-4E42453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59245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4">
            <a:extLst xmlns:a="http://schemas.openxmlformats.org/drawingml/2006/main">
              <a:ext uri="{FF2B5EF4-FFF2-40B4-BE49-F238E27FC236}">
                <a16:creationId xmlns:a16="http://schemas.microsoft.com/office/drawing/2014/main" id="{89E60518-825E-4C89-BC15-102E9633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2163" y="454135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4">
            <a:extLst xmlns:a="http://schemas.openxmlformats.org/drawingml/2006/main">
              <a:ext uri="{FF2B5EF4-FFF2-40B4-BE49-F238E27FC236}">
                <a16:creationId xmlns:a16="http://schemas.microsoft.com/office/drawing/2014/main" id="{40B94A42-3B98-48B9-8721-16DF67A7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5122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4">
            <a:extLst xmlns:a="http://schemas.openxmlformats.org/drawingml/2006/main">
              <a:ext uri="{FF2B5EF4-FFF2-40B4-BE49-F238E27FC236}">
                <a16:creationId xmlns:a16="http://schemas.microsoft.com/office/drawing/2014/main" id="{5CCABDBD-71E6-49EB-827D-38BCC80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8040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4">
            <a:extLst xmlns:a="http://schemas.openxmlformats.org/drawingml/2006/main">
              <a:ext uri="{FF2B5EF4-FFF2-40B4-BE49-F238E27FC236}">
                <a16:creationId xmlns:a16="http://schemas.microsoft.com/office/drawing/2014/main" id="{1BB8B4E0-F5D4-4916-A226-D7A0D2EE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44" y="454135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4">
            <a:extLst xmlns:a="http://schemas.openxmlformats.org/drawingml/2006/main">
              <a:ext uri="{FF2B5EF4-FFF2-40B4-BE49-F238E27FC236}">
                <a16:creationId xmlns:a16="http://schemas.microsoft.com/office/drawing/2014/main" id="{629311C9-656B-4811-B171-2DB364E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085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4">
            <a:extLst xmlns:a="http://schemas.openxmlformats.org/drawingml/2006/main">
              <a:ext uri="{FF2B5EF4-FFF2-40B4-BE49-F238E27FC236}">
                <a16:creationId xmlns:a16="http://schemas.microsoft.com/office/drawing/2014/main" id="{B41931DC-3920-4170-AC68-DE164AB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167" y="454135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two columns 1">
  <p:cSld name="TITLE_AND_TWO_COLUMNS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0" name="Google Shape;760;p15">
            <a:extLst xmlns:a="http://schemas.openxmlformats.org/drawingml/2006/main">
              <a:ext uri="{FF2B5EF4-FFF2-40B4-BE49-F238E27FC236}">
                <a16:creationId xmlns:a16="http://schemas.microsoft.com/office/drawing/2014/main" id="{8ED60C67-D8BA-402E-A345-9C9172D0D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61" name="Google Shape;761;p15">
            <a:extLst xmlns:a="http://schemas.openxmlformats.org/drawingml/2006/main">
              <a:ext uri="{FF2B5EF4-FFF2-40B4-BE49-F238E27FC236}">
                <a16:creationId xmlns:a16="http://schemas.microsoft.com/office/drawing/2014/main" id="{12C90322-9D82-4C06-9376-69054106F5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31475" y="1228725"/>
            <a:ext cx="3699300" cy="31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2" name="Google Shape;762;p15">
            <a:extLst xmlns:a="http://schemas.openxmlformats.org/drawingml/2006/main">
              <a:ext uri="{FF2B5EF4-FFF2-40B4-BE49-F238E27FC236}">
                <a16:creationId xmlns:a16="http://schemas.microsoft.com/office/drawing/2014/main" id="{2FD341F6-E70A-4FCF-8499-F998084ACBE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0000" y="1228725"/>
            <a:ext cx="3699300" cy="31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3" name="Google Shape;763;p15">
            <a:extLst xmlns:a="http://schemas.openxmlformats.org/drawingml/2006/main">
              <a:ext uri="{FF2B5EF4-FFF2-40B4-BE49-F238E27FC236}">
                <a16:creationId xmlns:a16="http://schemas.microsoft.com/office/drawing/2014/main" id="{23CAB9E7-A83C-44F9-B8AC-3A630E7F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586965" y="47885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5">
            <a:extLst xmlns:a="http://schemas.openxmlformats.org/drawingml/2006/main">
              <a:ext uri="{FF2B5EF4-FFF2-40B4-BE49-F238E27FC236}">
                <a16:creationId xmlns:a16="http://schemas.microsoft.com/office/drawing/2014/main" id="{A9FCF18C-4298-4E99-B327-5E8A9258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5960" y="4662620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5">
            <a:extLst xmlns:a="http://schemas.openxmlformats.org/drawingml/2006/main">
              <a:ext uri="{FF2B5EF4-FFF2-40B4-BE49-F238E27FC236}">
                <a16:creationId xmlns:a16="http://schemas.microsoft.com/office/drawing/2014/main" id="{3C1C37D7-DC0B-42C2-A473-EE4BEE9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5960" y="4698454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5">
            <a:extLst xmlns:a="http://schemas.openxmlformats.org/drawingml/2006/main">
              <a:ext uri="{FF2B5EF4-FFF2-40B4-BE49-F238E27FC236}">
                <a16:creationId xmlns:a16="http://schemas.microsoft.com/office/drawing/2014/main" id="{9EC37CB5-F32D-4380-99F7-BEFCB128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3425" y="46390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5">
            <a:extLst xmlns:a="http://schemas.openxmlformats.org/drawingml/2006/main">
              <a:ext uri="{FF2B5EF4-FFF2-40B4-BE49-F238E27FC236}">
                <a16:creationId xmlns:a16="http://schemas.microsoft.com/office/drawing/2014/main" id="{52305CC2-860C-4529-886D-18BF7203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47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5">
            <a:extLst xmlns:a="http://schemas.openxmlformats.org/drawingml/2006/main">
              <a:ext uri="{FF2B5EF4-FFF2-40B4-BE49-F238E27FC236}">
                <a16:creationId xmlns:a16="http://schemas.microsoft.com/office/drawing/2014/main" id="{80230682-84AF-4C5F-B6E4-6433926E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29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5">
            <a:extLst xmlns:a="http://schemas.openxmlformats.org/drawingml/2006/main">
              <a:ext uri="{FF2B5EF4-FFF2-40B4-BE49-F238E27FC236}">
                <a16:creationId xmlns:a16="http://schemas.microsoft.com/office/drawing/2014/main" id="{DE660E41-C2E0-4033-BC7C-B1A2E266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11" y="460899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5">
            <a:extLst xmlns:a="http://schemas.openxmlformats.org/drawingml/2006/main">
              <a:ext uri="{FF2B5EF4-FFF2-40B4-BE49-F238E27FC236}">
                <a16:creationId xmlns:a16="http://schemas.microsoft.com/office/drawing/2014/main" id="{040EA487-15A5-45BE-A096-A5C16F41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2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5">
            <a:extLst xmlns:a="http://schemas.openxmlformats.org/drawingml/2006/main">
              <a:ext uri="{FF2B5EF4-FFF2-40B4-BE49-F238E27FC236}">
                <a16:creationId xmlns:a16="http://schemas.microsoft.com/office/drawing/2014/main" id="{51BBB8E0-A6FC-4CD5-BF20-10C2D85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034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5">
            <a:extLst xmlns:a="http://schemas.openxmlformats.org/drawingml/2006/main">
              <a:ext uri="{FF2B5EF4-FFF2-40B4-BE49-F238E27FC236}">
                <a16:creationId xmlns:a16="http://schemas.microsoft.com/office/drawing/2014/main" id="{D00AAA06-679A-4AAE-9412-F2AEAC7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118" y="460899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5">
            <a:extLst xmlns:a="http://schemas.openxmlformats.org/drawingml/2006/main">
              <a:ext uri="{FF2B5EF4-FFF2-40B4-BE49-F238E27FC236}">
                <a16:creationId xmlns:a16="http://schemas.microsoft.com/office/drawing/2014/main" id="{A87433DA-6C7E-470C-A307-84D0E502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159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5">
            <a:extLst xmlns:a="http://schemas.openxmlformats.org/drawingml/2006/main">
              <a:ext uri="{FF2B5EF4-FFF2-40B4-BE49-F238E27FC236}">
                <a16:creationId xmlns:a16="http://schemas.microsoft.com/office/drawing/2014/main" id="{481FAEFD-3554-41A1-A529-9D340A0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241" y="460899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5">
            <a:extLst xmlns:a="http://schemas.openxmlformats.org/drawingml/2006/main">
              <a:ext uri="{FF2B5EF4-FFF2-40B4-BE49-F238E27FC236}">
                <a16:creationId xmlns:a16="http://schemas.microsoft.com/office/drawing/2014/main" id="{08F3B3AC-E87A-4BA6-B19E-8E5E97B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47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5">
            <a:extLst xmlns:a="http://schemas.openxmlformats.org/drawingml/2006/main">
              <a:ext uri="{FF2B5EF4-FFF2-40B4-BE49-F238E27FC236}">
                <a16:creationId xmlns:a16="http://schemas.microsoft.com/office/drawing/2014/main" id="{D4EF7435-5E70-469C-8599-900C6CEE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29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5">
            <a:extLst xmlns:a="http://schemas.openxmlformats.org/drawingml/2006/main">
              <a:ext uri="{FF2B5EF4-FFF2-40B4-BE49-F238E27FC236}">
                <a16:creationId xmlns:a16="http://schemas.microsoft.com/office/drawing/2014/main" id="{D01447C2-3B17-416F-B954-230BBC8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11" y="479429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5">
            <a:extLst xmlns:a="http://schemas.openxmlformats.org/drawingml/2006/main">
              <a:ext uri="{FF2B5EF4-FFF2-40B4-BE49-F238E27FC236}">
                <a16:creationId xmlns:a16="http://schemas.microsoft.com/office/drawing/2014/main" id="{C72F89FC-0906-47D8-BC31-D8723278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2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5">
            <a:extLst xmlns:a="http://schemas.openxmlformats.org/drawingml/2006/main">
              <a:ext uri="{FF2B5EF4-FFF2-40B4-BE49-F238E27FC236}">
                <a16:creationId xmlns:a16="http://schemas.microsoft.com/office/drawing/2014/main" id="{CBC00424-ABE9-4A0F-9FC8-6802A01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034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5">
            <a:extLst xmlns:a="http://schemas.openxmlformats.org/drawingml/2006/main">
              <a:ext uri="{FF2B5EF4-FFF2-40B4-BE49-F238E27FC236}">
                <a16:creationId xmlns:a16="http://schemas.microsoft.com/office/drawing/2014/main" id="{1E47F7B0-508C-4054-9476-2DF2D311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118" y="479429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5">
            <a:extLst xmlns:a="http://schemas.openxmlformats.org/drawingml/2006/main">
              <a:ext uri="{FF2B5EF4-FFF2-40B4-BE49-F238E27FC236}">
                <a16:creationId xmlns:a16="http://schemas.microsoft.com/office/drawing/2014/main" id="{B6E4FAB1-48F4-4DE1-9EF3-EF7D62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159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5">
            <a:extLst xmlns:a="http://schemas.openxmlformats.org/drawingml/2006/main">
              <a:ext uri="{FF2B5EF4-FFF2-40B4-BE49-F238E27FC236}">
                <a16:creationId xmlns:a16="http://schemas.microsoft.com/office/drawing/2014/main" id="{198244C0-2653-4BD3-B419-93C30B59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241" y="479429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5">
            <a:extLst xmlns:a="http://schemas.openxmlformats.org/drawingml/2006/main">
              <a:ext uri="{FF2B5EF4-FFF2-40B4-BE49-F238E27FC236}">
                <a16:creationId xmlns:a16="http://schemas.microsoft.com/office/drawing/2014/main" id="{EBDA70C1-3806-44A5-B97B-97050B4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47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5">
            <a:extLst xmlns:a="http://schemas.openxmlformats.org/drawingml/2006/main">
              <a:ext uri="{FF2B5EF4-FFF2-40B4-BE49-F238E27FC236}">
                <a16:creationId xmlns:a16="http://schemas.microsoft.com/office/drawing/2014/main" id="{D6B86F8C-7E5F-4A49-9CA8-4AF2FF7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29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5">
            <a:extLst xmlns:a="http://schemas.openxmlformats.org/drawingml/2006/main">
              <a:ext uri="{FF2B5EF4-FFF2-40B4-BE49-F238E27FC236}">
                <a16:creationId xmlns:a16="http://schemas.microsoft.com/office/drawing/2014/main" id="{91D36919-4DB1-40A1-A828-FBC5A4C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11" y="498107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5">
            <a:extLst xmlns:a="http://schemas.openxmlformats.org/drawingml/2006/main">
              <a:ext uri="{FF2B5EF4-FFF2-40B4-BE49-F238E27FC236}">
                <a16:creationId xmlns:a16="http://schemas.microsoft.com/office/drawing/2014/main" id="{A2690C68-D304-4C6C-BA07-749FF9CE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2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5">
            <a:extLst xmlns:a="http://schemas.openxmlformats.org/drawingml/2006/main">
              <a:ext uri="{FF2B5EF4-FFF2-40B4-BE49-F238E27FC236}">
                <a16:creationId xmlns:a16="http://schemas.microsoft.com/office/drawing/2014/main" id="{1678297C-4D8A-41C7-8691-CE1D1CB8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034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5">
            <a:extLst xmlns:a="http://schemas.openxmlformats.org/drawingml/2006/main">
              <a:ext uri="{FF2B5EF4-FFF2-40B4-BE49-F238E27FC236}">
                <a16:creationId xmlns:a16="http://schemas.microsoft.com/office/drawing/2014/main" id="{4A896EEC-2F3E-46B1-9BFA-244C7BA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118" y="498107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5">
            <a:extLst xmlns:a="http://schemas.openxmlformats.org/drawingml/2006/main">
              <a:ext uri="{FF2B5EF4-FFF2-40B4-BE49-F238E27FC236}">
                <a16:creationId xmlns:a16="http://schemas.microsoft.com/office/drawing/2014/main" id="{176C70D6-43BD-4726-8023-48714D11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159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5">
            <a:extLst xmlns:a="http://schemas.openxmlformats.org/drawingml/2006/main">
              <a:ext uri="{FF2B5EF4-FFF2-40B4-BE49-F238E27FC236}">
                <a16:creationId xmlns:a16="http://schemas.microsoft.com/office/drawing/2014/main" id="{BC8C5C52-F7E1-49C9-8B48-A31622D1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241" y="498107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5">
            <a:extLst xmlns:a="http://schemas.openxmlformats.org/drawingml/2006/main">
              <a:ext uri="{FF2B5EF4-FFF2-40B4-BE49-F238E27FC236}">
                <a16:creationId xmlns:a16="http://schemas.microsoft.com/office/drawing/2014/main" id="{A4456345-928F-408B-870A-A5407152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47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5">
            <a:extLst xmlns:a="http://schemas.openxmlformats.org/drawingml/2006/main">
              <a:ext uri="{FF2B5EF4-FFF2-40B4-BE49-F238E27FC236}">
                <a16:creationId xmlns:a16="http://schemas.microsoft.com/office/drawing/2014/main" id="{97369E40-27D7-4C3F-AE63-C37634D5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29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5">
            <a:extLst xmlns:a="http://schemas.openxmlformats.org/drawingml/2006/main">
              <a:ext uri="{FF2B5EF4-FFF2-40B4-BE49-F238E27FC236}">
                <a16:creationId xmlns:a16="http://schemas.microsoft.com/office/drawing/2014/main" id="{4EAACC3F-B307-47AC-AE5B-0A8052A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11" y="516781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5">
            <a:extLst xmlns:a="http://schemas.openxmlformats.org/drawingml/2006/main">
              <a:ext uri="{FF2B5EF4-FFF2-40B4-BE49-F238E27FC236}">
                <a16:creationId xmlns:a16="http://schemas.microsoft.com/office/drawing/2014/main" id="{B0BB8763-C9BA-4EB4-AB78-7EF8B9A9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2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5">
            <a:extLst xmlns:a="http://schemas.openxmlformats.org/drawingml/2006/main">
              <a:ext uri="{FF2B5EF4-FFF2-40B4-BE49-F238E27FC236}">
                <a16:creationId xmlns:a16="http://schemas.microsoft.com/office/drawing/2014/main" id="{A9872D89-4895-4D6F-9ED2-9EF45D1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034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5">
            <a:extLst xmlns:a="http://schemas.openxmlformats.org/drawingml/2006/main">
              <a:ext uri="{FF2B5EF4-FFF2-40B4-BE49-F238E27FC236}">
                <a16:creationId xmlns:a16="http://schemas.microsoft.com/office/drawing/2014/main" id="{EAC68D19-02CC-4AB0-8534-532D01F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118" y="516781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5">
            <a:extLst xmlns:a="http://schemas.openxmlformats.org/drawingml/2006/main">
              <a:ext uri="{FF2B5EF4-FFF2-40B4-BE49-F238E27FC236}">
                <a16:creationId xmlns:a16="http://schemas.microsoft.com/office/drawing/2014/main" id="{E2E8D3C5-9D30-4E1C-9883-80A9179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159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5">
            <a:extLst xmlns:a="http://schemas.openxmlformats.org/drawingml/2006/main">
              <a:ext uri="{FF2B5EF4-FFF2-40B4-BE49-F238E27FC236}">
                <a16:creationId xmlns:a16="http://schemas.microsoft.com/office/drawing/2014/main" id="{D3CFAB5F-0A36-4C2A-AEC7-A970C986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241" y="516781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hree column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3" name="Google Shape;803;p16">
            <a:extLst xmlns:a="http://schemas.openxmlformats.org/drawingml/2006/main">
              <a:ext uri="{FF2B5EF4-FFF2-40B4-BE49-F238E27FC236}">
                <a16:creationId xmlns:a16="http://schemas.microsoft.com/office/drawing/2014/main" id="{D562B5B4-89CD-48BA-8E73-67FF06C5D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804" name="Google Shape;804;p16">
            <a:extLst xmlns:a="http://schemas.openxmlformats.org/drawingml/2006/main">
              <a:ext uri="{FF2B5EF4-FFF2-40B4-BE49-F238E27FC236}">
                <a16:creationId xmlns:a16="http://schemas.microsoft.com/office/drawing/2014/main" id="{C901CC77-F1CD-4E49-86AF-91FB01C809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87200" y="1527225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5" name="Google Shape;805;p16">
            <a:extLst xmlns:a="http://schemas.openxmlformats.org/drawingml/2006/main">
              <a:ext uri="{FF2B5EF4-FFF2-40B4-BE49-F238E27FC236}">
                <a16:creationId xmlns:a16="http://schemas.microsoft.com/office/drawing/2014/main" id="{65EEA2A6-5F0C-47F1-A97D-65B5C534048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87200" y="3272300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6" name="Google Shape;806;p16">
            <a:extLst xmlns:a="http://schemas.openxmlformats.org/drawingml/2006/main">
              <a:ext uri="{FF2B5EF4-FFF2-40B4-BE49-F238E27FC236}">
                <a16:creationId xmlns:a16="http://schemas.microsoft.com/office/drawing/2014/main" id="{EE8A1467-AB6F-4EFC-9E9D-A24357B5E8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055150" y="2399763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7" name="Google Shape;807;p16">
            <a:extLst xmlns:a="http://schemas.openxmlformats.org/drawingml/2006/main">
              <a:ext uri="{FF2B5EF4-FFF2-40B4-BE49-F238E27FC236}">
                <a16:creationId xmlns:a16="http://schemas.microsoft.com/office/drawing/2014/main" id="{3FF98A42-13D5-44FE-9C96-C5103E383B6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87200" y="1138350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08" name="Google Shape;808;p16">
            <a:extLst xmlns:a="http://schemas.openxmlformats.org/drawingml/2006/main">
              <a:ext uri="{FF2B5EF4-FFF2-40B4-BE49-F238E27FC236}">
                <a16:creationId xmlns:a16="http://schemas.microsoft.com/office/drawing/2014/main" id="{171FABD6-8B77-4B11-B68C-D1BE93D85230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187225" y="2883425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09" name="Google Shape;809;p16">
            <a:extLst xmlns:a="http://schemas.openxmlformats.org/drawingml/2006/main">
              <a:ext uri="{FF2B5EF4-FFF2-40B4-BE49-F238E27FC236}">
                <a16:creationId xmlns:a16="http://schemas.microsoft.com/office/drawing/2014/main" id="{391E78B2-3F8B-4C0C-9D76-AD15F7D9B55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055175" y="2010888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10" name="Google Shape;810;p16">
            <a:extLst xmlns:a="http://schemas.openxmlformats.org/drawingml/2006/main">
              <a:ext uri="{FF2B5EF4-FFF2-40B4-BE49-F238E27FC236}">
                <a16:creationId xmlns:a16="http://schemas.microsoft.com/office/drawing/2014/main" id="{5F9B156D-579D-4A50-9C08-C7E2637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783010" y="-10768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6">
            <a:extLst xmlns:a="http://schemas.openxmlformats.org/drawingml/2006/main">
              <a:ext uri="{FF2B5EF4-FFF2-40B4-BE49-F238E27FC236}">
                <a16:creationId xmlns:a16="http://schemas.microsoft.com/office/drawing/2014/main" id="{5AC3056E-1AC3-4A42-A3A7-3A96D5E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3397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6">
            <a:extLst xmlns:a="http://schemas.openxmlformats.org/drawingml/2006/main">
              <a:ext uri="{FF2B5EF4-FFF2-40B4-BE49-F238E27FC236}">
                <a16:creationId xmlns:a16="http://schemas.microsoft.com/office/drawing/2014/main" id="{891E0391-2684-4A3D-B298-64A5060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0479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6">
            <a:extLst xmlns:a="http://schemas.openxmlformats.org/drawingml/2006/main">
              <a:ext uri="{FF2B5EF4-FFF2-40B4-BE49-F238E27FC236}">
                <a16:creationId xmlns:a16="http://schemas.microsoft.com/office/drawing/2014/main" id="{ED6EE837-5C8E-4682-8EEC-D0775CA1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561" y="-7036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6">
            <a:extLst xmlns:a="http://schemas.openxmlformats.org/drawingml/2006/main">
              <a:ext uri="{FF2B5EF4-FFF2-40B4-BE49-F238E27FC236}">
                <a16:creationId xmlns:a16="http://schemas.microsoft.com/office/drawing/2014/main" id="{7F9CF168-1F64-45D1-BA18-B4F9BCC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602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6">
            <a:extLst xmlns:a="http://schemas.openxmlformats.org/drawingml/2006/main">
              <a:ext uri="{FF2B5EF4-FFF2-40B4-BE49-F238E27FC236}">
                <a16:creationId xmlns:a16="http://schemas.microsoft.com/office/drawing/2014/main" id="{9747E8BE-CA6E-4D17-83A3-38D04C68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1684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6">
            <a:extLst xmlns:a="http://schemas.openxmlformats.org/drawingml/2006/main">
              <a:ext uri="{FF2B5EF4-FFF2-40B4-BE49-F238E27FC236}">
                <a16:creationId xmlns:a16="http://schemas.microsoft.com/office/drawing/2014/main" id="{F8EA2778-2427-4FD3-B8EE-9B6B667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768" y="-7036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6">
            <a:extLst xmlns:a="http://schemas.openxmlformats.org/drawingml/2006/main">
              <a:ext uri="{FF2B5EF4-FFF2-40B4-BE49-F238E27FC236}">
                <a16:creationId xmlns:a16="http://schemas.microsoft.com/office/drawing/2014/main" id="{F31B25BB-9A78-4A5C-A175-1589136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5809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6">
            <a:extLst xmlns:a="http://schemas.openxmlformats.org/drawingml/2006/main">
              <a:ext uri="{FF2B5EF4-FFF2-40B4-BE49-F238E27FC236}">
                <a16:creationId xmlns:a16="http://schemas.microsoft.com/office/drawing/2014/main" id="{9D4F1774-6BBD-43C9-AEE4-3CD3252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2891" y="-703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6">
            <a:extLst xmlns:a="http://schemas.openxmlformats.org/drawingml/2006/main">
              <a:ext uri="{FF2B5EF4-FFF2-40B4-BE49-F238E27FC236}">
                <a16:creationId xmlns:a16="http://schemas.microsoft.com/office/drawing/2014/main" id="{43F84948-7919-4932-99D7-CB9A98E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3397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6">
            <a:extLst xmlns:a="http://schemas.openxmlformats.org/drawingml/2006/main">
              <a:ext uri="{FF2B5EF4-FFF2-40B4-BE49-F238E27FC236}">
                <a16:creationId xmlns:a16="http://schemas.microsoft.com/office/drawing/2014/main" id="{658DF8E6-23E3-43D9-B8E2-9E53AFF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0479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6">
            <a:extLst xmlns:a="http://schemas.openxmlformats.org/drawingml/2006/main">
              <a:ext uri="{FF2B5EF4-FFF2-40B4-BE49-F238E27FC236}">
                <a16:creationId xmlns:a16="http://schemas.microsoft.com/office/drawing/2014/main" id="{A628C3DA-C03A-4530-B211-C8734DD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561" y="11493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6">
            <a:extLst xmlns:a="http://schemas.openxmlformats.org/drawingml/2006/main">
              <a:ext uri="{FF2B5EF4-FFF2-40B4-BE49-F238E27FC236}">
                <a16:creationId xmlns:a16="http://schemas.microsoft.com/office/drawing/2014/main" id="{344540C2-1120-4887-B475-B32337C7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602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6">
            <a:extLst xmlns:a="http://schemas.openxmlformats.org/drawingml/2006/main">
              <a:ext uri="{FF2B5EF4-FFF2-40B4-BE49-F238E27FC236}">
                <a16:creationId xmlns:a16="http://schemas.microsoft.com/office/drawing/2014/main" id="{07C9AD0A-9E9E-4FD8-978B-DEAAF05C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1684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6">
            <a:extLst xmlns:a="http://schemas.openxmlformats.org/drawingml/2006/main">
              <a:ext uri="{FF2B5EF4-FFF2-40B4-BE49-F238E27FC236}">
                <a16:creationId xmlns:a16="http://schemas.microsoft.com/office/drawing/2014/main" id="{BB03EA9B-AF21-4CD2-93B1-59C06531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768" y="11493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6">
            <a:extLst xmlns:a="http://schemas.openxmlformats.org/drawingml/2006/main">
              <a:ext uri="{FF2B5EF4-FFF2-40B4-BE49-F238E27FC236}">
                <a16:creationId xmlns:a16="http://schemas.microsoft.com/office/drawing/2014/main" id="{D1C4006E-5902-4C8C-9C8C-56682DD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5809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6">
            <a:extLst xmlns:a="http://schemas.openxmlformats.org/drawingml/2006/main">
              <a:ext uri="{FF2B5EF4-FFF2-40B4-BE49-F238E27FC236}">
                <a16:creationId xmlns:a16="http://schemas.microsoft.com/office/drawing/2014/main" id="{820FB92B-D623-40BE-A55E-0923CA8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2891" y="1149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6">
            <a:extLst xmlns:a="http://schemas.openxmlformats.org/drawingml/2006/main">
              <a:ext uri="{FF2B5EF4-FFF2-40B4-BE49-F238E27FC236}">
                <a16:creationId xmlns:a16="http://schemas.microsoft.com/office/drawing/2014/main" id="{AAE78DF0-C538-47BE-8C08-9A58A51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3397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6">
            <a:extLst xmlns:a="http://schemas.openxmlformats.org/drawingml/2006/main">
              <a:ext uri="{FF2B5EF4-FFF2-40B4-BE49-F238E27FC236}">
                <a16:creationId xmlns:a16="http://schemas.microsoft.com/office/drawing/2014/main" id="{900B62D5-90A7-4C4D-B9C5-D0A1717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0479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6">
            <a:extLst xmlns:a="http://schemas.openxmlformats.org/drawingml/2006/main">
              <a:ext uri="{FF2B5EF4-FFF2-40B4-BE49-F238E27FC236}">
                <a16:creationId xmlns:a16="http://schemas.microsoft.com/office/drawing/2014/main" id="{148596CC-CEF1-4993-A049-9E5BA9AE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561" y="301713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6">
            <a:extLst xmlns:a="http://schemas.openxmlformats.org/drawingml/2006/main">
              <a:ext uri="{FF2B5EF4-FFF2-40B4-BE49-F238E27FC236}">
                <a16:creationId xmlns:a16="http://schemas.microsoft.com/office/drawing/2014/main" id="{A3DE3C68-4275-4316-9944-EB4FF9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602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6">
            <a:extLst xmlns:a="http://schemas.openxmlformats.org/drawingml/2006/main">
              <a:ext uri="{FF2B5EF4-FFF2-40B4-BE49-F238E27FC236}">
                <a16:creationId xmlns:a16="http://schemas.microsoft.com/office/drawing/2014/main" id="{8011C829-C193-4DE1-8AAB-0BD6A013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1684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6">
            <a:extLst xmlns:a="http://schemas.openxmlformats.org/drawingml/2006/main">
              <a:ext uri="{FF2B5EF4-FFF2-40B4-BE49-F238E27FC236}">
                <a16:creationId xmlns:a16="http://schemas.microsoft.com/office/drawing/2014/main" id="{D91BB122-7355-43EC-98F2-D45AA8E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768" y="301713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6">
            <a:extLst xmlns:a="http://schemas.openxmlformats.org/drawingml/2006/main">
              <a:ext uri="{FF2B5EF4-FFF2-40B4-BE49-F238E27FC236}">
                <a16:creationId xmlns:a16="http://schemas.microsoft.com/office/drawing/2014/main" id="{76F92DD2-F37A-46BE-B280-B2B2451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5809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6">
            <a:extLst xmlns:a="http://schemas.openxmlformats.org/drawingml/2006/main">
              <a:ext uri="{FF2B5EF4-FFF2-40B4-BE49-F238E27FC236}">
                <a16:creationId xmlns:a16="http://schemas.microsoft.com/office/drawing/2014/main" id="{F2FF3285-D66D-4EB8-AD1F-558FBC0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2891" y="3017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6">
            <a:extLst xmlns:a="http://schemas.openxmlformats.org/drawingml/2006/main">
              <a:ext uri="{FF2B5EF4-FFF2-40B4-BE49-F238E27FC236}">
                <a16:creationId xmlns:a16="http://schemas.microsoft.com/office/drawing/2014/main" id="{A4FAD6A5-AC03-4511-A2BB-012238D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3397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6">
            <a:extLst xmlns:a="http://schemas.openxmlformats.org/drawingml/2006/main">
              <a:ext uri="{FF2B5EF4-FFF2-40B4-BE49-F238E27FC236}">
                <a16:creationId xmlns:a16="http://schemas.microsoft.com/office/drawing/2014/main" id="{78877C7E-D3D3-43D6-B76C-9E44A9F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0479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6">
            <a:extLst xmlns:a="http://schemas.openxmlformats.org/drawingml/2006/main">
              <a:ext uri="{FF2B5EF4-FFF2-40B4-BE49-F238E27FC236}">
                <a16:creationId xmlns:a16="http://schemas.microsoft.com/office/drawing/2014/main" id="{BBCE9AF7-8B3D-4A3F-9D8C-C17ED34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561" y="48845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6">
            <a:extLst xmlns:a="http://schemas.openxmlformats.org/drawingml/2006/main">
              <a:ext uri="{FF2B5EF4-FFF2-40B4-BE49-F238E27FC236}">
                <a16:creationId xmlns:a16="http://schemas.microsoft.com/office/drawing/2014/main" id="{DA31898E-91D2-4042-9A2F-64F37C22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602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6">
            <a:extLst xmlns:a="http://schemas.openxmlformats.org/drawingml/2006/main">
              <a:ext uri="{FF2B5EF4-FFF2-40B4-BE49-F238E27FC236}">
                <a16:creationId xmlns:a16="http://schemas.microsoft.com/office/drawing/2014/main" id="{7286820D-6149-4FA6-B8A6-C1BBE0E6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1684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6">
            <a:extLst xmlns:a="http://schemas.openxmlformats.org/drawingml/2006/main">
              <a:ext uri="{FF2B5EF4-FFF2-40B4-BE49-F238E27FC236}">
                <a16:creationId xmlns:a16="http://schemas.microsoft.com/office/drawing/2014/main" id="{6F346C56-5552-406C-93C7-23CC3927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768" y="48845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6">
            <a:extLst xmlns:a="http://schemas.openxmlformats.org/drawingml/2006/main">
              <a:ext uri="{FF2B5EF4-FFF2-40B4-BE49-F238E27FC236}">
                <a16:creationId xmlns:a16="http://schemas.microsoft.com/office/drawing/2014/main" id="{FC5F289F-EDC7-43FF-A51A-89AC6FF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5809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6">
            <a:extLst xmlns:a="http://schemas.openxmlformats.org/drawingml/2006/main">
              <a:ext uri="{FF2B5EF4-FFF2-40B4-BE49-F238E27FC236}">
                <a16:creationId xmlns:a16="http://schemas.microsoft.com/office/drawing/2014/main" id="{ED3F4A7C-E22F-4165-8B86-95F9AFC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2891" y="4884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6">
            <a:extLst xmlns:a="http://schemas.openxmlformats.org/drawingml/2006/main">
              <a:ext uri="{FF2B5EF4-FFF2-40B4-BE49-F238E27FC236}">
                <a16:creationId xmlns:a16="http://schemas.microsoft.com/office/drawing/2014/main" id="{E01B8726-3FC4-4417-92D9-977B3C6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3051" y="2028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6">
            <a:extLst xmlns:a="http://schemas.openxmlformats.org/drawingml/2006/main">
              <a:ext uri="{FF2B5EF4-FFF2-40B4-BE49-F238E27FC236}">
                <a16:creationId xmlns:a16="http://schemas.microsoft.com/office/drawing/2014/main" id="{5EE98123-5124-4A66-B0B1-F28B1552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7" y="724808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6">
            <a:extLst xmlns:a="http://schemas.openxmlformats.org/drawingml/2006/main">
              <a:ext uri="{FF2B5EF4-FFF2-40B4-BE49-F238E27FC236}">
                <a16:creationId xmlns:a16="http://schemas.microsoft.com/office/drawing/2014/main" id="{028A8319-F9D1-49A4-A1F5-84488DB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7" y="760642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four columns">
  <p:cSld name="CUSTOM_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0" name="Google Shape;850;p17">
            <a:extLst xmlns:a="http://schemas.openxmlformats.org/drawingml/2006/main">
              <a:ext uri="{FF2B5EF4-FFF2-40B4-BE49-F238E27FC236}">
                <a16:creationId xmlns:a16="http://schemas.microsoft.com/office/drawing/2014/main" id="{E31E3B07-E4E7-4D21-A9EB-1C1386E5F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851" name="Google Shape;851;p17">
            <a:extLst xmlns:a="http://schemas.openxmlformats.org/drawingml/2006/main">
              <a:ext uri="{FF2B5EF4-FFF2-40B4-BE49-F238E27FC236}">
                <a16:creationId xmlns:a16="http://schemas.microsoft.com/office/drawing/2014/main" id="{4E433156-7EDD-454C-8128-B507EC284A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6614" y="1913959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2" name="Google Shape;852;p17">
            <a:extLst xmlns:a="http://schemas.openxmlformats.org/drawingml/2006/main">
              <a:ext uri="{FF2B5EF4-FFF2-40B4-BE49-F238E27FC236}">
                <a16:creationId xmlns:a16="http://schemas.microsoft.com/office/drawing/2014/main" id="{121DB867-27AE-4153-A1B7-94898AFD77A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16614" y="3789800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3" name="Google Shape;853;p17">
            <a:extLst xmlns:a="http://schemas.openxmlformats.org/drawingml/2006/main">
              <a:ext uri="{FF2B5EF4-FFF2-40B4-BE49-F238E27FC236}">
                <a16:creationId xmlns:a16="http://schemas.microsoft.com/office/drawing/2014/main" id="{D57CF678-F2D2-441D-8F1E-55749ECB1A4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80089" y="1913959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4" name="Google Shape;854;p17">
            <a:extLst xmlns:a="http://schemas.openxmlformats.org/drawingml/2006/main">
              <a:ext uri="{FF2B5EF4-FFF2-40B4-BE49-F238E27FC236}">
                <a16:creationId xmlns:a16="http://schemas.microsoft.com/office/drawing/2014/main" id="{33AE75E1-C6F5-4D4E-B520-D05F035A85F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680089" y="3789800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5" name="Google Shape;855;p17">
            <a:extLst xmlns:a="http://schemas.openxmlformats.org/drawingml/2006/main">
              <a:ext uri="{FF2B5EF4-FFF2-40B4-BE49-F238E27FC236}">
                <a16:creationId xmlns:a16="http://schemas.microsoft.com/office/drawing/2014/main" id="{C1F6BB9D-F758-46ED-8BDB-4740D7EA3188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716611" y="1109788"/>
            <a:ext cx="671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6" name="Google Shape;856;p17">
            <a:extLst xmlns:a="http://schemas.openxmlformats.org/drawingml/2006/main">
              <a:ext uri="{FF2B5EF4-FFF2-40B4-BE49-F238E27FC236}">
                <a16:creationId xmlns:a16="http://schemas.microsoft.com/office/drawing/2014/main" id="{7DDB4086-4BB0-4A02-8D2F-6C29BF86ED8A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4682711" y="1109788"/>
            <a:ext cx="671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7" name="Google Shape;857;p17">
            <a:extLst xmlns:a="http://schemas.openxmlformats.org/drawingml/2006/main">
              <a:ext uri="{FF2B5EF4-FFF2-40B4-BE49-F238E27FC236}">
                <a16:creationId xmlns:a16="http://schemas.microsoft.com/office/drawing/2014/main" id="{AD64DC89-203C-45B2-97C8-2F58CD79CBE6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716622" y="2989836"/>
            <a:ext cx="671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8" name="Google Shape;858;p17">
            <a:extLst xmlns:a="http://schemas.openxmlformats.org/drawingml/2006/main">
              <a:ext uri="{FF2B5EF4-FFF2-40B4-BE49-F238E27FC236}">
                <a16:creationId xmlns:a16="http://schemas.microsoft.com/office/drawing/2014/main" id="{D68809C4-C97F-4080-864D-E26D37112603}"/>
              </a:ext>
            </a:extLst>
          </p:cNvPr>
          <p:cNvSpPr>
            <a:spLocks xmlns:a="http://schemas.openxmlformats.org/drawingml/2006/main" noGrp="1"/>
          </p:cNvSpPr>
          <p:nvPr>
            <p:ph type="title" idx="8" hasCustomPrompt="1"/>
          </p:nvPr>
        </p:nvSpPr>
        <p:spPr>
          <a:xfrm xmlns:a="http://schemas.openxmlformats.org/drawingml/2006/main">
            <a:off x="4682717" y="2989838"/>
            <a:ext cx="671100" cy="44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59" name="Google Shape;859;p17">
            <a:extLst xmlns:a="http://schemas.openxmlformats.org/drawingml/2006/main">
              <a:ext uri="{FF2B5EF4-FFF2-40B4-BE49-F238E27FC236}">
                <a16:creationId xmlns:a16="http://schemas.microsoft.com/office/drawing/2014/main" id="{363D5AC9-D38A-4AA5-9BD7-804EA9451BB3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716614" y="155740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60" name="Google Shape;860;p17">
            <a:extLst xmlns:a="http://schemas.openxmlformats.org/drawingml/2006/main">
              <a:ext uri="{FF2B5EF4-FFF2-40B4-BE49-F238E27FC236}">
                <a16:creationId xmlns:a16="http://schemas.microsoft.com/office/drawing/2014/main" id="{F4FE8162-1103-48AB-8F07-DCBACDD32B9B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16614" y="343745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61" name="Google Shape;861;p17">
            <a:extLst xmlns:a="http://schemas.openxmlformats.org/drawingml/2006/main">
              <a:ext uri="{FF2B5EF4-FFF2-40B4-BE49-F238E27FC236}">
                <a16:creationId xmlns:a16="http://schemas.microsoft.com/office/drawing/2014/main" id="{79AF40D4-451F-47D4-8167-E1F6EEF7BA9D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680089" y="155740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62" name="Google Shape;862;p17">
            <a:extLst xmlns:a="http://schemas.openxmlformats.org/drawingml/2006/main">
              <a:ext uri="{FF2B5EF4-FFF2-40B4-BE49-F238E27FC236}">
                <a16:creationId xmlns:a16="http://schemas.microsoft.com/office/drawing/2014/main" id="{2480C867-F6C7-4A8C-8888-E0A3FB336937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4680089" y="3437447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863" name="Google Shape;863;p17">
            <a:extLst xmlns:a="http://schemas.openxmlformats.org/drawingml/2006/main">
              <a:ext uri="{FF2B5EF4-FFF2-40B4-BE49-F238E27FC236}">
                <a16:creationId xmlns:a16="http://schemas.microsoft.com/office/drawing/2014/main" id="{F12A862F-D964-4650-94AB-608C73E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7568645" y="509385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7">
            <a:extLst xmlns:a="http://schemas.openxmlformats.org/drawingml/2006/main">
              <a:ext uri="{FF2B5EF4-FFF2-40B4-BE49-F238E27FC236}">
                <a16:creationId xmlns:a16="http://schemas.microsoft.com/office/drawing/2014/main" id="{FD0222FC-F3AA-41D1-8F3C-C39721BD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20346" y="4734996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7">
            <a:extLst xmlns:a="http://schemas.openxmlformats.org/drawingml/2006/main">
              <a:ext uri="{FF2B5EF4-FFF2-40B4-BE49-F238E27FC236}">
                <a16:creationId xmlns:a16="http://schemas.microsoft.com/office/drawing/2014/main" id="{1D943D65-DB18-4285-AF7A-9B02D19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4475" y="4670663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7">
            <a:extLst xmlns:a="http://schemas.openxmlformats.org/drawingml/2006/main">
              <a:ext uri="{FF2B5EF4-FFF2-40B4-BE49-F238E27FC236}">
                <a16:creationId xmlns:a16="http://schemas.microsoft.com/office/drawing/2014/main" id="{4C076CB1-FCC0-4E06-BB65-77C37EC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92373" y="3662965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7">
            <a:extLst xmlns:a="http://schemas.openxmlformats.org/drawingml/2006/main">
              <a:ext uri="{FF2B5EF4-FFF2-40B4-BE49-F238E27FC236}">
                <a16:creationId xmlns:a16="http://schemas.microsoft.com/office/drawing/2014/main" id="{A020B128-BA1A-4916-8E07-4438287A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02170" y="3753168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7">
            <a:extLst xmlns:a="http://schemas.openxmlformats.org/drawingml/2006/main">
              <a:ext uri="{FF2B5EF4-FFF2-40B4-BE49-F238E27FC236}">
                <a16:creationId xmlns:a16="http://schemas.microsoft.com/office/drawing/2014/main" id="{7EB3039C-92C4-4FAD-A9FA-9BEAED0E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704503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7">
            <a:extLst xmlns:a="http://schemas.openxmlformats.org/drawingml/2006/main">
              <a:ext uri="{FF2B5EF4-FFF2-40B4-BE49-F238E27FC236}">
                <a16:creationId xmlns:a16="http://schemas.microsoft.com/office/drawing/2014/main" id="{1D36B5A7-FFF2-4CA5-9788-2028D9D2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901585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7">
            <a:extLst xmlns:a="http://schemas.openxmlformats.org/drawingml/2006/main">
              <a:ext uri="{FF2B5EF4-FFF2-40B4-BE49-F238E27FC236}">
                <a16:creationId xmlns:a16="http://schemas.microsoft.com/office/drawing/2014/main" id="{477AF3AC-B118-49E1-86FC-AA92C798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98667" y="437486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7">
            <a:extLst xmlns:a="http://schemas.openxmlformats.org/drawingml/2006/main">
              <a:ext uri="{FF2B5EF4-FFF2-40B4-BE49-F238E27FC236}">
                <a16:creationId xmlns:a16="http://schemas.microsoft.com/office/drawing/2014/main" id="{BF814715-6428-46DC-9AFC-7669B67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95708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7">
            <a:extLst xmlns:a="http://schemas.openxmlformats.org/drawingml/2006/main">
              <a:ext uri="{FF2B5EF4-FFF2-40B4-BE49-F238E27FC236}">
                <a16:creationId xmlns:a16="http://schemas.microsoft.com/office/drawing/2014/main" id="{2E4757E5-F091-4AD5-A4DE-FCE889F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2790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7">
            <a:extLst xmlns:a="http://schemas.openxmlformats.org/drawingml/2006/main">
              <a:ext uri="{FF2B5EF4-FFF2-40B4-BE49-F238E27FC236}">
                <a16:creationId xmlns:a16="http://schemas.microsoft.com/office/drawing/2014/main" id="{7DD1B10B-50D6-4A1D-B1A6-B14A080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9874" y="437486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7">
            <a:extLst xmlns:a="http://schemas.openxmlformats.org/drawingml/2006/main">
              <a:ext uri="{FF2B5EF4-FFF2-40B4-BE49-F238E27FC236}">
                <a16:creationId xmlns:a16="http://schemas.microsoft.com/office/drawing/2014/main" id="{A8D390A3-BDAF-44F0-A1EA-849E1036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6915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7">
            <a:extLst xmlns:a="http://schemas.openxmlformats.org/drawingml/2006/main">
              <a:ext uri="{FF2B5EF4-FFF2-40B4-BE49-F238E27FC236}">
                <a16:creationId xmlns:a16="http://schemas.microsoft.com/office/drawing/2014/main" id="{FB648297-5D52-407E-9BFA-9BB3ADC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3997" y="437486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7">
            <a:extLst xmlns:a="http://schemas.openxmlformats.org/drawingml/2006/main">
              <a:ext uri="{FF2B5EF4-FFF2-40B4-BE49-F238E27FC236}">
                <a16:creationId xmlns:a16="http://schemas.microsoft.com/office/drawing/2014/main" id="{F503E752-CEA3-4CFC-982E-CA94C161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704503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7">
            <a:extLst xmlns:a="http://schemas.openxmlformats.org/drawingml/2006/main">
              <a:ext uri="{FF2B5EF4-FFF2-40B4-BE49-F238E27FC236}">
                <a16:creationId xmlns:a16="http://schemas.microsoft.com/office/drawing/2014/main" id="{CE9C0D6F-35FB-4422-AB5D-227AD69A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901585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7">
            <a:extLst xmlns:a="http://schemas.openxmlformats.org/drawingml/2006/main">
              <a:ext uri="{FF2B5EF4-FFF2-40B4-BE49-F238E27FC236}">
                <a16:creationId xmlns:a16="http://schemas.microsoft.com/office/drawing/2014/main" id="{B19FEE18-55AB-4E76-ACB1-A6A24F9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98667" y="456016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7">
            <a:extLst xmlns:a="http://schemas.openxmlformats.org/drawingml/2006/main">
              <a:ext uri="{FF2B5EF4-FFF2-40B4-BE49-F238E27FC236}">
                <a16:creationId xmlns:a16="http://schemas.microsoft.com/office/drawing/2014/main" id="{96E577AD-F91F-45E9-96CF-0CCF79F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95708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7">
            <a:extLst xmlns:a="http://schemas.openxmlformats.org/drawingml/2006/main">
              <a:ext uri="{FF2B5EF4-FFF2-40B4-BE49-F238E27FC236}">
                <a16:creationId xmlns:a16="http://schemas.microsoft.com/office/drawing/2014/main" id="{0D7B28F4-6E6C-412D-BB7B-BD3DD403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2790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7">
            <a:extLst xmlns:a="http://schemas.openxmlformats.org/drawingml/2006/main">
              <a:ext uri="{FF2B5EF4-FFF2-40B4-BE49-F238E27FC236}">
                <a16:creationId xmlns:a16="http://schemas.microsoft.com/office/drawing/2014/main" id="{9360B34C-F20C-4EFD-B775-3C39F55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9874" y="456016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7">
            <a:extLst xmlns:a="http://schemas.openxmlformats.org/drawingml/2006/main">
              <a:ext uri="{FF2B5EF4-FFF2-40B4-BE49-F238E27FC236}">
                <a16:creationId xmlns:a16="http://schemas.microsoft.com/office/drawing/2014/main" id="{72BA3FC5-3046-4B51-8CC7-0FD6B36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6915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7">
            <a:extLst xmlns:a="http://schemas.openxmlformats.org/drawingml/2006/main">
              <a:ext uri="{FF2B5EF4-FFF2-40B4-BE49-F238E27FC236}">
                <a16:creationId xmlns:a16="http://schemas.microsoft.com/office/drawing/2014/main" id="{D03799EB-A9AC-4054-A26D-680FF72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3997" y="456016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7">
            <a:extLst xmlns:a="http://schemas.openxmlformats.org/drawingml/2006/main">
              <a:ext uri="{FF2B5EF4-FFF2-40B4-BE49-F238E27FC236}">
                <a16:creationId xmlns:a16="http://schemas.microsoft.com/office/drawing/2014/main" id="{1307DCE2-A2A3-43DE-9BBE-4A143EB0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704503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7">
            <a:extLst xmlns:a="http://schemas.openxmlformats.org/drawingml/2006/main">
              <a:ext uri="{FF2B5EF4-FFF2-40B4-BE49-F238E27FC236}">
                <a16:creationId xmlns:a16="http://schemas.microsoft.com/office/drawing/2014/main" id="{BBE12AAF-7310-4958-A341-03EAFB6A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901585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7">
            <a:extLst xmlns:a="http://schemas.openxmlformats.org/drawingml/2006/main">
              <a:ext uri="{FF2B5EF4-FFF2-40B4-BE49-F238E27FC236}">
                <a16:creationId xmlns:a16="http://schemas.microsoft.com/office/drawing/2014/main" id="{2FE00F74-C71C-47E2-88EB-9EF27781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98667" y="474694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7">
            <a:extLst xmlns:a="http://schemas.openxmlformats.org/drawingml/2006/main">
              <a:ext uri="{FF2B5EF4-FFF2-40B4-BE49-F238E27FC236}">
                <a16:creationId xmlns:a16="http://schemas.microsoft.com/office/drawing/2014/main" id="{17C388E1-3BEA-4494-A733-9C7C5F2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95708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>
            <a:extLst xmlns:a="http://schemas.openxmlformats.org/drawingml/2006/main">
              <a:ext uri="{FF2B5EF4-FFF2-40B4-BE49-F238E27FC236}">
                <a16:creationId xmlns:a16="http://schemas.microsoft.com/office/drawing/2014/main" id="{A2AD5535-56F7-4738-97E1-5C18778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2790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7">
            <a:extLst xmlns:a="http://schemas.openxmlformats.org/drawingml/2006/main">
              <a:ext uri="{FF2B5EF4-FFF2-40B4-BE49-F238E27FC236}">
                <a16:creationId xmlns:a16="http://schemas.microsoft.com/office/drawing/2014/main" id="{F7BEEABC-5D93-4CA3-87CD-4337163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9874" y="474694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7">
            <a:extLst xmlns:a="http://schemas.openxmlformats.org/drawingml/2006/main">
              <a:ext uri="{FF2B5EF4-FFF2-40B4-BE49-F238E27FC236}">
                <a16:creationId xmlns:a16="http://schemas.microsoft.com/office/drawing/2014/main" id="{8A49164D-1F63-44C2-8A40-056586B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6915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7">
            <a:extLst xmlns:a="http://schemas.openxmlformats.org/drawingml/2006/main">
              <a:ext uri="{FF2B5EF4-FFF2-40B4-BE49-F238E27FC236}">
                <a16:creationId xmlns:a16="http://schemas.microsoft.com/office/drawing/2014/main" id="{7D50FC6F-2D5E-4604-A43D-915A5534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3997" y="474694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7">
            <a:extLst xmlns:a="http://schemas.openxmlformats.org/drawingml/2006/main">
              <a:ext uri="{FF2B5EF4-FFF2-40B4-BE49-F238E27FC236}">
                <a16:creationId xmlns:a16="http://schemas.microsoft.com/office/drawing/2014/main" id="{DCFAB250-32BD-4C1F-B5E8-3B9E1C96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704503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7">
            <a:extLst xmlns:a="http://schemas.openxmlformats.org/drawingml/2006/main">
              <a:ext uri="{FF2B5EF4-FFF2-40B4-BE49-F238E27FC236}">
                <a16:creationId xmlns:a16="http://schemas.microsoft.com/office/drawing/2014/main" id="{C69BCBD7-2616-4EA4-9624-E77FAD2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3901585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7">
            <a:extLst xmlns:a="http://schemas.openxmlformats.org/drawingml/2006/main">
              <a:ext uri="{FF2B5EF4-FFF2-40B4-BE49-F238E27FC236}">
                <a16:creationId xmlns:a16="http://schemas.microsoft.com/office/drawing/2014/main" id="{136A78F1-A0DA-4F03-9063-21EC97AC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098667" y="493368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7">
            <a:extLst xmlns:a="http://schemas.openxmlformats.org/drawingml/2006/main">
              <a:ext uri="{FF2B5EF4-FFF2-40B4-BE49-F238E27FC236}">
                <a16:creationId xmlns:a16="http://schemas.microsoft.com/office/drawing/2014/main" id="{70EBE840-2B17-4F6A-BBCA-D3535C7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95708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7">
            <a:extLst xmlns:a="http://schemas.openxmlformats.org/drawingml/2006/main">
              <a:ext uri="{FF2B5EF4-FFF2-40B4-BE49-F238E27FC236}">
                <a16:creationId xmlns:a16="http://schemas.microsoft.com/office/drawing/2014/main" id="{D1C3C192-6157-4995-BED4-3202097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2790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7">
            <a:extLst xmlns:a="http://schemas.openxmlformats.org/drawingml/2006/main">
              <a:ext uri="{FF2B5EF4-FFF2-40B4-BE49-F238E27FC236}">
                <a16:creationId xmlns:a16="http://schemas.microsoft.com/office/drawing/2014/main" id="{FA6B808A-13C0-4751-97CF-FF24444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9874" y="493368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7">
            <a:extLst xmlns:a="http://schemas.openxmlformats.org/drawingml/2006/main">
              <a:ext uri="{FF2B5EF4-FFF2-40B4-BE49-F238E27FC236}">
                <a16:creationId xmlns:a16="http://schemas.microsoft.com/office/drawing/2014/main" id="{FC873865-E963-41F9-957D-E54DD4A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6915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7">
            <a:extLst xmlns:a="http://schemas.openxmlformats.org/drawingml/2006/main">
              <a:ext uri="{FF2B5EF4-FFF2-40B4-BE49-F238E27FC236}">
                <a16:creationId xmlns:a16="http://schemas.microsoft.com/office/drawing/2014/main" id="{C4EBBBBC-5D39-496B-8D8A-6BAA2A7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3997" y="493368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4" name="Google Shape;904;p18">
            <a:extLst xmlns:a="http://schemas.openxmlformats.org/drawingml/2006/main">
              <a:ext uri="{FF2B5EF4-FFF2-40B4-BE49-F238E27FC236}">
                <a16:creationId xmlns:a16="http://schemas.microsoft.com/office/drawing/2014/main" id="{FCF54302-32BC-4D92-9D15-F970F07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359745" y="-15431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8">
            <a:extLst xmlns:a="http://schemas.openxmlformats.org/drawingml/2006/main">
              <a:ext uri="{FF2B5EF4-FFF2-40B4-BE49-F238E27FC236}">
                <a16:creationId xmlns:a16="http://schemas.microsoft.com/office/drawing/2014/main" id="{F4D6A4F6-D78E-4CE7-B7D9-8FA6861C72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906" name="Google Shape;906;p18">
            <a:extLst xmlns:a="http://schemas.openxmlformats.org/drawingml/2006/main">
              <a:ext uri="{FF2B5EF4-FFF2-40B4-BE49-F238E27FC236}">
                <a16:creationId xmlns:a16="http://schemas.microsoft.com/office/drawing/2014/main" id="{97EB8A20-EDB6-41C8-B281-137DF90216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2400" y="3101960"/>
            <a:ext cx="76992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07" name="Google Shape;907;p18">
            <a:extLst xmlns:a="http://schemas.openxmlformats.org/drawingml/2006/main">
              <a:ext uri="{FF2B5EF4-FFF2-40B4-BE49-F238E27FC236}">
                <a16:creationId xmlns:a16="http://schemas.microsoft.com/office/drawing/2014/main" id="{FE21DB2C-5313-4B4E-A83A-17A4FA9B998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2400" y="4286250"/>
            <a:ext cx="76992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08" name="Google Shape;908;p18">
            <a:extLst xmlns:a="http://schemas.openxmlformats.org/drawingml/2006/main">
              <a:ext uri="{FF2B5EF4-FFF2-40B4-BE49-F238E27FC236}">
                <a16:creationId xmlns:a16="http://schemas.microsoft.com/office/drawing/2014/main" id="{DEEDE341-C444-42D5-B4DF-E8D6066F6BE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2400" y="3694105"/>
            <a:ext cx="76992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09" name="Google Shape;909;p18">
            <a:extLst xmlns:a="http://schemas.openxmlformats.org/drawingml/2006/main">
              <a:ext uri="{FF2B5EF4-FFF2-40B4-BE49-F238E27FC236}">
                <a16:creationId xmlns:a16="http://schemas.microsoft.com/office/drawing/2014/main" id="{C6062E35-C045-4EE7-9C1A-E16881E3D3EC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2400" y="1325525"/>
            <a:ext cx="76953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10" name="Google Shape;910;p18">
            <a:extLst xmlns:a="http://schemas.openxmlformats.org/drawingml/2006/main">
              <a:ext uri="{FF2B5EF4-FFF2-40B4-BE49-F238E27FC236}">
                <a16:creationId xmlns:a16="http://schemas.microsoft.com/office/drawing/2014/main" id="{582D900F-2CA0-40ED-9CC1-10818D6B920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2400" y="1917670"/>
            <a:ext cx="76953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11" name="Google Shape;911;p18">
            <a:extLst xmlns:a="http://schemas.openxmlformats.org/drawingml/2006/main">
              <a:ext uri="{FF2B5EF4-FFF2-40B4-BE49-F238E27FC236}">
                <a16:creationId xmlns:a16="http://schemas.microsoft.com/office/drawing/2014/main" id="{4AB2F456-32EA-4CD4-9AA7-B22ED6722FD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2400" y="2509815"/>
            <a:ext cx="7695300" cy="31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12" name="Google Shape;912;p18">
            <a:extLst xmlns:a="http://schemas.openxmlformats.org/drawingml/2006/main">
              <a:ext uri="{FF2B5EF4-FFF2-40B4-BE49-F238E27FC236}">
                <a16:creationId xmlns:a16="http://schemas.microsoft.com/office/drawing/2014/main" id="{B3811494-BB14-45B5-B2F6-E17B9B14A7FB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22400" y="2850817"/>
            <a:ext cx="76953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3" name="Google Shape;913;p18">
            <a:extLst xmlns:a="http://schemas.openxmlformats.org/drawingml/2006/main">
              <a:ext uri="{FF2B5EF4-FFF2-40B4-BE49-F238E27FC236}">
                <a16:creationId xmlns:a16="http://schemas.microsoft.com/office/drawing/2014/main" id="{C0A6056D-D2C7-4AC8-865C-A5EC4BB73EF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722400" y="4034779"/>
            <a:ext cx="76953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4" name="Google Shape;914;p18">
            <a:extLst xmlns:a="http://schemas.openxmlformats.org/drawingml/2006/main">
              <a:ext uri="{FF2B5EF4-FFF2-40B4-BE49-F238E27FC236}">
                <a16:creationId xmlns:a16="http://schemas.microsoft.com/office/drawing/2014/main" id="{4326D183-66DB-4BD4-B247-69AC601B791D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722400" y="1666856"/>
            <a:ext cx="76992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5" name="Google Shape;915;p18">
            <a:extLst xmlns:a="http://schemas.openxmlformats.org/drawingml/2006/main">
              <a:ext uri="{FF2B5EF4-FFF2-40B4-BE49-F238E27FC236}">
                <a16:creationId xmlns:a16="http://schemas.microsoft.com/office/drawing/2014/main" id="{F3B4C9B7-3608-413F-863A-F5AC1B03C79C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22400" y="3442798"/>
            <a:ext cx="76953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6" name="Google Shape;916;p18">
            <a:extLst xmlns:a="http://schemas.openxmlformats.org/drawingml/2006/main">
              <a:ext uri="{FF2B5EF4-FFF2-40B4-BE49-F238E27FC236}">
                <a16:creationId xmlns:a16="http://schemas.microsoft.com/office/drawing/2014/main" id="{EFB1728B-3BF2-4521-9FD4-7DA14A166C45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722400" y="1074875"/>
            <a:ext cx="76992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7" name="Google Shape;917;p18">
            <a:extLst xmlns:a="http://schemas.openxmlformats.org/drawingml/2006/main">
              <a:ext uri="{FF2B5EF4-FFF2-40B4-BE49-F238E27FC236}">
                <a16:creationId xmlns:a16="http://schemas.microsoft.com/office/drawing/2014/main" id="{D65BD5FC-CDD3-4778-9D3F-91071D2002A0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722400" y="2258837"/>
            <a:ext cx="7699200" cy="39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919" name="Google Shape;919;p18">
            <a:extLst xmlns:a="http://schemas.openxmlformats.org/drawingml/2006/main">
              <a:ext uri="{FF2B5EF4-FFF2-40B4-BE49-F238E27FC236}">
                <a16:creationId xmlns:a16="http://schemas.microsoft.com/office/drawing/2014/main" id="{EF0CB284-449D-44DE-98AB-D663E83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678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8">
            <a:extLst xmlns:a="http://schemas.openxmlformats.org/drawingml/2006/main">
              <a:ext uri="{FF2B5EF4-FFF2-40B4-BE49-F238E27FC236}">
                <a16:creationId xmlns:a16="http://schemas.microsoft.com/office/drawing/2014/main" id="{503E31FC-02B3-47CF-85A0-C3D984E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760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8">
            <a:extLst xmlns:a="http://schemas.openxmlformats.org/drawingml/2006/main">
              <a:ext uri="{FF2B5EF4-FFF2-40B4-BE49-F238E27FC236}">
                <a16:creationId xmlns:a16="http://schemas.microsoft.com/office/drawing/2014/main" id="{06B23846-1FD2-4018-AA2C-24EC1D5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842" y="-25980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8">
            <a:extLst xmlns:a="http://schemas.openxmlformats.org/drawingml/2006/main">
              <a:ext uri="{FF2B5EF4-FFF2-40B4-BE49-F238E27FC236}">
                <a16:creationId xmlns:a16="http://schemas.microsoft.com/office/drawing/2014/main" id="{AC1D0650-64B3-4ED3-A090-CAA47F0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2883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8">
            <a:extLst xmlns:a="http://schemas.openxmlformats.org/drawingml/2006/main">
              <a:ext uri="{FF2B5EF4-FFF2-40B4-BE49-F238E27FC236}">
                <a16:creationId xmlns:a16="http://schemas.microsoft.com/office/drawing/2014/main" id="{66226F7B-4229-4B70-855B-3A551264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9965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8">
            <a:extLst xmlns:a="http://schemas.openxmlformats.org/drawingml/2006/main">
              <a:ext uri="{FF2B5EF4-FFF2-40B4-BE49-F238E27FC236}">
                <a16:creationId xmlns:a16="http://schemas.microsoft.com/office/drawing/2014/main" id="{4C647DD2-BDCC-4CDE-9734-204AFDE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049" y="-25980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8">
            <a:extLst xmlns:a="http://schemas.openxmlformats.org/drawingml/2006/main">
              <a:ext uri="{FF2B5EF4-FFF2-40B4-BE49-F238E27FC236}">
                <a16:creationId xmlns:a16="http://schemas.microsoft.com/office/drawing/2014/main" id="{D2835F0D-7AA1-4155-AD20-D61E3D4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090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8">
            <a:extLst xmlns:a="http://schemas.openxmlformats.org/drawingml/2006/main">
              <a:ext uri="{FF2B5EF4-FFF2-40B4-BE49-F238E27FC236}">
                <a16:creationId xmlns:a16="http://schemas.microsoft.com/office/drawing/2014/main" id="{DF961A73-AED8-4C69-8D27-AB61AF5B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51172" y="-25980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8">
            <a:extLst xmlns:a="http://schemas.openxmlformats.org/drawingml/2006/main">
              <a:ext uri="{FF2B5EF4-FFF2-40B4-BE49-F238E27FC236}">
                <a16:creationId xmlns:a16="http://schemas.microsoft.com/office/drawing/2014/main" id="{9DECAC60-8DD9-4ECB-977A-B0DDAF1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678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8">
            <a:extLst xmlns:a="http://schemas.openxmlformats.org/drawingml/2006/main">
              <a:ext uri="{FF2B5EF4-FFF2-40B4-BE49-F238E27FC236}">
                <a16:creationId xmlns:a16="http://schemas.microsoft.com/office/drawing/2014/main" id="{815D5F07-1C89-48A4-B047-C963161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760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8">
            <a:extLst xmlns:a="http://schemas.openxmlformats.org/drawingml/2006/main">
              <a:ext uri="{FF2B5EF4-FFF2-40B4-BE49-F238E27FC236}">
                <a16:creationId xmlns:a16="http://schemas.microsoft.com/office/drawing/2014/main" id="{78788559-EB85-4116-80E2-8607D40D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842" y="-7450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8">
            <a:extLst xmlns:a="http://schemas.openxmlformats.org/drawingml/2006/main">
              <a:ext uri="{FF2B5EF4-FFF2-40B4-BE49-F238E27FC236}">
                <a16:creationId xmlns:a16="http://schemas.microsoft.com/office/drawing/2014/main" id="{186A3AA5-67C1-4E7B-A17A-06995F72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2883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8">
            <a:extLst xmlns:a="http://schemas.openxmlformats.org/drawingml/2006/main">
              <a:ext uri="{FF2B5EF4-FFF2-40B4-BE49-F238E27FC236}">
                <a16:creationId xmlns:a16="http://schemas.microsoft.com/office/drawing/2014/main" id="{50A252FA-93E6-4387-A26E-09ACF493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9965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8">
            <a:extLst xmlns:a="http://schemas.openxmlformats.org/drawingml/2006/main">
              <a:ext uri="{FF2B5EF4-FFF2-40B4-BE49-F238E27FC236}">
                <a16:creationId xmlns:a16="http://schemas.microsoft.com/office/drawing/2014/main" id="{3B4E93A4-7EAB-4AEE-87E4-8E5734A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049" y="-7450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8">
            <a:extLst xmlns:a="http://schemas.openxmlformats.org/drawingml/2006/main">
              <a:ext uri="{FF2B5EF4-FFF2-40B4-BE49-F238E27FC236}">
                <a16:creationId xmlns:a16="http://schemas.microsoft.com/office/drawing/2014/main" id="{49883442-631F-4993-B657-3ED9823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090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8">
            <a:extLst xmlns:a="http://schemas.openxmlformats.org/drawingml/2006/main">
              <a:ext uri="{FF2B5EF4-FFF2-40B4-BE49-F238E27FC236}">
                <a16:creationId xmlns:a16="http://schemas.microsoft.com/office/drawing/2014/main" id="{6FD7742E-32D6-49FF-A643-04C9BFB3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51172" y="-7450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8">
            <a:extLst xmlns:a="http://schemas.openxmlformats.org/drawingml/2006/main">
              <a:ext uri="{FF2B5EF4-FFF2-40B4-BE49-F238E27FC236}">
                <a16:creationId xmlns:a16="http://schemas.microsoft.com/office/drawing/2014/main" id="{7DCEF5D2-257C-4DA1-B1B6-4DAA0B6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678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8">
            <a:extLst xmlns:a="http://schemas.openxmlformats.org/drawingml/2006/main">
              <a:ext uri="{FF2B5EF4-FFF2-40B4-BE49-F238E27FC236}">
                <a16:creationId xmlns:a16="http://schemas.microsoft.com/office/drawing/2014/main" id="{2B4F0DC7-865B-4B6F-B7EA-734724B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760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8">
            <a:extLst xmlns:a="http://schemas.openxmlformats.org/drawingml/2006/main">
              <a:ext uri="{FF2B5EF4-FFF2-40B4-BE49-F238E27FC236}">
                <a16:creationId xmlns:a16="http://schemas.microsoft.com/office/drawing/2014/main" id="{8748EC6A-8896-490F-BC9F-6618F575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842" y="11227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8">
            <a:extLst xmlns:a="http://schemas.openxmlformats.org/drawingml/2006/main">
              <a:ext uri="{FF2B5EF4-FFF2-40B4-BE49-F238E27FC236}">
                <a16:creationId xmlns:a16="http://schemas.microsoft.com/office/drawing/2014/main" id="{8D5BBACB-A512-49D9-AA32-96CC690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2883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8">
            <a:extLst xmlns:a="http://schemas.openxmlformats.org/drawingml/2006/main">
              <a:ext uri="{FF2B5EF4-FFF2-40B4-BE49-F238E27FC236}">
                <a16:creationId xmlns:a16="http://schemas.microsoft.com/office/drawing/2014/main" id="{C5F3920E-E87C-438C-BB6E-D49ABF3D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9965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8">
            <a:extLst xmlns:a="http://schemas.openxmlformats.org/drawingml/2006/main">
              <a:ext uri="{FF2B5EF4-FFF2-40B4-BE49-F238E27FC236}">
                <a16:creationId xmlns:a16="http://schemas.microsoft.com/office/drawing/2014/main" id="{AFB35EB4-983D-4363-804E-DCFFBEA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049" y="11227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8">
            <a:extLst xmlns:a="http://schemas.openxmlformats.org/drawingml/2006/main">
              <a:ext uri="{FF2B5EF4-FFF2-40B4-BE49-F238E27FC236}">
                <a16:creationId xmlns:a16="http://schemas.microsoft.com/office/drawing/2014/main" id="{21420D74-C3BF-44DA-A629-6122D640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090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8">
            <a:extLst xmlns:a="http://schemas.openxmlformats.org/drawingml/2006/main">
              <a:ext uri="{FF2B5EF4-FFF2-40B4-BE49-F238E27FC236}">
                <a16:creationId xmlns:a16="http://schemas.microsoft.com/office/drawing/2014/main" id="{95138424-14F7-491B-A86C-5596EC59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51172" y="11227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8">
            <a:extLst xmlns:a="http://schemas.openxmlformats.org/drawingml/2006/main">
              <a:ext uri="{FF2B5EF4-FFF2-40B4-BE49-F238E27FC236}">
                <a16:creationId xmlns:a16="http://schemas.microsoft.com/office/drawing/2014/main" id="{ED9DFD1A-0AD2-495B-B72E-03A33DD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271678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8">
            <a:extLst xmlns:a="http://schemas.openxmlformats.org/drawingml/2006/main">
              <a:ext uri="{FF2B5EF4-FFF2-40B4-BE49-F238E27FC236}">
                <a16:creationId xmlns:a16="http://schemas.microsoft.com/office/drawing/2014/main" id="{DB609100-F5BE-4A7C-A6ED-C95A3A8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68760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8">
            <a:extLst xmlns:a="http://schemas.openxmlformats.org/drawingml/2006/main">
              <a:ext uri="{FF2B5EF4-FFF2-40B4-BE49-F238E27FC236}">
                <a16:creationId xmlns:a16="http://schemas.microsoft.com/office/drawing/2014/main" id="{724392F8-8622-474C-95ED-2C297D34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65842" y="29901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8">
            <a:extLst xmlns:a="http://schemas.openxmlformats.org/drawingml/2006/main">
              <a:ext uri="{FF2B5EF4-FFF2-40B4-BE49-F238E27FC236}">
                <a16:creationId xmlns:a16="http://schemas.microsoft.com/office/drawing/2014/main" id="{7D6FA6D1-305F-4415-91E1-BBDC7CC3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62883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8">
            <a:extLst xmlns:a="http://schemas.openxmlformats.org/drawingml/2006/main">
              <a:ext uri="{FF2B5EF4-FFF2-40B4-BE49-F238E27FC236}">
                <a16:creationId xmlns:a16="http://schemas.microsoft.com/office/drawing/2014/main" id="{FBD935C1-94E8-4E65-B5BA-1EAD4DEF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59965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8">
            <a:extLst xmlns:a="http://schemas.openxmlformats.org/drawingml/2006/main">
              <a:ext uri="{FF2B5EF4-FFF2-40B4-BE49-F238E27FC236}">
                <a16:creationId xmlns:a16="http://schemas.microsoft.com/office/drawing/2014/main" id="{8C7980C6-6933-4F12-A5D2-1D37F082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57049" y="29901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8">
            <a:extLst xmlns:a="http://schemas.openxmlformats.org/drawingml/2006/main">
              <a:ext uri="{FF2B5EF4-FFF2-40B4-BE49-F238E27FC236}">
                <a16:creationId xmlns:a16="http://schemas.microsoft.com/office/drawing/2014/main" id="{FFDB31C5-F463-4C68-B476-BF7C089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54090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8">
            <a:extLst xmlns:a="http://schemas.openxmlformats.org/drawingml/2006/main">
              <a:ext uri="{FF2B5EF4-FFF2-40B4-BE49-F238E27FC236}">
                <a16:creationId xmlns:a16="http://schemas.microsoft.com/office/drawing/2014/main" id="{EB1AF4B0-7991-47D8-B22D-672028B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51172" y="29901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8">
            <a:extLst xmlns:a="http://schemas.openxmlformats.org/drawingml/2006/main">
              <a:ext uri="{FF2B5EF4-FFF2-40B4-BE49-F238E27FC236}">
                <a16:creationId xmlns:a16="http://schemas.microsoft.com/office/drawing/2014/main" id="{FFF82B92-8626-4696-BE0D-558A3DA2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503" y="1017721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8">
            <a:extLst xmlns:a="http://schemas.openxmlformats.org/drawingml/2006/main">
              <a:ext uri="{FF2B5EF4-FFF2-40B4-BE49-F238E27FC236}">
                <a16:creationId xmlns:a16="http://schemas.microsoft.com/office/drawing/2014/main" id="{9401A48C-9683-4D4D-AB53-F5110EE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7588" y="1143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hanks">
  <p:cSld name="CUSTOM_3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5" name="Google Shape;955;p19">
            <a:extLst xmlns:a="http://schemas.openxmlformats.org/drawingml/2006/main">
              <a:ext uri="{FF2B5EF4-FFF2-40B4-BE49-F238E27FC236}">
                <a16:creationId xmlns:a16="http://schemas.microsoft.com/office/drawing/2014/main" id="{BF501A8E-9852-4F8C-A7BE-D482268B9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47938" y="539500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956" name="Google Shape;956;p19">
            <a:extLst xmlns:a="http://schemas.openxmlformats.org/drawingml/2006/main">
              <a:ext uri="{FF2B5EF4-FFF2-40B4-BE49-F238E27FC236}">
                <a16:creationId xmlns:a16="http://schemas.microsoft.com/office/drawing/2014/main" id="{2365D572-4349-4F11-8519-EBD8513AE4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47900" y="1703425"/>
            <a:ext cx="44481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58" name="Google Shape;958;p19">
            <a:extLst xmlns:a="http://schemas.openxmlformats.org/drawingml/2006/main">
              <a:ext uri="{FF2B5EF4-FFF2-40B4-BE49-F238E27FC236}">
                <a16:creationId xmlns:a16="http://schemas.microsoft.com/office/drawing/2014/main" id="{424CA3F7-1453-4D1E-AC1D-2CA4FB8B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651445" y="49139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9">
            <a:extLst xmlns:a="http://schemas.openxmlformats.org/drawingml/2006/main">
              <a:ext uri="{FF2B5EF4-FFF2-40B4-BE49-F238E27FC236}">
                <a16:creationId xmlns:a16="http://schemas.microsoft.com/office/drawing/2014/main" id="{DAE2D830-8CA5-41F3-9F3E-0F89D23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785605" y="-15431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9">
            <a:extLst xmlns:a="http://schemas.openxmlformats.org/drawingml/2006/main">
              <a:ext uri="{FF2B5EF4-FFF2-40B4-BE49-F238E27FC236}">
                <a16:creationId xmlns:a16="http://schemas.microsoft.com/office/drawing/2014/main" id="{C12F36C5-94AF-4C87-B27C-E8DBF4A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003509" y="1142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9">
            <a:extLst xmlns:a="http://schemas.openxmlformats.org/drawingml/2006/main">
              <a:ext uri="{FF2B5EF4-FFF2-40B4-BE49-F238E27FC236}">
                <a16:creationId xmlns:a16="http://schemas.microsoft.com/office/drawing/2014/main" id="{001E042F-ECCB-4F5B-9249-41B9CEC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4938" y="4619696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9">
            <a:extLst xmlns:a="http://schemas.openxmlformats.org/drawingml/2006/main">
              <a:ext uri="{FF2B5EF4-FFF2-40B4-BE49-F238E27FC236}">
                <a16:creationId xmlns:a16="http://schemas.microsoft.com/office/drawing/2014/main" id="{2FFAD71B-3594-406D-A7B7-E9F5C73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73139" y="79855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">
            <a:extLst xmlns:a="http://schemas.openxmlformats.org/drawingml/2006/main">
              <a:ext uri="{FF2B5EF4-FFF2-40B4-BE49-F238E27FC236}">
                <a16:creationId xmlns:a16="http://schemas.microsoft.com/office/drawing/2014/main" id="{0EBFA742-CFAE-4C2E-84D0-62048AA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7958525" y="379360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9">
            <a:extLst xmlns:a="http://schemas.openxmlformats.org/drawingml/2006/main">
              <a:ext uri="{FF2B5EF4-FFF2-40B4-BE49-F238E27FC236}">
                <a16:creationId xmlns:a16="http://schemas.microsoft.com/office/drawing/2014/main" id="{CF2AF78F-585D-4B1C-BD1A-A61AE13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8048400" y="3919075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>
            <a:extLst xmlns:a="http://schemas.openxmlformats.org/drawingml/2006/main">
              <a:ext uri="{FF2B5EF4-FFF2-40B4-BE49-F238E27FC236}">
                <a16:creationId xmlns:a16="http://schemas.microsoft.com/office/drawing/2014/main" id="{940AD42B-92E5-4F7F-B608-52EC35BA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240" y="11429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>
            <a:extLst xmlns:a="http://schemas.openxmlformats.org/drawingml/2006/main">
              <a:ext uri="{FF2B5EF4-FFF2-40B4-BE49-F238E27FC236}">
                <a16:creationId xmlns:a16="http://schemas.microsoft.com/office/drawing/2014/main" id="{4AF2A19D-4B02-4924-822D-9D495E9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442" y="20449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>
            <a:extLst xmlns:a="http://schemas.openxmlformats.org/drawingml/2006/main">
              <a:ext uri="{FF2B5EF4-FFF2-40B4-BE49-F238E27FC236}">
                <a16:creationId xmlns:a16="http://schemas.microsoft.com/office/drawing/2014/main" id="{C7A0ACCE-8D0F-4DFD-9A0D-CB759CA5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66328" y="1380233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>
            <a:extLst xmlns:a="http://schemas.openxmlformats.org/drawingml/2006/main">
              <a:ext uri="{FF2B5EF4-FFF2-40B4-BE49-F238E27FC236}">
                <a16:creationId xmlns:a16="http://schemas.microsoft.com/office/drawing/2014/main" id="{74B8879E-3F45-40D4-8870-F9B8FDC1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66328" y="1416067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9">
            <a:extLst xmlns:a="http://schemas.openxmlformats.org/drawingml/2006/main">
              <a:ext uri="{FF2B5EF4-FFF2-40B4-BE49-F238E27FC236}">
                <a16:creationId xmlns:a16="http://schemas.microsoft.com/office/drawing/2014/main" id="{3255DAC5-54F3-4FA7-A07B-978D918F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660808" y="4021538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9">
            <a:extLst xmlns:a="http://schemas.openxmlformats.org/drawingml/2006/main">
              <a:ext uri="{FF2B5EF4-FFF2-40B4-BE49-F238E27FC236}">
                <a16:creationId xmlns:a16="http://schemas.microsoft.com/office/drawing/2014/main" id="{5220CCBF-375C-4D2E-8518-0464070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555204" y="4098157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9">
            <a:extLst xmlns:a="http://schemas.openxmlformats.org/drawingml/2006/main">
              <a:ext uri="{FF2B5EF4-FFF2-40B4-BE49-F238E27FC236}">
                <a16:creationId xmlns:a16="http://schemas.microsoft.com/office/drawing/2014/main" id="{37F798BB-6761-445D-A5F7-4DA82F4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63689" y="46040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9">
            <a:extLst xmlns:a="http://schemas.openxmlformats.org/drawingml/2006/main">
              <a:ext uri="{FF2B5EF4-FFF2-40B4-BE49-F238E27FC236}">
                <a16:creationId xmlns:a16="http://schemas.microsoft.com/office/drawing/2014/main" id="{D97AD3EE-DAE4-4FD7-8B30-792C45C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4530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9">
            <a:extLst xmlns:a="http://schemas.openxmlformats.org/drawingml/2006/main">
              <a:ext uri="{FF2B5EF4-FFF2-40B4-BE49-F238E27FC236}">
                <a16:creationId xmlns:a16="http://schemas.microsoft.com/office/drawing/2014/main" id="{5C830BFE-DF47-4365-9BB6-3AFCB5F2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1612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9">
            <a:extLst xmlns:a="http://schemas.openxmlformats.org/drawingml/2006/main">
              <a:ext uri="{FF2B5EF4-FFF2-40B4-BE49-F238E27FC236}">
                <a16:creationId xmlns:a16="http://schemas.microsoft.com/office/drawing/2014/main" id="{242AB1E7-A75A-41F3-B283-59B5536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8694" y="499314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9">
            <a:extLst xmlns:a="http://schemas.openxmlformats.org/drawingml/2006/main">
              <a:ext uri="{FF2B5EF4-FFF2-40B4-BE49-F238E27FC236}">
                <a16:creationId xmlns:a16="http://schemas.microsoft.com/office/drawing/2014/main" id="{5F19DDAE-7F20-4EE0-9F6E-0FD4D093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5735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9">
            <a:extLst xmlns:a="http://schemas.openxmlformats.org/drawingml/2006/main">
              <a:ext uri="{FF2B5EF4-FFF2-40B4-BE49-F238E27FC236}">
                <a16:creationId xmlns:a16="http://schemas.microsoft.com/office/drawing/2014/main" id="{FDF5D160-65C7-42DB-9BB6-380652A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2817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9">
            <a:extLst xmlns:a="http://schemas.openxmlformats.org/drawingml/2006/main">
              <a:ext uri="{FF2B5EF4-FFF2-40B4-BE49-F238E27FC236}">
                <a16:creationId xmlns:a16="http://schemas.microsoft.com/office/drawing/2014/main" id="{04336B2F-90FE-4A9D-A2BD-686BC386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09901" y="499314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9">
            <a:extLst xmlns:a="http://schemas.openxmlformats.org/drawingml/2006/main">
              <a:ext uri="{FF2B5EF4-FFF2-40B4-BE49-F238E27FC236}">
                <a16:creationId xmlns:a16="http://schemas.microsoft.com/office/drawing/2014/main" id="{2AE373BB-9129-4EB4-A5EE-B57AD60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6942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9">
            <a:extLst xmlns:a="http://schemas.openxmlformats.org/drawingml/2006/main">
              <a:ext uri="{FF2B5EF4-FFF2-40B4-BE49-F238E27FC236}">
                <a16:creationId xmlns:a16="http://schemas.microsoft.com/office/drawing/2014/main" id="{490ED0BA-FF9C-4E53-9C18-9703D0B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04024" y="499314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9">
            <a:extLst xmlns:a="http://schemas.openxmlformats.org/drawingml/2006/main">
              <a:ext uri="{FF2B5EF4-FFF2-40B4-BE49-F238E27FC236}">
                <a16:creationId xmlns:a16="http://schemas.microsoft.com/office/drawing/2014/main" id="{EC5E70CA-097A-49F7-8C19-180B9821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4530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9">
            <a:extLst xmlns:a="http://schemas.openxmlformats.org/drawingml/2006/main">
              <a:ext uri="{FF2B5EF4-FFF2-40B4-BE49-F238E27FC236}">
                <a16:creationId xmlns:a16="http://schemas.microsoft.com/office/drawing/2014/main" id="{854D74BC-FB63-4D4E-9B28-C3E3B2D1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1612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9">
            <a:extLst xmlns:a="http://schemas.openxmlformats.org/drawingml/2006/main">
              <a:ext uri="{FF2B5EF4-FFF2-40B4-BE49-F238E27FC236}">
                <a16:creationId xmlns:a16="http://schemas.microsoft.com/office/drawing/2014/main" id="{1B23B620-4667-4221-BBF5-99A2B2DF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8694" y="517844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9">
            <a:extLst xmlns:a="http://schemas.openxmlformats.org/drawingml/2006/main">
              <a:ext uri="{FF2B5EF4-FFF2-40B4-BE49-F238E27FC236}">
                <a16:creationId xmlns:a16="http://schemas.microsoft.com/office/drawing/2014/main" id="{B2DA4E7B-4987-40E3-8040-A8AD918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5735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9">
            <a:extLst xmlns:a="http://schemas.openxmlformats.org/drawingml/2006/main">
              <a:ext uri="{FF2B5EF4-FFF2-40B4-BE49-F238E27FC236}">
                <a16:creationId xmlns:a16="http://schemas.microsoft.com/office/drawing/2014/main" id="{51F40508-BE68-4700-9BD6-94A1FF9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2817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9">
            <a:extLst xmlns:a="http://schemas.openxmlformats.org/drawingml/2006/main">
              <a:ext uri="{FF2B5EF4-FFF2-40B4-BE49-F238E27FC236}">
                <a16:creationId xmlns:a16="http://schemas.microsoft.com/office/drawing/2014/main" id="{3C7FA33A-11DB-4E18-8A2A-9595B8D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09901" y="517844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9">
            <a:extLst xmlns:a="http://schemas.openxmlformats.org/drawingml/2006/main">
              <a:ext uri="{FF2B5EF4-FFF2-40B4-BE49-F238E27FC236}">
                <a16:creationId xmlns:a16="http://schemas.microsoft.com/office/drawing/2014/main" id="{2A4DF03D-662E-4D92-9D04-313D4B8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6942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9">
            <a:extLst xmlns:a="http://schemas.openxmlformats.org/drawingml/2006/main">
              <a:ext uri="{FF2B5EF4-FFF2-40B4-BE49-F238E27FC236}">
                <a16:creationId xmlns:a16="http://schemas.microsoft.com/office/drawing/2014/main" id="{F220E149-4E57-44B7-BBE1-7CC7549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04024" y="517844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9">
            <a:extLst xmlns:a="http://schemas.openxmlformats.org/drawingml/2006/main">
              <a:ext uri="{FF2B5EF4-FFF2-40B4-BE49-F238E27FC236}">
                <a16:creationId xmlns:a16="http://schemas.microsoft.com/office/drawing/2014/main" id="{B3ECBA95-789C-4F2A-9D42-189AB09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4530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9">
            <a:extLst xmlns:a="http://schemas.openxmlformats.org/drawingml/2006/main">
              <a:ext uri="{FF2B5EF4-FFF2-40B4-BE49-F238E27FC236}">
                <a16:creationId xmlns:a16="http://schemas.microsoft.com/office/drawing/2014/main" id="{B1625882-F355-48C9-8B96-1747A0E1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1612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9">
            <a:extLst xmlns:a="http://schemas.openxmlformats.org/drawingml/2006/main">
              <a:ext uri="{FF2B5EF4-FFF2-40B4-BE49-F238E27FC236}">
                <a16:creationId xmlns:a16="http://schemas.microsoft.com/office/drawing/2014/main" id="{96D22CB7-089D-46B4-B095-B2389CF1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8694" y="536522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9">
            <a:extLst xmlns:a="http://schemas.openxmlformats.org/drawingml/2006/main">
              <a:ext uri="{FF2B5EF4-FFF2-40B4-BE49-F238E27FC236}">
                <a16:creationId xmlns:a16="http://schemas.microsoft.com/office/drawing/2014/main" id="{700E9EAB-9A67-406E-BF0B-59319A6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5735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9">
            <a:extLst xmlns:a="http://schemas.openxmlformats.org/drawingml/2006/main">
              <a:ext uri="{FF2B5EF4-FFF2-40B4-BE49-F238E27FC236}">
                <a16:creationId xmlns:a16="http://schemas.microsoft.com/office/drawing/2014/main" id="{9B9DB742-0EB3-48DC-BAFF-CEAB494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2817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9">
            <a:extLst xmlns:a="http://schemas.openxmlformats.org/drawingml/2006/main">
              <a:ext uri="{FF2B5EF4-FFF2-40B4-BE49-F238E27FC236}">
                <a16:creationId xmlns:a16="http://schemas.microsoft.com/office/drawing/2014/main" id="{5E9D8E28-0A55-4B81-BBCF-48BD199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09901" y="536522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9">
            <a:extLst xmlns:a="http://schemas.openxmlformats.org/drawingml/2006/main">
              <a:ext uri="{FF2B5EF4-FFF2-40B4-BE49-F238E27FC236}">
                <a16:creationId xmlns:a16="http://schemas.microsoft.com/office/drawing/2014/main" id="{328CC83D-23C3-4E23-9BCB-BBD14A7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6942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9">
            <a:extLst xmlns:a="http://schemas.openxmlformats.org/drawingml/2006/main">
              <a:ext uri="{FF2B5EF4-FFF2-40B4-BE49-F238E27FC236}">
                <a16:creationId xmlns:a16="http://schemas.microsoft.com/office/drawing/2014/main" id="{14732248-DB21-404C-A8E4-57278C65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04024" y="536522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9">
            <a:extLst xmlns:a="http://schemas.openxmlformats.org/drawingml/2006/main">
              <a:ext uri="{FF2B5EF4-FFF2-40B4-BE49-F238E27FC236}">
                <a16:creationId xmlns:a16="http://schemas.microsoft.com/office/drawing/2014/main" id="{B15B0B1E-9890-42FB-8548-93F01E5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2924530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9">
            <a:extLst xmlns:a="http://schemas.openxmlformats.org/drawingml/2006/main">
              <a:ext uri="{FF2B5EF4-FFF2-40B4-BE49-F238E27FC236}">
                <a16:creationId xmlns:a16="http://schemas.microsoft.com/office/drawing/2014/main" id="{F4AF6E7A-C309-4B96-828C-A0B142F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121612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9">
            <a:extLst xmlns:a="http://schemas.openxmlformats.org/drawingml/2006/main">
              <a:ext uri="{FF2B5EF4-FFF2-40B4-BE49-F238E27FC236}">
                <a16:creationId xmlns:a16="http://schemas.microsoft.com/office/drawing/2014/main" id="{829B8719-2B83-452F-9599-AAE38F0F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318694" y="555196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9">
            <a:extLst xmlns:a="http://schemas.openxmlformats.org/drawingml/2006/main">
              <a:ext uri="{FF2B5EF4-FFF2-40B4-BE49-F238E27FC236}">
                <a16:creationId xmlns:a16="http://schemas.microsoft.com/office/drawing/2014/main" id="{580E9868-73D3-4EE8-98DB-C84090EC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515735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9">
            <a:extLst xmlns:a="http://schemas.openxmlformats.org/drawingml/2006/main">
              <a:ext uri="{FF2B5EF4-FFF2-40B4-BE49-F238E27FC236}">
                <a16:creationId xmlns:a16="http://schemas.microsoft.com/office/drawing/2014/main" id="{F423BD8D-98DA-4072-B3E7-0FF7DE2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712817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9">
            <a:extLst xmlns:a="http://schemas.openxmlformats.org/drawingml/2006/main">
              <a:ext uri="{FF2B5EF4-FFF2-40B4-BE49-F238E27FC236}">
                <a16:creationId xmlns:a16="http://schemas.microsoft.com/office/drawing/2014/main" id="{1D79E039-8070-483F-A69F-5C563E3C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3909901" y="555196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9">
            <a:extLst xmlns:a="http://schemas.openxmlformats.org/drawingml/2006/main">
              <a:ext uri="{FF2B5EF4-FFF2-40B4-BE49-F238E27FC236}">
                <a16:creationId xmlns:a16="http://schemas.microsoft.com/office/drawing/2014/main" id="{691E9576-C3A7-409F-94EF-372389E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106942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9">
            <a:extLst xmlns:a="http://schemas.openxmlformats.org/drawingml/2006/main">
              <a:ext uri="{FF2B5EF4-FFF2-40B4-BE49-F238E27FC236}">
                <a16:creationId xmlns:a16="http://schemas.microsoft.com/office/drawing/2014/main" id="{61031B82-A8E0-4192-982B-574EFBD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4304024" y="555196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9">
            <a:extLst xmlns:a="http://schemas.openxmlformats.org/drawingml/2006/main">
              <a:ext uri="{FF2B5EF4-FFF2-40B4-BE49-F238E27FC236}">
                <a16:creationId xmlns:a16="http://schemas.microsoft.com/office/drawing/2014/main" id="{E69EE68E-012A-4AAB-A906-98450354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0580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9">
            <a:extLst xmlns:a="http://schemas.openxmlformats.org/drawingml/2006/main">
              <a:ext uri="{FF2B5EF4-FFF2-40B4-BE49-F238E27FC236}">
                <a16:creationId xmlns:a16="http://schemas.microsoft.com/office/drawing/2014/main" id="{A578F387-9105-4904-9C65-FCCA67F3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7662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9">
            <a:extLst xmlns:a="http://schemas.openxmlformats.org/drawingml/2006/main">
              <a:ext uri="{FF2B5EF4-FFF2-40B4-BE49-F238E27FC236}">
                <a16:creationId xmlns:a16="http://schemas.microsoft.com/office/drawing/2014/main" id="{6265EE1C-E748-4904-8AF2-EBE60F34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4744" y="-6086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9">
            <a:extLst xmlns:a="http://schemas.openxmlformats.org/drawingml/2006/main">
              <a:ext uri="{FF2B5EF4-FFF2-40B4-BE49-F238E27FC236}">
                <a16:creationId xmlns:a16="http://schemas.microsoft.com/office/drawing/2014/main" id="{8D6AD8A3-F3E3-43DE-B0D5-37D866A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1785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9">
            <a:extLst xmlns:a="http://schemas.openxmlformats.org/drawingml/2006/main">
              <a:ext uri="{FF2B5EF4-FFF2-40B4-BE49-F238E27FC236}">
                <a16:creationId xmlns:a16="http://schemas.microsoft.com/office/drawing/2014/main" id="{35C22E5E-F69A-47C4-A07F-49BB3408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78867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9">
            <a:extLst xmlns:a="http://schemas.openxmlformats.org/drawingml/2006/main">
              <a:ext uri="{FF2B5EF4-FFF2-40B4-BE49-F238E27FC236}">
                <a16:creationId xmlns:a16="http://schemas.microsoft.com/office/drawing/2014/main" id="{B9285FCD-8D35-478E-BBA2-181CD7E0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75951" y="-60864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9">
            <a:extLst xmlns:a="http://schemas.openxmlformats.org/drawingml/2006/main">
              <a:ext uri="{FF2B5EF4-FFF2-40B4-BE49-F238E27FC236}">
                <a16:creationId xmlns:a16="http://schemas.microsoft.com/office/drawing/2014/main" id="{6CBA2704-F9AD-4275-93F0-80A9844C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72992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9">
            <a:extLst xmlns:a="http://schemas.openxmlformats.org/drawingml/2006/main">
              <a:ext uri="{FF2B5EF4-FFF2-40B4-BE49-F238E27FC236}">
                <a16:creationId xmlns:a16="http://schemas.microsoft.com/office/drawing/2014/main" id="{A6611414-05D7-4181-8722-5D99598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870074" y="-60864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9">
            <a:extLst xmlns:a="http://schemas.openxmlformats.org/drawingml/2006/main">
              <a:ext uri="{FF2B5EF4-FFF2-40B4-BE49-F238E27FC236}">
                <a16:creationId xmlns:a16="http://schemas.microsoft.com/office/drawing/2014/main" id="{93408CE2-F075-48CC-90EE-8A9CC7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0580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9">
            <a:extLst xmlns:a="http://schemas.openxmlformats.org/drawingml/2006/main">
              <a:ext uri="{FF2B5EF4-FFF2-40B4-BE49-F238E27FC236}">
                <a16:creationId xmlns:a16="http://schemas.microsoft.com/office/drawing/2014/main" id="{F37A41EA-D28B-4602-972E-BF808AA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7662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9">
            <a:extLst xmlns:a="http://schemas.openxmlformats.org/drawingml/2006/main">
              <a:ext uri="{FF2B5EF4-FFF2-40B4-BE49-F238E27FC236}">
                <a16:creationId xmlns:a16="http://schemas.microsoft.com/office/drawing/2014/main" id="{43101469-BB03-486B-8BA1-99866FCA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4744" y="12443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19">
            <a:extLst xmlns:a="http://schemas.openxmlformats.org/drawingml/2006/main">
              <a:ext uri="{FF2B5EF4-FFF2-40B4-BE49-F238E27FC236}">
                <a16:creationId xmlns:a16="http://schemas.microsoft.com/office/drawing/2014/main" id="{1C8A6930-C901-481D-AF0C-80D3AF9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1785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>
            <a:extLst xmlns:a="http://schemas.openxmlformats.org/drawingml/2006/main">
              <a:ext uri="{FF2B5EF4-FFF2-40B4-BE49-F238E27FC236}">
                <a16:creationId xmlns:a16="http://schemas.microsoft.com/office/drawing/2014/main" id="{7E9823F4-D336-4F4F-9C08-188C91D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78867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9">
            <a:extLst xmlns:a="http://schemas.openxmlformats.org/drawingml/2006/main">
              <a:ext uri="{FF2B5EF4-FFF2-40B4-BE49-F238E27FC236}">
                <a16:creationId xmlns:a16="http://schemas.microsoft.com/office/drawing/2014/main" id="{C2F7EAEF-E3AB-43CA-8993-D0129C82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75951" y="124432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9">
            <a:extLst xmlns:a="http://schemas.openxmlformats.org/drawingml/2006/main">
              <a:ext uri="{FF2B5EF4-FFF2-40B4-BE49-F238E27FC236}">
                <a16:creationId xmlns:a16="http://schemas.microsoft.com/office/drawing/2014/main" id="{733D3559-9B5D-4582-9B29-6DBCDB60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72992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9">
            <a:extLst xmlns:a="http://schemas.openxmlformats.org/drawingml/2006/main">
              <a:ext uri="{FF2B5EF4-FFF2-40B4-BE49-F238E27FC236}">
                <a16:creationId xmlns:a16="http://schemas.microsoft.com/office/drawing/2014/main" id="{B9019ED2-8F7D-40F4-8C58-D577A9C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870074" y="124432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9">
            <a:extLst xmlns:a="http://schemas.openxmlformats.org/drawingml/2006/main">
              <a:ext uri="{FF2B5EF4-FFF2-40B4-BE49-F238E27FC236}">
                <a16:creationId xmlns:a16="http://schemas.microsoft.com/office/drawing/2014/main" id="{1122E3C6-7158-4144-8778-4F73B83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0580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9">
            <a:extLst xmlns:a="http://schemas.openxmlformats.org/drawingml/2006/main">
              <a:ext uri="{FF2B5EF4-FFF2-40B4-BE49-F238E27FC236}">
                <a16:creationId xmlns:a16="http://schemas.microsoft.com/office/drawing/2014/main" id="{C8463C6C-16E6-4BB7-897C-603A879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7662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9">
            <a:extLst xmlns:a="http://schemas.openxmlformats.org/drawingml/2006/main">
              <a:ext uri="{FF2B5EF4-FFF2-40B4-BE49-F238E27FC236}">
                <a16:creationId xmlns:a16="http://schemas.microsoft.com/office/drawing/2014/main" id="{40117F14-1D99-4177-9C0B-07F3BDB3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4744" y="311213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9">
            <a:extLst xmlns:a="http://schemas.openxmlformats.org/drawingml/2006/main">
              <a:ext uri="{FF2B5EF4-FFF2-40B4-BE49-F238E27FC236}">
                <a16:creationId xmlns:a16="http://schemas.microsoft.com/office/drawing/2014/main" id="{A719DD4E-8004-4ECA-A279-02456A5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1785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9">
            <a:extLst xmlns:a="http://schemas.openxmlformats.org/drawingml/2006/main">
              <a:ext uri="{FF2B5EF4-FFF2-40B4-BE49-F238E27FC236}">
                <a16:creationId xmlns:a16="http://schemas.microsoft.com/office/drawing/2014/main" id="{3D564CCE-C89B-4046-82EE-2EFA04F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78867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19">
            <a:extLst xmlns:a="http://schemas.openxmlformats.org/drawingml/2006/main">
              <a:ext uri="{FF2B5EF4-FFF2-40B4-BE49-F238E27FC236}">
                <a16:creationId xmlns:a16="http://schemas.microsoft.com/office/drawing/2014/main" id="{10FBCE47-0AA2-457C-AA72-EDEA7119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75951" y="311213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9">
            <a:extLst xmlns:a="http://schemas.openxmlformats.org/drawingml/2006/main">
              <a:ext uri="{FF2B5EF4-FFF2-40B4-BE49-F238E27FC236}">
                <a16:creationId xmlns:a16="http://schemas.microsoft.com/office/drawing/2014/main" id="{70593B00-D942-4B9D-AEED-8F4CF21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72992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9">
            <a:extLst xmlns:a="http://schemas.openxmlformats.org/drawingml/2006/main">
              <a:ext uri="{FF2B5EF4-FFF2-40B4-BE49-F238E27FC236}">
                <a16:creationId xmlns:a16="http://schemas.microsoft.com/office/drawing/2014/main" id="{9CF0FEB4-0702-4058-9ECC-BFB39B4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870074" y="311213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9">
            <a:extLst xmlns:a="http://schemas.openxmlformats.org/drawingml/2006/main">
              <a:ext uri="{FF2B5EF4-FFF2-40B4-BE49-F238E27FC236}">
                <a16:creationId xmlns:a16="http://schemas.microsoft.com/office/drawing/2014/main" id="{0CFE84A4-0A27-4056-B081-5FF4D078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490580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9">
            <a:extLst xmlns:a="http://schemas.openxmlformats.org/drawingml/2006/main">
              <a:ext uri="{FF2B5EF4-FFF2-40B4-BE49-F238E27FC236}">
                <a16:creationId xmlns:a16="http://schemas.microsoft.com/office/drawing/2014/main" id="{3FDC6312-CA3D-4F57-BD0B-5F9E3BB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687662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9">
            <a:extLst xmlns:a="http://schemas.openxmlformats.org/drawingml/2006/main">
              <a:ext uri="{FF2B5EF4-FFF2-40B4-BE49-F238E27FC236}">
                <a16:creationId xmlns:a16="http://schemas.microsoft.com/office/drawing/2014/main" id="{C26D8ABA-912F-49F8-ABC4-C3317DA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4884744" y="49795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9">
            <a:extLst xmlns:a="http://schemas.openxmlformats.org/drawingml/2006/main">
              <a:ext uri="{FF2B5EF4-FFF2-40B4-BE49-F238E27FC236}">
                <a16:creationId xmlns:a16="http://schemas.microsoft.com/office/drawing/2014/main" id="{EB89D975-DC1E-46A0-A0FF-F0AAD87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081785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9">
            <a:extLst xmlns:a="http://schemas.openxmlformats.org/drawingml/2006/main">
              <a:ext uri="{FF2B5EF4-FFF2-40B4-BE49-F238E27FC236}">
                <a16:creationId xmlns:a16="http://schemas.microsoft.com/office/drawing/2014/main" id="{77B7DB10-D74C-42D6-8115-C928AD5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278867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9">
            <a:extLst xmlns:a="http://schemas.openxmlformats.org/drawingml/2006/main">
              <a:ext uri="{FF2B5EF4-FFF2-40B4-BE49-F238E27FC236}">
                <a16:creationId xmlns:a16="http://schemas.microsoft.com/office/drawing/2014/main" id="{BB991F67-BF25-45DF-9871-679742D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475951" y="49795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9">
            <a:extLst xmlns:a="http://schemas.openxmlformats.org/drawingml/2006/main">
              <a:ext uri="{FF2B5EF4-FFF2-40B4-BE49-F238E27FC236}">
                <a16:creationId xmlns:a16="http://schemas.microsoft.com/office/drawing/2014/main" id="{AB5EBBAE-6567-454F-B9DB-3E999A7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672992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9">
            <a:extLst xmlns:a="http://schemas.openxmlformats.org/drawingml/2006/main">
              <a:ext uri="{FF2B5EF4-FFF2-40B4-BE49-F238E27FC236}">
                <a16:creationId xmlns:a16="http://schemas.microsoft.com/office/drawing/2014/main" id="{9E5292C8-958F-471A-802D-8A48901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870074" y="49795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9">
            <a:extLst xmlns:a="http://schemas.openxmlformats.org/drawingml/2006/main">
              <a:ext uri="{FF2B5EF4-FFF2-40B4-BE49-F238E27FC236}">
                <a16:creationId xmlns:a16="http://schemas.microsoft.com/office/drawing/2014/main" id="{A3A3FC18-190F-47D3-85DE-5AA45B2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00" y="3611950"/>
            <a:ext cx="4945800" cy="6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Barlow"/>
                <a:ea typeface="Barlow"/>
                <a:cs typeface="Barlow"/>
              </a:rPr>
              <a:t>CREDITS:</a:t>
            </a:r>
            <a:r>
              <a:rPr sz="1200">
                <a:solidFill>
                  <a:schemeClr val="dk1"/>
                </a:solidFill>
                <a:latin typeface="Barlow"/>
                <a:ea typeface="Barlow"/>
                <a:cs typeface="Barlow"/>
              </a:rPr>
              <a:t> This presentation template was created by </a:t>
            </a:r>
            <a:r>
              <a:rPr sz="1200" b="1" u="sng">
                <a:solidFill>
                  <a:schemeClr val="hlink"/>
                </a:solidFill>
                <a:latin typeface="Barlow"/>
                <a:ea typeface="Barlow"/>
                <a:cs typeface="Barlow"/>
              </a:rPr>
              <a:t>Slidesgo</a:t>
            </a:r>
            <a:r>
              <a:rPr sz="1200">
                <a:solidFill>
                  <a:schemeClr val="dk1"/>
                </a:solidFill>
                <a:latin typeface="Barlow"/>
                <a:ea typeface="Barlow"/>
                <a:cs typeface="Barlow"/>
              </a:rPr>
              <a:t>, and includes icons by 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Flaticon</a:t>
            </a:r>
            <a:r>
              <a:rPr sz="1200">
                <a:solidFill>
                  <a:schemeClr val="dk1"/>
                </a:solidFill>
                <a:latin typeface="Barlow"/>
                <a:ea typeface="Barlow"/>
                <a:cs typeface="Barlow"/>
              </a:rPr>
              <a:t>, and infographics &amp; images by 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Freepik</a:t>
            </a:r>
            <a:r>
              <a:rPr sz="1200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 </a:t>
            </a:r>
            <a:endParaRPr sz="1200" b="1" u="sng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7" name="Google Shape;1047;p20">
            <a:extLst xmlns:a="http://schemas.openxmlformats.org/drawingml/2006/main">
              <a:ext uri="{FF2B5EF4-FFF2-40B4-BE49-F238E27FC236}">
                <a16:creationId xmlns:a16="http://schemas.microsoft.com/office/drawing/2014/main" id="{27084C83-6515-4809-8E67-5073E930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9060" y="50292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>
            <a:extLst xmlns:a="http://schemas.openxmlformats.org/drawingml/2006/main">
              <a:ext uri="{FF2B5EF4-FFF2-40B4-BE49-F238E27FC236}">
                <a16:creationId xmlns:a16="http://schemas.microsoft.com/office/drawing/2014/main" id="{BA6EE01F-D675-4803-A7D7-146E05F7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069832" y="472414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0">
            <a:extLst xmlns:a="http://schemas.openxmlformats.org/drawingml/2006/main">
              <a:ext uri="{FF2B5EF4-FFF2-40B4-BE49-F238E27FC236}">
                <a16:creationId xmlns:a16="http://schemas.microsoft.com/office/drawing/2014/main" id="{96553ABE-FBAA-4D17-B5E5-F740E9A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6876" y="478374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0">
            <a:extLst xmlns:a="http://schemas.openxmlformats.org/drawingml/2006/main">
              <a:ext uri="{FF2B5EF4-FFF2-40B4-BE49-F238E27FC236}">
                <a16:creationId xmlns:a16="http://schemas.microsoft.com/office/drawing/2014/main" id="{F9A0D5D3-7E97-4063-8E86-983EDB2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13" y="299620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0">
            <a:extLst xmlns:a="http://schemas.openxmlformats.org/drawingml/2006/main">
              <a:ext uri="{FF2B5EF4-FFF2-40B4-BE49-F238E27FC236}">
                <a16:creationId xmlns:a16="http://schemas.microsoft.com/office/drawing/2014/main" id="{6B338B46-A5BD-4CE0-A970-2330F9CF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597052" y="2318890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0">
            <a:extLst xmlns:a="http://schemas.openxmlformats.org/drawingml/2006/main">
              <a:ext uri="{FF2B5EF4-FFF2-40B4-BE49-F238E27FC236}">
                <a16:creationId xmlns:a16="http://schemas.microsoft.com/office/drawing/2014/main" id="{D979C8C9-7BA1-43DB-B4CF-CF0390F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687254" y="2409093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0">
            <a:extLst xmlns:a="http://schemas.openxmlformats.org/drawingml/2006/main">
              <a:ext uri="{FF2B5EF4-FFF2-40B4-BE49-F238E27FC236}">
                <a16:creationId xmlns:a16="http://schemas.microsoft.com/office/drawing/2014/main" id="{CA7B8C08-4EEB-4819-9A0A-C5FCA56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7" y="3058433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0">
            <a:extLst xmlns:a="http://schemas.openxmlformats.org/drawingml/2006/main">
              <a:ext uri="{FF2B5EF4-FFF2-40B4-BE49-F238E27FC236}">
                <a16:creationId xmlns:a16="http://schemas.microsoft.com/office/drawing/2014/main" id="{3AA56A8C-CFBC-4F14-BD47-6FBC15C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697" y="3094267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0">
            <a:extLst xmlns:a="http://schemas.openxmlformats.org/drawingml/2006/main">
              <a:ext uri="{FF2B5EF4-FFF2-40B4-BE49-F238E27FC236}">
                <a16:creationId xmlns:a16="http://schemas.microsoft.com/office/drawing/2014/main" id="{440DFBEF-B8A2-458B-B565-94A911F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6949" y="2129988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0">
            <a:extLst xmlns:a="http://schemas.openxmlformats.org/drawingml/2006/main">
              <a:ext uri="{FF2B5EF4-FFF2-40B4-BE49-F238E27FC236}">
                <a16:creationId xmlns:a16="http://schemas.microsoft.com/office/drawing/2014/main" id="{F1CF1A3F-72C4-4889-ACE3-8ADB7AE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553" y="2206607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0">
            <a:extLst xmlns:a="http://schemas.openxmlformats.org/drawingml/2006/main">
              <a:ext uri="{FF2B5EF4-FFF2-40B4-BE49-F238E27FC236}">
                <a16:creationId xmlns:a16="http://schemas.microsoft.com/office/drawing/2014/main" id="{EE6448E5-18E6-4BE2-90B9-A9ED394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0875" y="4634213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0">
            <a:extLst xmlns:a="http://schemas.openxmlformats.org/drawingml/2006/main">
              <a:ext uri="{FF2B5EF4-FFF2-40B4-BE49-F238E27FC236}">
                <a16:creationId xmlns:a16="http://schemas.microsoft.com/office/drawing/2014/main" id="{DF4B78D5-319A-4EED-9335-1684FAE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5222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0">
            <a:extLst xmlns:a="http://schemas.openxmlformats.org/drawingml/2006/main">
              <a:ext uri="{FF2B5EF4-FFF2-40B4-BE49-F238E27FC236}">
                <a16:creationId xmlns:a16="http://schemas.microsoft.com/office/drawing/2014/main" id="{5247E00B-FA05-45A4-9FCC-5775D73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2304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0">
            <a:extLst xmlns:a="http://schemas.openxmlformats.org/drawingml/2006/main">
              <a:ext uri="{FF2B5EF4-FFF2-40B4-BE49-F238E27FC236}">
                <a16:creationId xmlns:a16="http://schemas.microsoft.com/office/drawing/2014/main" id="{AE357F09-EC56-4363-A54B-CE5C04A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9386" y="441041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0">
            <a:extLst xmlns:a="http://schemas.openxmlformats.org/drawingml/2006/main">
              <a:ext uri="{FF2B5EF4-FFF2-40B4-BE49-F238E27FC236}">
                <a16:creationId xmlns:a16="http://schemas.microsoft.com/office/drawing/2014/main" id="{4B290D54-516A-4C4E-8CE2-8C5DB0AA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6427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0">
            <a:extLst xmlns:a="http://schemas.openxmlformats.org/drawingml/2006/main">
              <a:ext uri="{FF2B5EF4-FFF2-40B4-BE49-F238E27FC236}">
                <a16:creationId xmlns:a16="http://schemas.microsoft.com/office/drawing/2014/main" id="{77E6085E-AF93-442D-BA60-3345D23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3509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0">
            <a:extLst xmlns:a="http://schemas.openxmlformats.org/drawingml/2006/main">
              <a:ext uri="{FF2B5EF4-FFF2-40B4-BE49-F238E27FC236}">
                <a16:creationId xmlns:a16="http://schemas.microsoft.com/office/drawing/2014/main" id="{29935529-1711-4CE4-9E95-281DBEC4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0593" y="4410417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0">
            <a:extLst xmlns:a="http://schemas.openxmlformats.org/drawingml/2006/main">
              <a:ext uri="{FF2B5EF4-FFF2-40B4-BE49-F238E27FC236}">
                <a16:creationId xmlns:a16="http://schemas.microsoft.com/office/drawing/2014/main" id="{0633DC60-5220-48E4-9017-82ECC9FC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7634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0">
            <a:extLst xmlns:a="http://schemas.openxmlformats.org/drawingml/2006/main">
              <a:ext uri="{FF2B5EF4-FFF2-40B4-BE49-F238E27FC236}">
                <a16:creationId xmlns:a16="http://schemas.microsoft.com/office/drawing/2014/main" id="{00D6447C-D5BF-4C40-8AED-8DC46CDF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4716" y="4410417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0">
            <a:extLst xmlns:a="http://schemas.openxmlformats.org/drawingml/2006/main">
              <a:ext uri="{FF2B5EF4-FFF2-40B4-BE49-F238E27FC236}">
                <a16:creationId xmlns:a16="http://schemas.microsoft.com/office/drawing/2014/main" id="{DB9C8AD3-7908-42F4-99B5-8EFA31F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5222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0">
            <a:extLst xmlns:a="http://schemas.openxmlformats.org/drawingml/2006/main">
              <a:ext uri="{FF2B5EF4-FFF2-40B4-BE49-F238E27FC236}">
                <a16:creationId xmlns:a16="http://schemas.microsoft.com/office/drawing/2014/main" id="{66BCE6E1-707B-4075-9287-CB80E88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2304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0">
            <a:extLst xmlns:a="http://schemas.openxmlformats.org/drawingml/2006/main">
              <a:ext uri="{FF2B5EF4-FFF2-40B4-BE49-F238E27FC236}">
                <a16:creationId xmlns:a16="http://schemas.microsoft.com/office/drawing/2014/main" id="{D057D797-0784-4870-A2B6-097BAFF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9386" y="459571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0">
            <a:extLst xmlns:a="http://schemas.openxmlformats.org/drawingml/2006/main">
              <a:ext uri="{FF2B5EF4-FFF2-40B4-BE49-F238E27FC236}">
                <a16:creationId xmlns:a16="http://schemas.microsoft.com/office/drawing/2014/main" id="{01D35B1C-F74B-4C47-9023-96987FA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6427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0">
            <a:extLst xmlns:a="http://schemas.openxmlformats.org/drawingml/2006/main">
              <a:ext uri="{FF2B5EF4-FFF2-40B4-BE49-F238E27FC236}">
                <a16:creationId xmlns:a16="http://schemas.microsoft.com/office/drawing/2014/main" id="{A8860815-89B7-4CCC-A05A-03842723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3509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0">
            <a:extLst xmlns:a="http://schemas.openxmlformats.org/drawingml/2006/main">
              <a:ext uri="{FF2B5EF4-FFF2-40B4-BE49-F238E27FC236}">
                <a16:creationId xmlns:a16="http://schemas.microsoft.com/office/drawing/2014/main" id="{136AEFDE-67B1-494A-B45D-99FDCB1F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0593" y="459571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0">
            <a:extLst xmlns:a="http://schemas.openxmlformats.org/drawingml/2006/main">
              <a:ext uri="{FF2B5EF4-FFF2-40B4-BE49-F238E27FC236}">
                <a16:creationId xmlns:a16="http://schemas.microsoft.com/office/drawing/2014/main" id="{35A86FCD-CD13-4A94-97A0-7C1B0B52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7634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0">
            <a:extLst xmlns:a="http://schemas.openxmlformats.org/drawingml/2006/main">
              <a:ext uri="{FF2B5EF4-FFF2-40B4-BE49-F238E27FC236}">
                <a16:creationId xmlns:a16="http://schemas.microsoft.com/office/drawing/2014/main" id="{F8FA0B6C-5915-48E8-A159-949F22C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4716" y="459571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0">
            <a:extLst xmlns:a="http://schemas.openxmlformats.org/drawingml/2006/main">
              <a:ext uri="{FF2B5EF4-FFF2-40B4-BE49-F238E27FC236}">
                <a16:creationId xmlns:a16="http://schemas.microsoft.com/office/drawing/2014/main" id="{F4AED0F9-F897-408A-937C-8B0C543B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5222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0">
            <a:extLst xmlns:a="http://schemas.openxmlformats.org/drawingml/2006/main">
              <a:ext uri="{FF2B5EF4-FFF2-40B4-BE49-F238E27FC236}">
                <a16:creationId xmlns:a16="http://schemas.microsoft.com/office/drawing/2014/main" id="{F8079AF4-80D5-4368-B629-6E4CAE7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2304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0">
            <a:extLst xmlns:a="http://schemas.openxmlformats.org/drawingml/2006/main">
              <a:ext uri="{FF2B5EF4-FFF2-40B4-BE49-F238E27FC236}">
                <a16:creationId xmlns:a16="http://schemas.microsoft.com/office/drawing/2014/main" id="{F6224CF7-8167-45A3-B438-AA40DDE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9386" y="478249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0">
            <a:extLst xmlns:a="http://schemas.openxmlformats.org/drawingml/2006/main">
              <a:ext uri="{FF2B5EF4-FFF2-40B4-BE49-F238E27FC236}">
                <a16:creationId xmlns:a16="http://schemas.microsoft.com/office/drawing/2014/main" id="{74D2D651-F78B-4BC0-BE17-1611AFAD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6427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0">
            <a:extLst xmlns:a="http://schemas.openxmlformats.org/drawingml/2006/main">
              <a:ext uri="{FF2B5EF4-FFF2-40B4-BE49-F238E27FC236}">
                <a16:creationId xmlns:a16="http://schemas.microsoft.com/office/drawing/2014/main" id="{D7B40996-A79F-48C0-8D14-E19A7B6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3509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0">
            <a:extLst xmlns:a="http://schemas.openxmlformats.org/drawingml/2006/main">
              <a:ext uri="{FF2B5EF4-FFF2-40B4-BE49-F238E27FC236}">
                <a16:creationId xmlns:a16="http://schemas.microsoft.com/office/drawing/2014/main" id="{C4CBD415-9136-48CC-BEC0-713AA4E7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0593" y="4782494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0">
            <a:extLst xmlns:a="http://schemas.openxmlformats.org/drawingml/2006/main">
              <a:ext uri="{FF2B5EF4-FFF2-40B4-BE49-F238E27FC236}">
                <a16:creationId xmlns:a16="http://schemas.microsoft.com/office/drawing/2014/main" id="{1EF0F162-3E84-4A27-916D-42117F6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7634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0">
            <a:extLst xmlns:a="http://schemas.openxmlformats.org/drawingml/2006/main">
              <a:ext uri="{FF2B5EF4-FFF2-40B4-BE49-F238E27FC236}">
                <a16:creationId xmlns:a16="http://schemas.microsoft.com/office/drawing/2014/main" id="{102AA4F2-99EA-4FBF-BB03-F5976DD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4716" y="4782494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0">
            <a:extLst xmlns:a="http://schemas.openxmlformats.org/drawingml/2006/main">
              <a:ext uri="{FF2B5EF4-FFF2-40B4-BE49-F238E27FC236}">
                <a16:creationId xmlns:a16="http://schemas.microsoft.com/office/drawing/2014/main" id="{2FF4E078-1D74-45DA-833C-17BD820A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5222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>
            <a:extLst xmlns:a="http://schemas.openxmlformats.org/drawingml/2006/main">
              <a:ext uri="{FF2B5EF4-FFF2-40B4-BE49-F238E27FC236}">
                <a16:creationId xmlns:a16="http://schemas.microsoft.com/office/drawing/2014/main" id="{A3466483-8E6B-41A9-B7BB-D81F4AA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2304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0">
            <a:extLst xmlns:a="http://schemas.openxmlformats.org/drawingml/2006/main">
              <a:ext uri="{FF2B5EF4-FFF2-40B4-BE49-F238E27FC236}">
                <a16:creationId xmlns:a16="http://schemas.microsoft.com/office/drawing/2014/main" id="{74A3E836-392C-4D84-9E48-7F0539E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9386" y="496923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0">
            <a:extLst xmlns:a="http://schemas.openxmlformats.org/drawingml/2006/main">
              <a:ext uri="{FF2B5EF4-FFF2-40B4-BE49-F238E27FC236}">
                <a16:creationId xmlns:a16="http://schemas.microsoft.com/office/drawing/2014/main" id="{558E1551-CD35-483A-86A1-033BE24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6427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0">
            <a:extLst xmlns:a="http://schemas.openxmlformats.org/drawingml/2006/main">
              <a:ext uri="{FF2B5EF4-FFF2-40B4-BE49-F238E27FC236}">
                <a16:creationId xmlns:a16="http://schemas.microsoft.com/office/drawing/2014/main" id="{5CA630B8-2653-4B41-8DD7-4B817083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3509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0">
            <a:extLst xmlns:a="http://schemas.openxmlformats.org/drawingml/2006/main">
              <a:ext uri="{FF2B5EF4-FFF2-40B4-BE49-F238E27FC236}">
                <a16:creationId xmlns:a16="http://schemas.microsoft.com/office/drawing/2014/main" id="{2886C9E6-95DD-4366-8BF4-2E3CBF4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0593" y="4969237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0">
            <a:extLst xmlns:a="http://schemas.openxmlformats.org/drawingml/2006/main">
              <a:ext uri="{FF2B5EF4-FFF2-40B4-BE49-F238E27FC236}">
                <a16:creationId xmlns:a16="http://schemas.microsoft.com/office/drawing/2014/main" id="{90AD6C1D-41E4-4FB6-9D96-C28E02B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7634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0">
            <a:extLst xmlns:a="http://schemas.openxmlformats.org/drawingml/2006/main">
              <a:ext uri="{FF2B5EF4-FFF2-40B4-BE49-F238E27FC236}">
                <a16:creationId xmlns:a16="http://schemas.microsoft.com/office/drawing/2014/main" id="{784EE49A-65E9-4CE8-AA7A-1B30AA9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4716" y="4969237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0">
            <a:extLst xmlns:a="http://schemas.openxmlformats.org/drawingml/2006/main">
              <a:ext uri="{FF2B5EF4-FFF2-40B4-BE49-F238E27FC236}">
                <a16:creationId xmlns:a16="http://schemas.microsoft.com/office/drawing/2014/main" id="{585FB6AF-33C8-45E7-87C5-0D69807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70168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0">
            <a:extLst xmlns:a="http://schemas.openxmlformats.org/drawingml/2006/main">
              <a:ext uri="{FF2B5EF4-FFF2-40B4-BE49-F238E27FC236}">
                <a16:creationId xmlns:a16="http://schemas.microsoft.com/office/drawing/2014/main" id="{A7B60EA3-72E2-46F7-863F-22ED3B9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73086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0">
            <a:extLst xmlns:a="http://schemas.openxmlformats.org/drawingml/2006/main">
              <a:ext uri="{FF2B5EF4-FFF2-40B4-BE49-F238E27FC236}">
                <a16:creationId xmlns:a16="http://schemas.microsoft.com/office/drawing/2014/main" id="{9B3CC82A-D4A9-445D-BD46-8635DE5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6004" y="389036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0">
            <a:extLst xmlns:a="http://schemas.openxmlformats.org/drawingml/2006/main">
              <a:ext uri="{FF2B5EF4-FFF2-40B4-BE49-F238E27FC236}">
                <a16:creationId xmlns:a16="http://schemas.microsoft.com/office/drawing/2014/main" id="{AF650E5D-1254-4D1F-8546-D2426353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37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0">
            <a:extLst xmlns:a="http://schemas.openxmlformats.org/drawingml/2006/main">
              <a:ext uri="{FF2B5EF4-FFF2-40B4-BE49-F238E27FC236}">
                <a16:creationId xmlns:a16="http://schemas.microsoft.com/office/drawing/2014/main" id="{EF08CB12-0BCE-4632-A32E-EE20DD0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119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0">
            <a:extLst xmlns:a="http://schemas.openxmlformats.org/drawingml/2006/main">
              <a:ext uri="{FF2B5EF4-FFF2-40B4-BE49-F238E27FC236}">
                <a16:creationId xmlns:a16="http://schemas.microsoft.com/office/drawing/2014/main" id="{299CAF9A-F3AD-4A9D-9C9D-D1EA748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203" y="3890363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0">
            <a:extLst xmlns:a="http://schemas.openxmlformats.org/drawingml/2006/main">
              <a:ext uri="{FF2B5EF4-FFF2-40B4-BE49-F238E27FC236}">
                <a16:creationId xmlns:a16="http://schemas.microsoft.com/office/drawing/2014/main" id="{87ECBCD7-CD55-4B73-B2C0-E0817F03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244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0">
            <a:extLst xmlns:a="http://schemas.openxmlformats.org/drawingml/2006/main">
              <a:ext uri="{FF2B5EF4-FFF2-40B4-BE49-F238E27FC236}">
                <a16:creationId xmlns:a16="http://schemas.microsoft.com/office/drawing/2014/main" id="{F54219EB-BDCC-4B7D-9775-DD6172CF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326" y="3890363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0">
            <a:extLst xmlns:a="http://schemas.openxmlformats.org/drawingml/2006/main">
              <a:ext uri="{FF2B5EF4-FFF2-40B4-BE49-F238E27FC236}">
                <a16:creationId xmlns:a16="http://schemas.microsoft.com/office/drawing/2014/main" id="{33F016CA-EDD3-4A00-96CF-9897A0E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70168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0">
            <a:extLst xmlns:a="http://schemas.openxmlformats.org/drawingml/2006/main">
              <a:ext uri="{FF2B5EF4-FFF2-40B4-BE49-F238E27FC236}">
                <a16:creationId xmlns:a16="http://schemas.microsoft.com/office/drawing/2014/main" id="{0C09B343-6589-4748-8725-2BA61C2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73086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0">
            <a:extLst xmlns:a="http://schemas.openxmlformats.org/drawingml/2006/main">
              <a:ext uri="{FF2B5EF4-FFF2-40B4-BE49-F238E27FC236}">
                <a16:creationId xmlns:a16="http://schemas.microsoft.com/office/drawing/2014/main" id="{3EAD46E6-49B9-4B4A-85C5-CF3B6AAA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6004" y="407565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0">
            <a:extLst xmlns:a="http://schemas.openxmlformats.org/drawingml/2006/main">
              <a:ext uri="{FF2B5EF4-FFF2-40B4-BE49-F238E27FC236}">
                <a16:creationId xmlns:a16="http://schemas.microsoft.com/office/drawing/2014/main" id="{CD159DD0-E9F5-42D9-8C44-711B605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37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0">
            <a:extLst xmlns:a="http://schemas.openxmlformats.org/drawingml/2006/main">
              <a:ext uri="{FF2B5EF4-FFF2-40B4-BE49-F238E27FC236}">
                <a16:creationId xmlns:a16="http://schemas.microsoft.com/office/drawing/2014/main" id="{35B856C6-3DDA-41CD-8046-32D3DB9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119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0">
            <a:extLst xmlns:a="http://schemas.openxmlformats.org/drawingml/2006/main">
              <a:ext uri="{FF2B5EF4-FFF2-40B4-BE49-F238E27FC236}">
                <a16:creationId xmlns:a16="http://schemas.microsoft.com/office/drawing/2014/main" id="{5D1AC163-1A22-4573-B68F-718C3E08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203" y="407565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0">
            <a:extLst xmlns:a="http://schemas.openxmlformats.org/drawingml/2006/main">
              <a:ext uri="{FF2B5EF4-FFF2-40B4-BE49-F238E27FC236}">
                <a16:creationId xmlns:a16="http://schemas.microsoft.com/office/drawing/2014/main" id="{4E8F791F-2EB1-4D66-84D0-598EEA5A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244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0">
            <a:extLst xmlns:a="http://schemas.openxmlformats.org/drawingml/2006/main">
              <a:ext uri="{FF2B5EF4-FFF2-40B4-BE49-F238E27FC236}">
                <a16:creationId xmlns:a16="http://schemas.microsoft.com/office/drawing/2014/main" id="{C82FCBFF-CF3E-415D-8E59-481B5A7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326" y="407565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0">
            <a:extLst xmlns:a="http://schemas.openxmlformats.org/drawingml/2006/main">
              <a:ext uri="{FF2B5EF4-FFF2-40B4-BE49-F238E27FC236}">
                <a16:creationId xmlns:a16="http://schemas.microsoft.com/office/drawing/2014/main" id="{91A76815-D405-413A-B9D2-2C6CB67C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70168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0">
            <a:extLst xmlns:a="http://schemas.openxmlformats.org/drawingml/2006/main">
              <a:ext uri="{FF2B5EF4-FFF2-40B4-BE49-F238E27FC236}">
                <a16:creationId xmlns:a16="http://schemas.microsoft.com/office/drawing/2014/main" id="{B05B7D63-B0DB-4629-8C0B-2123EF5E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73086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0">
            <a:extLst xmlns:a="http://schemas.openxmlformats.org/drawingml/2006/main">
              <a:ext uri="{FF2B5EF4-FFF2-40B4-BE49-F238E27FC236}">
                <a16:creationId xmlns:a16="http://schemas.microsoft.com/office/drawing/2014/main" id="{731F6F82-2656-48EE-906B-D80E074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6004" y="426244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0">
            <a:extLst xmlns:a="http://schemas.openxmlformats.org/drawingml/2006/main">
              <a:ext uri="{FF2B5EF4-FFF2-40B4-BE49-F238E27FC236}">
                <a16:creationId xmlns:a16="http://schemas.microsoft.com/office/drawing/2014/main" id="{D93A7C00-B0C6-4B14-88BD-6D2845DA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37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0">
            <a:extLst xmlns:a="http://schemas.openxmlformats.org/drawingml/2006/main">
              <a:ext uri="{FF2B5EF4-FFF2-40B4-BE49-F238E27FC236}">
                <a16:creationId xmlns:a16="http://schemas.microsoft.com/office/drawing/2014/main" id="{4A2C28FD-49F0-41B5-88D0-E266C4E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119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0">
            <a:extLst xmlns:a="http://schemas.openxmlformats.org/drawingml/2006/main">
              <a:ext uri="{FF2B5EF4-FFF2-40B4-BE49-F238E27FC236}">
                <a16:creationId xmlns:a16="http://schemas.microsoft.com/office/drawing/2014/main" id="{D9EC9473-C235-45BC-B40C-9E33C4D5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203" y="4262440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0">
            <a:extLst xmlns:a="http://schemas.openxmlformats.org/drawingml/2006/main">
              <a:ext uri="{FF2B5EF4-FFF2-40B4-BE49-F238E27FC236}">
                <a16:creationId xmlns:a16="http://schemas.microsoft.com/office/drawing/2014/main" id="{BD314C33-E547-4C66-A676-8BAA2AB5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244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0">
            <a:extLst xmlns:a="http://schemas.openxmlformats.org/drawingml/2006/main">
              <a:ext uri="{FF2B5EF4-FFF2-40B4-BE49-F238E27FC236}">
                <a16:creationId xmlns:a16="http://schemas.microsoft.com/office/drawing/2014/main" id="{AB6E74FC-C945-43B8-8135-E6DA4CB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326" y="4262440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0">
            <a:extLst xmlns:a="http://schemas.openxmlformats.org/drawingml/2006/main">
              <a:ext uri="{FF2B5EF4-FFF2-40B4-BE49-F238E27FC236}">
                <a16:creationId xmlns:a16="http://schemas.microsoft.com/office/drawing/2014/main" id="{51196D48-2E7D-4039-9E52-78D9119D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70168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0">
            <a:extLst xmlns:a="http://schemas.openxmlformats.org/drawingml/2006/main">
              <a:ext uri="{FF2B5EF4-FFF2-40B4-BE49-F238E27FC236}">
                <a16:creationId xmlns:a16="http://schemas.microsoft.com/office/drawing/2014/main" id="{7610B897-58F3-41E7-BBAE-3001B4F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73086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0">
            <a:extLst xmlns:a="http://schemas.openxmlformats.org/drawingml/2006/main">
              <a:ext uri="{FF2B5EF4-FFF2-40B4-BE49-F238E27FC236}">
                <a16:creationId xmlns:a16="http://schemas.microsoft.com/office/drawing/2014/main" id="{203D2643-AB03-404F-B8BB-FEBE63D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6004" y="444918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0">
            <a:extLst xmlns:a="http://schemas.openxmlformats.org/drawingml/2006/main">
              <a:ext uri="{FF2B5EF4-FFF2-40B4-BE49-F238E27FC236}">
                <a16:creationId xmlns:a16="http://schemas.microsoft.com/office/drawing/2014/main" id="{E8E8EB8D-591C-4B29-BDF7-ED4915A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37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0">
            <a:extLst xmlns:a="http://schemas.openxmlformats.org/drawingml/2006/main">
              <a:ext uri="{FF2B5EF4-FFF2-40B4-BE49-F238E27FC236}">
                <a16:creationId xmlns:a16="http://schemas.microsoft.com/office/drawing/2014/main" id="{BDEB3E4E-B1A3-45D4-8AB2-2805F3A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119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0">
            <a:extLst xmlns:a="http://schemas.openxmlformats.org/drawingml/2006/main">
              <a:ext uri="{FF2B5EF4-FFF2-40B4-BE49-F238E27FC236}">
                <a16:creationId xmlns:a16="http://schemas.microsoft.com/office/drawing/2014/main" id="{2A1C3B44-8CEB-48DE-8E16-527C804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203" y="4449183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0">
            <a:extLst xmlns:a="http://schemas.openxmlformats.org/drawingml/2006/main">
              <a:ext uri="{FF2B5EF4-FFF2-40B4-BE49-F238E27FC236}">
                <a16:creationId xmlns:a16="http://schemas.microsoft.com/office/drawing/2014/main" id="{6DB877CD-E693-4A3F-B87A-2ACD66C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244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0">
            <a:extLst xmlns:a="http://schemas.openxmlformats.org/drawingml/2006/main">
              <a:ext uri="{FF2B5EF4-FFF2-40B4-BE49-F238E27FC236}">
                <a16:creationId xmlns:a16="http://schemas.microsoft.com/office/drawing/2014/main" id="{A1367434-6281-441D-9A01-B4C98CC6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326" y="4449183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Background 1">
  <p:cSld name="CUSTOM_9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1" name="Google Shape;1131;p21">
            <a:extLst xmlns:a="http://schemas.openxmlformats.org/drawingml/2006/main">
              <a:ext uri="{FF2B5EF4-FFF2-40B4-BE49-F238E27FC236}">
                <a16:creationId xmlns:a16="http://schemas.microsoft.com/office/drawing/2014/main" id="{9029A4AC-C978-4A22-9C77-E630F5B5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352035" y="24400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1">
            <a:extLst xmlns:a="http://schemas.openxmlformats.org/drawingml/2006/main">
              <a:ext uri="{FF2B5EF4-FFF2-40B4-BE49-F238E27FC236}">
                <a16:creationId xmlns:a16="http://schemas.microsoft.com/office/drawing/2014/main" id="{9BD15289-0EBD-4142-9DDD-1ED82D9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1777990" y="-1543125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1">
            <a:extLst xmlns:a="http://schemas.openxmlformats.org/drawingml/2006/main">
              <a:ext uri="{FF2B5EF4-FFF2-40B4-BE49-F238E27FC236}">
                <a16:creationId xmlns:a16="http://schemas.microsoft.com/office/drawing/2014/main" id="{51AA424F-F56C-4186-BEC0-9FF1079F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0776" y="1142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1">
            <a:extLst xmlns:a="http://schemas.openxmlformats.org/drawingml/2006/main">
              <a:ext uri="{FF2B5EF4-FFF2-40B4-BE49-F238E27FC236}">
                <a16:creationId xmlns:a16="http://schemas.microsoft.com/office/drawing/2014/main" id="{9B05C908-7F58-497F-826B-C9613B71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062208" y="245296"/>
            <a:ext cx="467192" cy="294207"/>
          </a:xfrm>
          <a:custGeom xmlns:a="http://schemas.openxmlformats.org/drawingml/2006/main">
            <a:rect l="l" t="t" r="r" b="b"/>
            <a:pathLst>
              <a:path w="6728" h="4237">
                <a:moveTo>
                  <a:pt x="3382" y="1"/>
                </a:moveTo>
                <a:lnTo>
                  <a:pt x="3310" y="37"/>
                </a:lnTo>
                <a:lnTo>
                  <a:pt x="3275" y="72"/>
                </a:lnTo>
                <a:lnTo>
                  <a:pt x="2492" y="2813"/>
                </a:lnTo>
                <a:lnTo>
                  <a:pt x="1780" y="1247"/>
                </a:lnTo>
                <a:lnTo>
                  <a:pt x="1744" y="1176"/>
                </a:lnTo>
                <a:lnTo>
                  <a:pt x="1637" y="1176"/>
                </a:lnTo>
                <a:lnTo>
                  <a:pt x="1602" y="1247"/>
                </a:lnTo>
                <a:lnTo>
                  <a:pt x="1210" y="2065"/>
                </a:lnTo>
                <a:lnTo>
                  <a:pt x="107" y="2065"/>
                </a:lnTo>
                <a:lnTo>
                  <a:pt x="36" y="2101"/>
                </a:lnTo>
                <a:lnTo>
                  <a:pt x="0" y="2172"/>
                </a:lnTo>
                <a:lnTo>
                  <a:pt x="36" y="2243"/>
                </a:lnTo>
                <a:lnTo>
                  <a:pt x="107" y="2279"/>
                </a:lnTo>
                <a:lnTo>
                  <a:pt x="1281" y="2279"/>
                </a:lnTo>
                <a:lnTo>
                  <a:pt x="1317" y="2243"/>
                </a:lnTo>
                <a:lnTo>
                  <a:pt x="1353" y="2208"/>
                </a:lnTo>
                <a:lnTo>
                  <a:pt x="1673" y="1531"/>
                </a:lnTo>
                <a:lnTo>
                  <a:pt x="2385" y="3204"/>
                </a:lnTo>
                <a:lnTo>
                  <a:pt x="2456" y="3240"/>
                </a:lnTo>
                <a:lnTo>
                  <a:pt x="2563" y="3240"/>
                </a:lnTo>
                <a:lnTo>
                  <a:pt x="2598" y="3169"/>
                </a:lnTo>
                <a:lnTo>
                  <a:pt x="3382" y="535"/>
                </a:lnTo>
                <a:lnTo>
                  <a:pt x="4378" y="4165"/>
                </a:lnTo>
                <a:lnTo>
                  <a:pt x="4414" y="4201"/>
                </a:lnTo>
                <a:lnTo>
                  <a:pt x="4449" y="4237"/>
                </a:lnTo>
                <a:lnTo>
                  <a:pt x="4485" y="4237"/>
                </a:lnTo>
                <a:lnTo>
                  <a:pt x="4521" y="4201"/>
                </a:lnTo>
                <a:lnTo>
                  <a:pt x="4556" y="4165"/>
                </a:lnTo>
                <a:lnTo>
                  <a:pt x="5054" y="2243"/>
                </a:lnTo>
                <a:lnTo>
                  <a:pt x="6621" y="2243"/>
                </a:lnTo>
                <a:lnTo>
                  <a:pt x="6692" y="2208"/>
                </a:lnTo>
                <a:lnTo>
                  <a:pt x="6727" y="2137"/>
                </a:lnTo>
                <a:lnTo>
                  <a:pt x="6692" y="2030"/>
                </a:lnTo>
                <a:lnTo>
                  <a:pt x="4912" y="2030"/>
                </a:lnTo>
                <a:lnTo>
                  <a:pt x="4876" y="2101"/>
                </a:lnTo>
                <a:lnTo>
                  <a:pt x="4449" y="3703"/>
                </a:lnTo>
                <a:lnTo>
                  <a:pt x="3488" y="72"/>
                </a:lnTo>
                <a:lnTo>
                  <a:pt x="3453" y="37"/>
                </a:lnTo>
                <a:lnTo>
                  <a:pt x="33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1">
            <a:extLst xmlns:a="http://schemas.openxmlformats.org/drawingml/2006/main">
              <a:ext uri="{FF2B5EF4-FFF2-40B4-BE49-F238E27FC236}">
                <a16:creationId xmlns:a16="http://schemas.microsoft.com/office/drawing/2014/main" id="{3B8D36BD-C36A-4814-9631-D9E06A5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850" y="236607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1">
            <a:extLst xmlns:a="http://schemas.openxmlformats.org/drawingml/2006/main">
              <a:ext uri="{FF2B5EF4-FFF2-40B4-BE49-F238E27FC236}">
                <a16:creationId xmlns:a16="http://schemas.microsoft.com/office/drawing/2014/main" id="{C45CFDA1-47CD-4523-AD41-3CAFB81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0763" y="340825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1">
            <a:extLst xmlns:a="http://schemas.openxmlformats.org/drawingml/2006/main">
              <a:ext uri="{FF2B5EF4-FFF2-40B4-BE49-F238E27FC236}">
                <a16:creationId xmlns:a16="http://schemas.microsoft.com/office/drawing/2014/main" id="{AF475157-DEB8-4F07-AACC-D99C892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0638" y="3533725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1">
            <a:extLst xmlns:a="http://schemas.openxmlformats.org/drawingml/2006/main">
              <a:ext uri="{FF2B5EF4-FFF2-40B4-BE49-F238E27FC236}">
                <a16:creationId xmlns:a16="http://schemas.microsoft.com/office/drawing/2014/main" id="{EC548B0C-B3D7-4B86-81EB-0819B48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450502" y="114515"/>
            <a:ext cx="355949" cy="355949"/>
          </a:xfrm>
          <a:custGeom xmlns:a="http://schemas.openxmlformats.org/drawingml/2006/main">
            <a:rect l="l" t="t" r="r" b="b"/>
            <a:pathLst>
              <a:path w="10252" h="10252">
                <a:moveTo>
                  <a:pt x="1994" y="0"/>
                </a:moveTo>
                <a:lnTo>
                  <a:pt x="1780" y="36"/>
                </a:lnTo>
                <a:lnTo>
                  <a:pt x="1567" y="71"/>
                </a:lnTo>
                <a:lnTo>
                  <a:pt x="1353" y="178"/>
                </a:lnTo>
                <a:lnTo>
                  <a:pt x="997" y="356"/>
                </a:lnTo>
                <a:lnTo>
                  <a:pt x="641" y="641"/>
                </a:lnTo>
                <a:lnTo>
                  <a:pt x="392" y="961"/>
                </a:lnTo>
                <a:lnTo>
                  <a:pt x="178" y="1353"/>
                </a:lnTo>
                <a:lnTo>
                  <a:pt x="107" y="1566"/>
                </a:lnTo>
                <a:lnTo>
                  <a:pt x="36" y="1780"/>
                </a:lnTo>
                <a:lnTo>
                  <a:pt x="0" y="1993"/>
                </a:lnTo>
                <a:lnTo>
                  <a:pt x="0" y="2243"/>
                </a:lnTo>
                <a:lnTo>
                  <a:pt x="0" y="8009"/>
                </a:lnTo>
                <a:lnTo>
                  <a:pt x="0" y="8222"/>
                </a:lnTo>
                <a:lnTo>
                  <a:pt x="36" y="8436"/>
                </a:lnTo>
                <a:lnTo>
                  <a:pt x="107" y="8685"/>
                </a:lnTo>
                <a:lnTo>
                  <a:pt x="178" y="8863"/>
                </a:lnTo>
                <a:lnTo>
                  <a:pt x="392" y="9255"/>
                </a:lnTo>
                <a:lnTo>
                  <a:pt x="641" y="9575"/>
                </a:lnTo>
                <a:lnTo>
                  <a:pt x="997" y="9860"/>
                </a:lnTo>
                <a:lnTo>
                  <a:pt x="1353" y="10073"/>
                </a:lnTo>
                <a:lnTo>
                  <a:pt x="1567" y="10144"/>
                </a:lnTo>
                <a:lnTo>
                  <a:pt x="1780" y="10216"/>
                </a:lnTo>
                <a:lnTo>
                  <a:pt x="1994" y="10251"/>
                </a:lnTo>
                <a:lnTo>
                  <a:pt x="8223" y="10251"/>
                </a:lnTo>
                <a:lnTo>
                  <a:pt x="8472" y="10216"/>
                </a:lnTo>
                <a:lnTo>
                  <a:pt x="8685" y="10144"/>
                </a:lnTo>
                <a:lnTo>
                  <a:pt x="8863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60" y="9255"/>
                </a:lnTo>
                <a:lnTo>
                  <a:pt x="10074" y="8863"/>
                </a:lnTo>
                <a:lnTo>
                  <a:pt x="10145" y="8685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60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63" y="178"/>
                </a:lnTo>
                <a:lnTo>
                  <a:pt x="8685" y="71"/>
                </a:lnTo>
                <a:lnTo>
                  <a:pt x="8472" y="36"/>
                </a:lnTo>
                <a:lnTo>
                  <a:pt x="822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1">
            <a:extLst xmlns:a="http://schemas.openxmlformats.org/drawingml/2006/main">
              <a:ext uri="{FF2B5EF4-FFF2-40B4-BE49-F238E27FC236}">
                <a16:creationId xmlns:a16="http://schemas.microsoft.com/office/drawing/2014/main" id="{A53488C6-AC7B-4B1D-A282-C2AA0FFC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540704" y="204718"/>
            <a:ext cx="174294" cy="174294"/>
          </a:xfrm>
          <a:custGeom xmlns:a="http://schemas.openxmlformats.org/drawingml/2006/main">
            <a:rect l="l" t="t" r="r" b="b"/>
            <a:pathLst>
              <a:path w="5020" h="5020">
                <a:moveTo>
                  <a:pt x="1709" y="0"/>
                </a:moveTo>
                <a:lnTo>
                  <a:pt x="1709" y="1709"/>
                </a:lnTo>
                <a:lnTo>
                  <a:pt x="1" y="1709"/>
                </a:lnTo>
                <a:lnTo>
                  <a:pt x="1" y="3311"/>
                </a:lnTo>
                <a:lnTo>
                  <a:pt x="1709" y="3311"/>
                </a:lnTo>
                <a:lnTo>
                  <a:pt x="1709" y="5019"/>
                </a:lnTo>
                <a:lnTo>
                  <a:pt x="3311" y="5019"/>
                </a:lnTo>
                <a:lnTo>
                  <a:pt x="3311" y="3311"/>
                </a:lnTo>
                <a:lnTo>
                  <a:pt x="5020" y="3311"/>
                </a:lnTo>
                <a:lnTo>
                  <a:pt x="5020" y="1709"/>
                </a:lnTo>
                <a:lnTo>
                  <a:pt x="3311" y="1709"/>
                </a:lnTo>
                <a:lnTo>
                  <a:pt x="33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1">
            <a:extLst xmlns:a="http://schemas.openxmlformats.org/drawingml/2006/main">
              <a:ext uri="{FF2B5EF4-FFF2-40B4-BE49-F238E27FC236}">
                <a16:creationId xmlns:a16="http://schemas.microsoft.com/office/drawing/2014/main" id="{1E47357A-3C8E-4440-B7B8-E29095A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97" y="1810183"/>
            <a:ext cx="355989" cy="355989"/>
          </a:xfrm>
          <a:custGeom xmlns:a="http://schemas.openxmlformats.org/drawingml/2006/main">
            <a:rect l="l" t="t" r="r" b="b"/>
            <a:pathLst>
              <a:path w="10252" h="10252">
                <a:moveTo>
                  <a:pt x="2030" y="0"/>
                </a:moveTo>
                <a:lnTo>
                  <a:pt x="1781" y="36"/>
                </a:lnTo>
                <a:lnTo>
                  <a:pt x="1567" y="71"/>
                </a:lnTo>
                <a:lnTo>
                  <a:pt x="1389" y="178"/>
                </a:lnTo>
                <a:lnTo>
                  <a:pt x="998" y="356"/>
                </a:lnTo>
                <a:lnTo>
                  <a:pt x="677" y="641"/>
                </a:lnTo>
                <a:lnTo>
                  <a:pt x="392" y="961"/>
                </a:lnTo>
                <a:lnTo>
                  <a:pt x="179" y="1353"/>
                </a:lnTo>
                <a:lnTo>
                  <a:pt x="108" y="1566"/>
                </a:lnTo>
                <a:lnTo>
                  <a:pt x="36" y="1780"/>
                </a:lnTo>
                <a:lnTo>
                  <a:pt x="1" y="1993"/>
                </a:lnTo>
                <a:lnTo>
                  <a:pt x="1" y="2243"/>
                </a:lnTo>
                <a:lnTo>
                  <a:pt x="1" y="8009"/>
                </a:lnTo>
                <a:lnTo>
                  <a:pt x="1" y="8222"/>
                </a:lnTo>
                <a:lnTo>
                  <a:pt x="36" y="8436"/>
                </a:lnTo>
                <a:lnTo>
                  <a:pt x="108" y="8650"/>
                </a:lnTo>
                <a:lnTo>
                  <a:pt x="179" y="8863"/>
                </a:lnTo>
                <a:lnTo>
                  <a:pt x="392" y="9255"/>
                </a:lnTo>
                <a:lnTo>
                  <a:pt x="677" y="9575"/>
                </a:lnTo>
                <a:lnTo>
                  <a:pt x="998" y="9860"/>
                </a:lnTo>
                <a:lnTo>
                  <a:pt x="1389" y="10073"/>
                </a:lnTo>
                <a:lnTo>
                  <a:pt x="1567" y="10144"/>
                </a:lnTo>
                <a:lnTo>
                  <a:pt x="1781" y="10216"/>
                </a:lnTo>
                <a:lnTo>
                  <a:pt x="2030" y="10216"/>
                </a:lnTo>
                <a:lnTo>
                  <a:pt x="2243" y="10251"/>
                </a:lnTo>
                <a:lnTo>
                  <a:pt x="8010" y="10251"/>
                </a:lnTo>
                <a:lnTo>
                  <a:pt x="8259" y="10216"/>
                </a:lnTo>
                <a:lnTo>
                  <a:pt x="8472" y="10216"/>
                </a:lnTo>
                <a:lnTo>
                  <a:pt x="8686" y="10144"/>
                </a:lnTo>
                <a:lnTo>
                  <a:pt x="8899" y="10073"/>
                </a:lnTo>
                <a:lnTo>
                  <a:pt x="9255" y="9860"/>
                </a:lnTo>
                <a:lnTo>
                  <a:pt x="9611" y="9575"/>
                </a:lnTo>
                <a:lnTo>
                  <a:pt x="9896" y="9255"/>
                </a:lnTo>
                <a:lnTo>
                  <a:pt x="10074" y="8863"/>
                </a:lnTo>
                <a:lnTo>
                  <a:pt x="10145" y="8650"/>
                </a:lnTo>
                <a:lnTo>
                  <a:pt x="10216" y="8436"/>
                </a:lnTo>
                <a:lnTo>
                  <a:pt x="10252" y="8222"/>
                </a:lnTo>
                <a:lnTo>
                  <a:pt x="10252" y="8009"/>
                </a:lnTo>
                <a:lnTo>
                  <a:pt x="10252" y="2243"/>
                </a:lnTo>
                <a:lnTo>
                  <a:pt x="10252" y="1993"/>
                </a:lnTo>
                <a:lnTo>
                  <a:pt x="10216" y="1780"/>
                </a:lnTo>
                <a:lnTo>
                  <a:pt x="10145" y="1566"/>
                </a:lnTo>
                <a:lnTo>
                  <a:pt x="10074" y="1353"/>
                </a:lnTo>
                <a:lnTo>
                  <a:pt x="9896" y="961"/>
                </a:lnTo>
                <a:lnTo>
                  <a:pt x="9611" y="641"/>
                </a:lnTo>
                <a:lnTo>
                  <a:pt x="9255" y="356"/>
                </a:lnTo>
                <a:lnTo>
                  <a:pt x="8899" y="178"/>
                </a:lnTo>
                <a:lnTo>
                  <a:pt x="8686" y="71"/>
                </a:lnTo>
                <a:lnTo>
                  <a:pt x="8472" y="36"/>
                </a:lnTo>
                <a:lnTo>
                  <a:pt x="8259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1">
            <a:extLst xmlns:a="http://schemas.openxmlformats.org/drawingml/2006/main">
              <a:ext uri="{FF2B5EF4-FFF2-40B4-BE49-F238E27FC236}">
                <a16:creationId xmlns:a16="http://schemas.microsoft.com/office/drawing/2014/main" id="{D59DE62C-E0CE-453D-B09C-C0788892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97" y="1846017"/>
            <a:ext cx="355989" cy="289249"/>
          </a:xfrm>
          <a:custGeom xmlns:a="http://schemas.openxmlformats.org/drawingml/2006/main">
            <a:rect l="l" t="t" r="r" b="b"/>
            <a:pathLst>
              <a:path w="10252" h="8330">
                <a:moveTo>
                  <a:pt x="5803" y="0"/>
                </a:moveTo>
                <a:lnTo>
                  <a:pt x="4308" y="5695"/>
                </a:lnTo>
                <a:lnTo>
                  <a:pt x="3133" y="1887"/>
                </a:lnTo>
                <a:lnTo>
                  <a:pt x="2101" y="4236"/>
                </a:lnTo>
                <a:lnTo>
                  <a:pt x="1" y="4236"/>
                </a:lnTo>
                <a:lnTo>
                  <a:pt x="1" y="4877"/>
                </a:lnTo>
                <a:lnTo>
                  <a:pt x="2528" y="4877"/>
                </a:lnTo>
                <a:lnTo>
                  <a:pt x="3026" y="3738"/>
                </a:lnTo>
                <a:lnTo>
                  <a:pt x="4379" y="8045"/>
                </a:lnTo>
                <a:lnTo>
                  <a:pt x="5767" y="2741"/>
                </a:lnTo>
                <a:lnTo>
                  <a:pt x="7120" y="8329"/>
                </a:lnTo>
                <a:lnTo>
                  <a:pt x="8294" y="4414"/>
                </a:lnTo>
                <a:lnTo>
                  <a:pt x="10252" y="4414"/>
                </a:lnTo>
                <a:lnTo>
                  <a:pt x="10252" y="3738"/>
                </a:lnTo>
                <a:lnTo>
                  <a:pt x="7832" y="3738"/>
                </a:lnTo>
                <a:lnTo>
                  <a:pt x="7191" y="5838"/>
                </a:lnTo>
                <a:lnTo>
                  <a:pt x="5803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1">
            <a:extLst xmlns:a="http://schemas.openxmlformats.org/drawingml/2006/main">
              <a:ext uri="{FF2B5EF4-FFF2-40B4-BE49-F238E27FC236}">
                <a16:creationId xmlns:a16="http://schemas.microsoft.com/office/drawing/2014/main" id="{2DABD16C-C2F9-4582-94AF-F3E2E36F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249" y="1147313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1">
            <a:extLst xmlns:a="http://schemas.openxmlformats.org/drawingml/2006/main">
              <a:ext uri="{FF2B5EF4-FFF2-40B4-BE49-F238E27FC236}">
                <a16:creationId xmlns:a16="http://schemas.microsoft.com/office/drawing/2014/main" id="{F3CAF366-F76B-4505-8A6B-92859C71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53" y="1223932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1">
            <a:extLst xmlns:a="http://schemas.openxmlformats.org/drawingml/2006/main">
              <a:ext uri="{FF2B5EF4-FFF2-40B4-BE49-F238E27FC236}">
                <a16:creationId xmlns:a16="http://schemas.microsoft.com/office/drawing/2014/main" id="{AB4DDBB4-4D16-4E25-AEAA-8EBEEA1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3375" y="389975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1">
            <a:extLst xmlns:a="http://schemas.openxmlformats.org/drawingml/2006/main">
              <a:ext uri="{FF2B5EF4-FFF2-40B4-BE49-F238E27FC236}">
                <a16:creationId xmlns:a16="http://schemas.microsoft.com/office/drawing/2014/main" id="{340F9A3F-E2A4-41A0-8D41-53C652DB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7210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1">
            <a:extLst xmlns:a="http://schemas.openxmlformats.org/drawingml/2006/main">
              <a:ext uri="{FF2B5EF4-FFF2-40B4-BE49-F238E27FC236}">
                <a16:creationId xmlns:a16="http://schemas.microsoft.com/office/drawing/2014/main" id="{AA6B9B10-B567-4977-A296-8297CD5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292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1">
            <a:extLst xmlns:a="http://schemas.openxmlformats.org/drawingml/2006/main">
              <a:ext uri="{FF2B5EF4-FFF2-40B4-BE49-F238E27FC236}">
                <a16:creationId xmlns:a16="http://schemas.microsoft.com/office/drawing/2014/main" id="{9451148A-7D94-41EA-A038-E1F37C0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1374" y="1868129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>
            <a:extLst xmlns:a="http://schemas.openxmlformats.org/drawingml/2006/main">
              <a:ext uri="{FF2B5EF4-FFF2-40B4-BE49-F238E27FC236}">
                <a16:creationId xmlns:a16="http://schemas.microsoft.com/office/drawing/2014/main" id="{80B3B22E-26BC-4ACB-BA19-A2D9504A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8415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1">
            <a:extLst xmlns:a="http://schemas.openxmlformats.org/drawingml/2006/main">
              <a:ext uri="{FF2B5EF4-FFF2-40B4-BE49-F238E27FC236}">
                <a16:creationId xmlns:a16="http://schemas.microsoft.com/office/drawing/2014/main" id="{EF17525D-3F2E-4184-87EA-C79D6D05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497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1">
            <a:extLst xmlns:a="http://schemas.openxmlformats.org/drawingml/2006/main">
              <a:ext uri="{FF2B5EF4-FFF2-40B4-BE49-F238E27FC236}">
                <a16:creationId xmlns:a16="http://schemas.microsoft.com/office/drawing/2014/main" id="{FA4FFD48-BE97-40A3-B56E-FC4BE56D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581" y="1868129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1">
            <a:extLst xmlns:a="http://schemas.openxmlformats.org/drawingml/2006/main">
              <a:ext uri="{FF2B5EF4-FFF2-40B4-BE49-F238E27FC236}">
                <a16:creationId xmlns:a16="http://schemas.microsoft.com/office/drawing/2014/main" id="{596F243D-5C71-41A1-BC32-E512058A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9622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1">
            <a:extLst xmlns:a="http://schemas.openxmlformats.org/drawingml/2006/main">
              <a:ext uri="{FF2B5EF4-FFF2-40B4-BE49-F238E27FC236}">
                <a16:creationId xmlns:a16="http://schemas.microsoft.com/office/drawing/2014/main" id="{5D3133AC-9DA5-4AE9-BE31-046664F8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6704" y="1868129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1">
            <a:extLst xmlns:a="http://schemas.openxmlformats.org/drawingml/2006/main">
              <a:ext uri="{FF2B5EF4-FFF2-40B4-BE49-F238E27FC236}">
                <a16:creationId xmlns:a16="http://schemas.microsoft.com/office/drawing/2014/main" id="{4F157DD3-AF36-4915-AE82-EF3A9C8B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7210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1">
            <a:extLst xmlns:a="http://schemas.openxmlformats.org/drawingml/2006/main">
              <a:ext uri="{FF2B5EF4-FFF2-40B4-BE49-F238E27FC236}">
                <a16:creationId xmlns:a16="http://schemas.microsoft.com/office/drawing/2014/main" id="{1820C755-A6C9-4619-B2D9-263B8A5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292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1">
            <a:extLst xmlns:a="http://schemas.openxmlformats.org/drawingml/2006/main">
              <a:ext uri="{FF2B5EF4-FFF2-40B4-BE49-F238E27FC236}">
                <a16:creationId xmlns:a16="http://schemas.microsoft.com/office/drawing/2014/main" id="{E0142345-B2E8-4858-86F4-611EE52B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1374" y="20534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1">
            <a:extLst xmlns:a="http://schemas.openxmlformats.org/drawingml/2006/main">
              <a:ext uri="{FF2B5EF4-FFF2-40B4-BE49-F238E27FC236}">
                <a16:creationId xmlns:a16="http://schemas.microsoft.com/office/drawing/2014/main" id="{F91ED971-F1BE-4CE3-BE5A-FDEFC597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8415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1">
            <a:extLst xmlns:a="http://schemas.openxmlformats.org/drawingml/2006/main">
              <a:ext uri="{FF2B5EF4-FFF2-40B4-BE49-F238E27FC236}">
                <a16:creationId xmlns:a16="http://schemas.microsoft.com/office/drawing/2014/main" id="{7913496E-BE3A-44FD-B760-9FDE9255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497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1">
            <a:extLst xmlns:a="http://schemas.openxmlformats.org/drawingml/2006/main">
              <a:ext uri="{FF2B5EF4-FFF2-40B4-BE49-F238E27FC236}">
                <a16:creationId xmlns:a16="http://schemas.microsoft.com/office/drawing/2014/main" id="{FEABD1DA-B212-4F5C-8EE8-6B355DE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581" y="20534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1">
            <a:extLst xmlns:a="http://schemas.openxmlformats.org/drawingml/2006/main">
              <a:ext uri="{FF2B5EF4-FFF2-40B4-BE49-F238E27FC236}">
                <a16:creationId xmlns:a16="http://schemas.microsoft.com/office/drawing/2014/main" id="{EFD6ABA2-B99A-42DD-8A35-632EFFB7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9622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1">
            <a:extLst xmlns:a="http://schemas.openxmlformats.org/drawingml/2006/main">
              <a:ext uri="{FF2B5EF4-FFF2-40B4-BE49-F238E27FC236}">
                <a16:creationId xmlns:a16="http://schemas.microsoft.com/office/drawing/2014/main" id="{7F2FD148-9FE3-489D-B182-A4002BA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6704" y="2053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1">
            <a:extLst xmlns:a="http://schemas.openxmlformats.org/drawingml/2006/main">
              <a:ext uri="{FF2B5EF4-FFF2-40B4-BE49-F238E27FC236}">
                <a16:creationId xmlns:a16="http://schemas.microsoft.com/office/drawing/2014/main" id="{92CD9835-C230-4009-8310-D23BCBA9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7210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1">
            <a:extLst xmlns:a="http://schemas.openxmlformats.org/drawingml/2006/main">
              <a:ext uri="{FF2B5EF4-FFF2-40B4-BE49-F238E27FC236}">
                <a16:creationId xmlns:a16="http://schemas.microsoft.com/office/drawing/2014/main" id="{87A93A57-AB8C-4AC4-BD27-612E732A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292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1">
            <a:extLst xmlns:a="http://schemas.openxmlformats.org/drawingml/2006/main">
              <a:ext uri="{FF2B5EF4-FFF2-40B4-BE49-F238E27FC236}">
                <a16:creationId xmlns:a16="http://schemas.microsoft.com/office/drawing/2014/main" id="{0AF34CD5-B0AD-41A3-95B3-FDD0940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1374" y="224020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1">
            <a:extLst xmlns:a="http://schemas.openxmlformats.org/drawingml/2006/main">
              <a:ext uri="{FF2B5EF4-FFF2-40B4-BE49-F238E27FC236}">
                <a16:creationId xmlns:a16="http://schemas.microsoft.com/office/drawing/2014/main" id="{3D3FA41B-DFD6-4D60-94DC-4B1AD1E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8415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1">
            <a:extLst xmlns:a="http://schemas.openxmlformats.org/drawingml/2006/main">
              <a:ext uri="{FF2B5EF4-FFF2-40B4-BE49-F238E27FC236}">
                <a16:creationId xmlns:a16="http://schemas.microsoft.com/office/drawing/2014/main" id="{82BBE071-58D7-4934-9CA3-CEB1DDB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497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1">
            <a:extLst xmlns:a="http://schemas.openxmlformats.org/drawingml/2006/main">
              <a:ext uri="{FF2B5EF4-FFF2-40B4-BE49-F238E27FC236}">
                <a16:creationId xmlns:a16="http://schemas.microsoft.com/office/drawing/2014/main" id="{4186314C-1A87-457A-9537-CBD63FA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581" y="224020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1">
            <a:extLst xmlns:a="http://schemas.openxmlformats.org/drawingml/2006/main">
              <a:ext uri="{FF2B5EF4-FFF2-40B4-BE49-F238E27FC236}">
                <a16:creationId xmlns:a16="http://schemas.microsoft.com/office/drawing/2014/main" id="{FD5EAD1E-254A-462B-97F9-961B0CC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9622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1">
            <a:extLst xmlns:a="http://schemas.openxmlformats.org/drawingml/2006/main">
              <a:ext uri="{FF2B5EF4-FFF2-40B4-BE49-F238E27FC236}">
                <a16:creationId xmlns:a16="http://schemas.microsoft.com/office/drawing/2014/main" id="{870A01BB-BA69-453E-A0B5-2EF5C09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6704" y="224020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1">
            <a:extLst xmlns:a="http://schemas.openxmlformats.org/drawingml/2006/main">
              <a:ext uri="{FF2B5EF4-FFF2-40B4-BE49-F238E27FC236}">
                <a16:creationId xmlns:a16="http://schemas.microsoft.com/office/drawing/2014/main" id="{619B94D9-DA30-4DDF-B6E7-A3D15E5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7210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1">
            <a:extLst xmlns:a="http://schemas.openxmlformats.org/drawingml/2006/main">
              <a:ext uri="{FF2B5EF4-FFF2-40B4-BE49-F238E27FC236}">
                <a16:creationId xmlns:a16="http://schemas.microsoft.com/office/drawing/2014/main" id="{22BEB4CB-A248-4B6B-AE4D-D4BF8A45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292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1">
            <a:extLst xmlns:a="http://schemas.openxmlformats.org/drawingml/2006/main">
              <a:ext uri="{FF2B5EF4-FFF2-40B4-BE49-F238E27FC236}">
                <a16:creationId xmlns:a16="http://schemas.microsoft.com/office/drawing/2014/main" id="{9EE64598-80D9-4883-AECC-81BBFFA4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1374" y="242694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1">
            <a:extLst xmlns:a="http://schemas.openxmlformats.org/drawingml/2006/main">
              <a:ext uri="{FF2B5EF4-FFF2-40B4-BE49-F238E27FC236}">
                <a16:creationId xmlns:a16="http://schemas.microsoft.com/office/drawing/2014/main" id="{155B084A-C624-486A-92F3-7AD39AC4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8415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1">
            <a:extLst xmlns:a="http://schemas.openxmlformats.org/drawingml/2006/main">
              <a:ext uri="{FF2B5EF4-FFF2-40B4-BE49-F238E27FC236}">
                <a16:creationId xmlns:a16="http://schemas.microsoft.com/office/drawing/2014/main" id="{E2FC7B0D-14B8-40DA-88D7-C6D47031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497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1">
            <a:extLst xmlns:a="http://schemas.openxmlformats.org/drawingml/2006/main">
              <a:ext uri="{FF2B5EF4-FFF2-40B4-BE49-F238E27FC236}">
                <a16:creationId xmlns:a16="http://schemas.microsoft.com/office/drawing/2014/main" id="{A72E6092-9F0D-4022-928D-ED8408B6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581" y="242694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1">
            <a:extLst xmlns:a="http://schemas.openxmlformats.org/drawingml/2006/main">
              <a:ext uri="{FF2B5EF4-FFF2-40B4-BE49-F238E27FC236}">
                <a16:creationId xmlns:a16="http://schemas.microsoft.com/office/drawing/2014/main" id="{9BAAEF30-8614-4798-8164-121BEB4F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9622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1">
            <a:extLst xmlns:a="http://schemas.openxmlformats.org/drawingml/2006/main">
              <a:ext uri="{FF2B5EF4-FFF2-40B4-BE49-F238E27FC236}">
                <a16:creationId xmlns:a16="http://schemas.microsoft.com/office/drawing/2014/main" id="{655A6D33-5B48-41EA-BE4B-EC81EC1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6704" y="242694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1">
            <a:extLst xmlns:a="http://schemas.openxmlformats.org/drawingml/2006/main">
              <a:ext uri="{FF2B5EF4-FFF2-40B4-BE49-F238E27FC236}">
                <a16:creationId xmlns:a16="http://schemas.microsoft.com/office/drawing/2014/main" id="{9473EA00-0479-490A-B001-5796EB5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5840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21">
            <a:extLst xmlns:a="http://schemas.openxmlformats.org/drawingml/2006/main">
              <a:ext uri="{FF2B5EF4-FFF2-40B4-BE49-F238E27FC236}">
                <a16:creationId xmlns:a16="http://schemas.microsoft.com/office/drawing/2014/main" id="{B8CBC2C1-F49E-4CFA-A820-92CCBD6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8758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1">
            <a:extLst xmlns:a="http://schemas.openxmlformats.org/drawingml/2006/main">
              <a:ext uri="{FF2B5EF4-FFF2-40B4-BE49-F238E27FC236}">
                <a16:creationId xmlns:a16="http://schemas.microsoft.com/office/drawing/2014/main" id="{BC2DB36C-4718-412C-92FC-E9F3E1AB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1676" y="-23372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1">
            <a:extLst xmlns:a="http://schemas.openxmlformats.org/drawingml/2006/main">
              <a:ext uri="{FF2B5EF4-FFF2-40B4-BE49-F238E27FC236}">
                <a16:creationId xmlns:a16="http://schemas.microsoft.com/office/drawing/2014/main" id="{96E1D5C9-D3D4-4CF9-A7B9-6CBB321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65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1">
            <a:extLst xmlns:a="http://schemas.openxmlformats.org/drawingml/2006/main">
              <a:ext uri="{FF2B5EF4-FFF2-40B4-BE49-F238E27FC236}">
                <a16:creationId xmlns:a16="http://schemas.microsoft.com/office/drawing/2014/main" id="{C4823860-626B-4D5F-82B1-C322197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47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1">
            <a:extLst xmlns:a="http://schemas.openxmlformats.org/drawingml/2006/main">
              <a:ext uri="{FF2B5EF4-FFF2-40B4-BE49-F238E27FC236}">
                <a16:creationId xmlns:a16="http://schemas.microsoft.com/office/drawing/2014/main" id="{8E758F10-2477-4B6A-B6F2-A730C63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531" y="-233721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1">
            <a:extLst xmlns:a="http://schemas.openxmlformats.org/drawingml/2006/main">
              <a:ext uri="{FF2B5EF4-FFF2-40B4-BE49-F238E27FC236}">
                <a16:creationId xmlns:a16="http://schemas.microsoft.com/office/drawing/2014/main" id="{8E37A3B9-1004-45A3-855D-38B2A161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572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1">
            <a:extLst xmlns:a="http://schemas.openxmlformats.org/drawingml/2006/main">
              <a:ext uri="{FF2B5EF4-FFF2-40B4-BE49-F238E27FC236}">
                <a16:creationId xmlns:a16="http://schemas.microsoft.com/office/drawing/2014/main" id="{CB6292F4-7DB8-45E8-A93F-C6A428A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654" y="-233721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1">
            <a:extLst xmlns:a="http://schemas.openxmlformats.org/drawingml/2006/main">
              <a:ext uri="{FF2B5EF4-FFF2-40B4-BE49-F238E27FC236}">
                <a16:creationId xmlns:a16="http://schemas.microsoft.com/office/drawing/2014/main" id="{37CFA777-E537-4D16-9F12-8DC31BD0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5840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1">
            <a:extLst xmlns:a="http://schemas.openxmlformats.org/drawingml/2006/main">
              <a:ext uri="{FF2B5EF4-FFF2-40B4-BE49-F238E27FC236}">
                <a16:creationId xmlns:a16="http://schemas.microsoft.com/office/drawing/2014/main" id="{374E59FE-7E70-4751-92EE-BA685FBA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8758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1">
            <a:extLst xmlns:a="http://schemas.openxmlformats.org/drawingml/2006/main">
              <a:ext uri="{FF2B5EF4-FFF2-40B4-BE49-F238E27FC236}">
                <a16:creationId xmlns:a16="http://schemas.microsoft.com/office/drawing/2014/main" id="{6B4C392F-FBF4-4E65-B3F0-68C7669A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1676" y="-484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1">
            <a:extLst xmlns:a="http://schemas.openxmlformats.org/drawingml/2006/main">
              <a:ext uri="{FF2B5EF4-FFF2-40B4-BE49-F238E27FC236}">
                <a16:creationId xmlns:a16="http://schemas.microsoft.com/office/drawing/2014/main" id="{EDF17887-AC7A-47F9-B9BA-F5B32768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65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1">
            <a:extLst xmlns:a="http://schemas.openxmlformats.org/drawingml/2006/main">
              <a:ext uri="{FF2B5EF4-FFF2-40B4-BE49-F238E27FC236}">
                <a16:creationId xmlns:a16="http://schemas.microsoft.com/office/drawing/2014/main" id="{288E6542-6109-4846-B8CC-B53D0FD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47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1">
            <a:extLst xmlns:a="http://schemas.openxmlformats.org/drawingml/2006/main">
              <a:ext uri="{FF2B5EF4-FFF2-40B4-BE49-F238E27FC236}">
                <a16:creationId xmlns:a16="http://schemas.microsoft.com/office/drawing/2014/main" id="{945F0321-14A7-47C9-A533-3BE1E00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531" y="-48425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1">
            <a:extLst xmlns:a="http://schemas.openxmlformats.org/drawingml/2006/main">
              <a:ext uri="{FF2B5EF4-FFF2-40B4-BE49-F238E27FC236}">
                <a16:creationId xmlns:a16="http://schemas.microsoft.com/office/drawing/2014/main" id="{95962CA3-DA2A-48D3-B931-142062AC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572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1">
            <a:extLst xmlns:a="http://schemas.openxmlformats.org/drawingml/2006/main">
              <a:ext uri="{FF2B5EF4-FFF2-40B4-BE49-F238E27FC236}">
                <a16:creationId xmlns:a16="http://schemas.microsoft.com/office/drawing/2014/main" id="{437F58EF-4C6C-4CF9-878B-63430D0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654" y="-48425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1">
            <a:extLst xmlns:a="http://schemas.openxmlformats.org/drawingml/2006/main">
              <a:ext uri="{FF2B5EF4-FFF2-40B4-BE49-F238E27FC236}">
                <a16:creationId xmlns:a16="http://schemas.microsoft.com/office/drawing/2014/main" id="{CFB8E5EC-5B1E-4030-BE06-44D6FC98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5840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1">
            <a:extLst xmlns:a="http://schemas.openxmlformats.org/drawingml/2006/main">
              <a:ext uri="{FF2B5EF4-FFF2-40B4-BE49-F238E27FC236}">
                <a16:creationId xmlns:a16="http://schemas.microsoft.com/office/drawing/2014/main" id="{84E6B154-5AED-4D9F-BF2B-0FE7186B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8758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1">
            <a:extLst xmlns:a="http://schemas.openxmlformats.org/drawingml/2006/main">
              <a:ext uri="{FF2B5EF4-FFF2-40B4-BE49-F238E27FC236}">
                <a16:creationId xmlns:a16="http://schemas.microsoft.com/office/drawing/2014/main" id="{9206B1E6-FA38-4203-8F75-350B39E0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1676" y="13835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1">
            <a:extLst xmlns:a="http://schemas.openxmlformats.org/drawingml/2006/main">
              <a:ext uri="{FF2B5EF4-FFF2-40B4-BE49-F238E27FC236}">
                <a16:creationId xmlns:a16="http://schemas.microsoft.com/office/drawing/2014/main" id="{3113D63E-57E7-4F9A-B9E7-FCD7852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65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1">
            <a:extLst xmlns:a="http://schemas.openxmlformats.org/drawingml/2006/main">
              <a:ext uri="{FF2B5EF4-FFF2-40B4-BE49-F238E27FC236}">
                <a16:creationId xmlns:a16="http://schemas.microsoft.com/office/drawing/2014/main" id="{4F167C25-66F9-47B0-AC7E-058C2DF0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47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21">
            <a:extLst xmlns:a="http://schemas.openxmlformats.org/drawingml/2006/main">
              <a:ext uri="{FF2B5EF4-FFF2-40B4-BE49-F238E27FC236}">
                <a16:creationId xmlns:a16="http://schemas.microsoft.com/office/drawing/2014/main" id="{BB4FB394-0A39-4D31-A4FD-96523BB0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531" y="138356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1">
            <a:extLst xmlns:a="http://schemas.openxmlformats.org/drawingml/2006/main">
              <a:ext uri="{FF2B5EF4-FFF2-40B4-BE49-F238E27FC236}">
                <a16:creationId xmlns:a16="http://schemas.microsoft.com/office/drawing/2014/main" id="{7B116A78-0C2C-41A2-8ACF-84DBB2A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572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1">
            <a:extLst xmlns:a="http://schemas.openxmlformats.org/drawingml/2006/main">
              <a:ext uri="{FF2B5EF4-FFF2-40B4-BE49-F238E27FC236}">
                <a16:creationId xmlns:a16="http://schemas.microsoft.com/office/drawing/2014/main" id="{58158966-9029-4B7C-B697-38E05F1F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654" y="138356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1">
            <a:extLst xmlns:a="http://schemas.openxmlformats.org/drawingml/2006/main">
              <a:ext uri="{FF2B5EF4-FFF2-40B4-BE49-F238E27FC236}">
                <a16:creationId xmlns:a16="http://schemas.microsoft.com/office/drawing/2014/main" id="{3D3EB8E3-AD51-466D-B036-EAC610F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5840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1">
            <a:extLst xmlns:a="http://schemas.openxmlformats.org/drawingml/2006/main">
              <a:ext uri="{FF2B5EF4-FFF2-40B4-BE49-F238E27FC236}">
                <a16:creationId xmlns:a16="http://schemas.microsoft.com/office/drawing/2014/main" id="{EAB1E78F-BF82-4F8A-AE87-3BF01BBF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8758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1">
            <a:extLst xmlns:a="http://schemas.openxmlformats.org/drawingml/2006/main">
              <a:ext uri="{FF2B5EF4-FFF2-40B4-BE49-F238E27FC236}">
                <a16:creationId xmlns:a16="http://schemas.microsoft.com/office/drawing/2014/main" id="{1A5E66D0-3082-414B-8AA1-17B7A26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1676" y="32509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1">
            <a:extLst xmlns:a="http://schemas.openxmlformats.org/drawingml/2006/main">
              <a:ext uri="{FF2B5EF4-FFF2-40B4-BE49-F238E27FC236}">
                <a16:creationId xmlns:a16="http://schemas.microsoft.com/office/drawing/2014/main" id="{D570C9B4-E4DD-4D89-83C4-1A95E2C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65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1">
            <a:extLst xmlns:a="http://schemas.openxmlformats.org/drawingml/2006/main">
              <a:ext uri="{FF2B5EF4-FFF2-40B4-BE49-F238E27FC236}">
                <a16:creationId xmlns:a16="http://schemas.microsoft.com/office/drawing/2014/main" id="{4B869609-3AA2-4446-81CF-B1F0B4C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447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1">
            <a:extLst xmlns:a="http://schemas.openxmlformats.org/drawingml/2006/main">
              <a:ext uri="{FF2B5EF4-FFF2-40B4-BE49-F238E27FC236}">
                <a16:creationId xmlns:a16="http://schemas.microsoft.com/office/drawing/2014/main" id="{A9E4939D-8EE2-466F-92BB-97EAF2A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531" y="325099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1">
            <a:extLst xmlns:a="http://schemas.openxmlformats.org/drawingml/2006/main">
              <a:ext uri="{FF2B5EF4-FFF2-40B4-BE49-F238E27FC236}">
                <a16:creationId xmlns:a16="http://schemas.microsoft.com/office/drawing/2014/main" id="{C37C3344-03EC-4D92-9900-31A5DE5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572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1">
            <a:extLst xmlns:a="http://schemas.openxmlformats.org/drawingml/2006/main">
              <a:ext uri="{FF2B5EF4-FFF2-40B4-BE49-F238E27FC236}">
                <a16:creationId xmlns:a16="http://schemas.microsoft.com/office/drawing/2014/main" id="{9A81812B-9A97-4104-8E1B-64E978EE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654" y="325099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matchingName="Title only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2" name="Google Shape;1222;p24">
            <a:extLst xmlns:a="http://schemas.openxmlformats.org/drawingml/2006/main">
              <a:ext uri="{FF2B5EF4-FFF2-40B4-BE49-F238E27FC236}">
                <a16:creationId xmlns:a16="http://schemas.microsoft.com/office/drawing/2014/main" id="{89C57CFD-B306-4B2E-8896-D98B83E13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450" y="511025"/>
            <a:ext cx="76971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62a5d6a154e2d" /><Relationship Type="http://schemas.openxmlformats.org/officeDocument/2006/relationships/slideLayout" Target="/ppt/slideLayouts/slideLayout1.xml" Id="Rda8352df21ca4ccf" /><Relationship Type="http://schemas.openxmlformats.org/officeDocument/2006/relationships/slideLayout" Target="/ppt/slideLayouts/slideLayout2.xml" Id="Refd5c5ae9f10485f" /><Relationship Type="http://schemas.openxmlformats.org/officeDocument/2006/relationships/slideLayout" Target="/ppt/slideLayouts/slideLayout3.xml" Id="R35704ad88e504419" /><Relationship Type="http://schemas.openxmlformats.org/officeDocument/2006/relationships/slideLayout" Target="/ppt/slideLayouts/slideLayout4.xml" Id="Ra4fb94dbe2a74cd4" /><Relationship Type="http://schemas.openxmlformats.org/officeDocument/2006/relationships/slideLayout" Target="/ppt/slideLayouts/slideLayout5.xml" Id="Rf7f7c6c0c5eb4569" /><Relationship Type="http://schemas.openxmlformats.org/officeDocument/2006/relationships/slideLayout" Target="/ppt/slideLayouts/slideLayout6.xml" Id="Rf92f45dc673c483c" /><Relationship Type="http://schemas.openxmlformats.org/officeDocument/2006/relationships/slideLayout" Target="/ppt/slideLayouts/slideLayout7.xml" Id="R3d8d930568f049b4" /><Relationship Type="http://schemas.openxmlformats.org/officeDocument/2006/relationships/slideLayout" Target="/ppt/slideLayouts/slideLayout8.xml" Id="Rbf955b7b3ce34968" /><Relationship Type="http://schemas.openxmlformats.org/officeDocument/2006/relationships/slideLayout" Target="/ppt/slideLayouts/slideLayout9.xml" Id="R1dd4dca64e9f44fd" /><Relationship Type="http://schemas.openxmlformats.org/officeDocument/2006/relationships/slideLayout" Target="/ppt/slideLayouts/slideLayout10.xml" Id="Rc5d062920de04dc0" /><Relationship Type="http://schemas.openxmlformats.org/officeDocument/2006/relationships/slideLayout" Target="/ppt/slideLayouts/slideLayout11.xml" Id="Ra91f65cd643947ac" /><Relationship Type="http://schemas.openxmlformats.org/officeDocument/2006/relationships/slideLayout" Target="/ppt/slideLayouts/slideLayout12.xml" Id="R98911ec2cd7d4be4" /><Relationship Type="http://schemas.openxmlformats.org/officeDocument/2006/relationships/slideLayout" Target="/ppt/slideLayouts/slideLayout13.xml" Id="R4191aec0feaa41a5" /><Relationship Type="http://schemas.openxmlformats.org/officeDocument/2006/relationships/slideLayout" Target="/ppt/slideLayouts/slideLayout14.xml" Id="R4d7aeb6a46a64805" /><Relationship Type="http://schemas.openxmlformats.org/officeDocument/2006/relationships/slideLayout" Target="/ppt/slideLayouts/slideLayout15.xml" Id="R6e3e1e159c2a4486" /><Relationship Type="http://schemas.openxmlformats.org/officeDocument/2006/relationships/slideLayout" Target="/ppt/slideLayouts/slideLayout16.xml" Id="Rf52eb98c3c28444a" /><Relationship Type="http://schemas.openxmlformats.org/officeDocument/2006/relationships/slideLayout" Target="/ppt/slideLayouts/slideLayout17.xml" Id="Rb52f22c49fb94859" /><Relationship Type="http://schemas.openxmlformats.org/officeDocument/2006/relationships/slideLayout" Target="/ppt/slideLayouts/slideLayout18.xml" Id="R66576ddf8f774651" /><Relationship Type="http://schemas.openxmlformats.org/officeDocument/2006/relationships/slideLayout" Target="/ppt/slideLayouts/slideLayout19.xml" Id="R1047d69414bc458d" /><Relationship Type="http://schemas.openxmlformats.org/officeDocument/2006/relationships/slideLayout" Target="/ppt/slideLayouts/slideLayout20.xml" Id="R7f4bffd76a46489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1bc17740a2469c" /><Relationship Type="http://schemas.openxmlformats.org/officeDocument/2006/relationships/slideLayout" Target="/ppt/slideLayouts/slideLayout21.xml" Id="R47ba521d63e54ba1" /><Relationship Type="http://schemas.openxmlformats.org/officeDocument/2006/relationships/slideLayout" Target="/ppt/slideLayouts/slideLayout22.xml" Id="R47003395314e4ad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2827316-B7FF-4F13-9D54-D0DAC351A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EBBE813-D8F2-4A8F-B4D3-ADEA1B646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8352df21ca4ccf"/>
    <p:sldLayoutId xmlns:r="http://schemas.openxmlformats.org/officeDocument/2006/relationships" id="2147483650" r:id="Refd5c5ae9f10485f"/>
    <p:sldLayoutId xmlns:r="http://schemas.openxmlformats.org/officeDocument/2006/relationships" id="2147483651" r:id="R35704ad88e504419"/>
    <p:sldLayoutId xmlns:r="http://schemas.openxmlformats.org/officeDocument/2006/relationships" id="2147483652" r:id="Ra4fb94dbe2a74cd4"/>
    <p:sldLayoutId xmlns:r="http://schemas.openxmlformats.org/officeDocument/2006/relationships" id="2147483653" r:id="Rf7f7c6c0c5eb4569"/>
    <p:sldLayoutId xmlns:r="http://schemas.openxmlformats.org/officeDocument/2006/relationships" id="2147483654" r:id="Rf92f45dc673c483c"/>
    <p:sldLayoutId xmlns:r="http://schemas.openxmlformats.org/officeDocument/2006/relationships" id="2147483655" r:id="R3d8d930568f049b4"/>
    <p:sldLayoutId xmlns:r="http://schemas.openxmlformats.org/officeDocument/2006/relationships" id="2147483656" r:id="Rbf955b7b3ce34968"/>
    <p:sldLayoutId xmlns:r="http://schemas.openxmlformats.org/officeDocument/2006/relationships" id="2147483657" r:id="R1dd4dca64e9f44fd"/>
    <p:sldLayoutId xmlns:r="http://schemas.openxmlformats.org/officeDocument/2006/relationships" id="2147483658" r:id="Rc5d062920de04dc0"/>
    <p:sldLayoutId xmlns:r="http://schemas.openxmlformats.org/officeDocument/2006/relationships" id="2147483659" r:id="Ra91f65cd643947ac"/>
    <p:sldLayoutId xmlns:r="http://schemas.openxmlformats.org/officeDocument/2006/relationships" id="2147483660" r:id="R98911ec2cd7d4be4"/>
    <p:sldLayoutId xmlns:r="http://schemas.openxmlformats.org/officeDocument/2006/relationships" id="2147483661" r:id="R4191aec0feaa41a5"/>
    <p:sldLayoutId xmlns:r="http://schemas.openxmlformats.org/officeDocument/2006/relationships" id="2147483662" r:id="R4d7aeb6a46a64805"/>
    <p:sldLayoutId xmlns:r="http://schemas.openxmlformats.org/officeDocument/2006/relationships" id="2147483663" r:id="R6e3e1e159c2a4486"/>
    <p:sldLayoutId xmlns:r="http://schemas.openxmlformats.org/officeDocument/2006/relationships" id="2147483664" r:id="Rf52eb98c3c28444a"/>
    <p:sldLayoutId xmlns:r="http://schemas.openxmlformats.org/officeDocument/2006/relationships" id="2147483665" r:id="Rb52f22c49fb94859"/>
    <p:sldLayoutId xmlns:r="http://schemas.openxmlformats.org/officeDocument/2006/relationships" id="2147483666" r:id="R66576ddf8f774651"/>
    <p:sldLayoutId xmlns:r="http://schemas.openxmlformats.org/officeDocument/2006/relationships" id="2147483667" r:id="R1047d69414bc458d"/>
    <p:sldLayoutId xmlns:r="http://schemas.openxmlformats.org/officeDocument/2006/relationships" id="2147483668" r:id="R7f4bffd76a46489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8" name="Google Shape;1218;p22">
            <a:extLst xmlns:a="http://schemas.openxmlformats.org/drawingml/2006/main">
              <a:ext uri="{FF2B5EF4-FFF2-40B4-BE49-F238E27FC236}">
                <a16:creationId xmlns:a16="http://schemas.microsoft.com/office/drawing/2014/main" id="{514D6A4B-276C-42E2-B1D2-6CB4074C2A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1219" name="Google Shape;1219;p22">
            <a:extLst xmlns:a="http://schemas.openxmlformats.org/drawingml/2006/main">
              <a:ext uri="{FF2B5EF4-FFF2-40B4-BE49-F238E27FC236}">
                <a16:creationId xmlns:a16="http://schemas.microsoft.com/office/drawing/2014/main" id="{1A0CD407-F349-41F7-9289-655FD0468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47ba521d63e54ba1"/>
    <p:sldLayoutId xmlns:r="http://schemas.openxmlformats.org/officeDocument/2006/relationships" id="2147483671" r:id="R47003395314e4ad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ocial and Behavioral Sciences in Public Health - Bachelor of Science in Public Health by Slidesgo">
  <a:themeElements>
    <a:clrScheme name="Simple Light">
      <a:dk1>
        <a:srgbClr val="161614"/>
      </a:dk1>
      <a:lt1>
        <a:srgbClr val="FCF9F3"/>
      </a:lt1>
      <a:dk2>
        <a:srgbClr val="F0E4C2"/>
      </a:dk2>
      <a:lt2>
        <a:srgbClr val="8E9FE5"/>
      </a:lt2>
      <a:accent1>
        <a:srgbClr val="CAD6CA"/>
      </a:accent1>
      <a:accent2>
        <a:srgbClr val="74816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6395f683f41ac" /><Relationship Type="http://schemas.openxmlformats.org/officeDocument/2006/relationships/notesSlide" Target="/ppt/notesSlides/notesSlide1.xml" Id="R10d40b679f9646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7323ce96be74472" /><Relationship Type="http://schemas.openxmlformats.org/officeDocument/2006/relationships/notesSlide" Target="/ppt/notesSlides/notesSlide2.xml" Id="Ra8ec61cb994b46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6f355a4ae804eca" /><Relationship Type="http://schemas.openxmlformats.org/officeDocument/2006/relationships/notesSlide" Target="/ppt/notesSlides/notesSlide3.xml" Id="R21446144f111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8ac2f63dad14e2d" /><Relationship Type="http://schemas.openxmlformats.org/officeDocument/2006/relationships/notesSlide" Target="/ppt/notesSlides/notesSlide4.xml" Id="R8aa07ff212cc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56804db0759466d" /><Relationship Type="http://schemas.openxmlformats.org/officeDocument/2006/relationships/image" Target="/ppt/media/image.jpeg" Id="R1688dcc1d539415b" /><Relationship Type="http://schemas.openxmlformats.org/officeDocument/2006/relationships/notesSlide" Target="/ppt/notesSlides/notesSlide5.xml" Id="Rae81826a29eb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7265abb144835" /><Relationship Type="http://schemas.openxmlformats.org/officeDocument/2006/relationships/image" Target="/ppt/media/image2.jpeg" Id="R7a650456b40d4351" /><Relationship Type="http://schemas.openxmlformats.org/officeDocument/2006/relationships/notesSlide" Target="/ppt/notesSlides/notesSlide6.xml" Id="R85fd2104ec324e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46d838524459a" /><Relationship Type="http://schemas.openxmlformats.org/officeDocument/2006/relationships/image" Target="/ppt/media/image2.jpeg" Id="R36ed1f8f6f334ea9" /><Relationship Type="http://schemas.openxmlformats.org/officeDocument/2006/relationships/notesSlide" Target="/ppt/notesSlides/notesSlide7.xml" Id="R4703640163a9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2fde9ac68240a0" /><Relationship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 Id="R969ce1b0cf8d4d87" /><Relationship Type="http://schemas.openxmlformats.org/officeDocument/2006/relationships/image" Target="/ppt/media/image.png" Id="R28ba73161e6c4ba9" /><Relationship Type="http://schemas.openxmlformats.org/officeDocument/2006/relationships/notesSlide" Target="/ppt/notesSlides/notesSlide8.xml" Id="R4557b345a9a048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87f40a8154f6e" /><Relationship Type="http://schemas.openxmlformats.org/officeDocument/2006/relationships/image" Target="/ppt/media/image2.jpeg" Id="R53e6d83f83fd40ad" /><Relationship Type="http://schemas.openxmlformats.org/officeDocument/2006/relationships/notesSlide" Target="/ppt/notesSlides/notesSlide9.xml" Id="Red5e75970e1a46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00aeea071481c" /><Relationship Type="http://schemas.openxmlformats.org/officeDocument/2006/relationships/image" Target="/ppt/media/image2.jpeg" Id="R53679a54c107407e" /><Relationship Type="http://schemas.openxmlformats.org/officeDocument/2006/relationships/notesSlide" Target="/ppt/notesSlides/notesSlide10.xml" Id="R62358f95954f4d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2868811de4491" /><Relationship Type="http://schemas.openxmlformats.org/officeDocument/2006/relationships/image" Target="/ppt/media/image2.jpeg" Id="R5f44caa29dca4987" /><Relationship Type="http://schemas.openxmlformats.org/officeDocument/2006/relationships/notesSlide" Target="/ppt/notesSlides/notesSlide11.xml" Id="Rd06f9efcbb5343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8932d8fb94b6c" /><Relationship Type="http://schemas.openxmlformats.org/officeDocument/2006/relationships/image" Target="/ppt/media/image2.jpeg" Id="Rf88f12e490c345e5" /><Relationship Type="http://schemas.openxmlformats.org/officeDocument/2006/relationships/notesSlide" Target="/ppt/notesSlides/notesSlide12.xml" Id="Re9aaa3c1e76142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0d0fcc01c4bec" /><Relationship Type="http://schemas.openxmlformats.org/officeDocument/2006/relationships/image" Target="/ppt/media/image2.jpeg" Id="R79fbfb3d858141f3" /><Relationship Type="http://schemas.openxmlformats.org/officeDocument/2006/relationships/notesSlide" Target="/ppt/notesSlides/notesSlide13.xml" Id="Rb41e188b99ae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84de1178eb41e9" /><Relationship Type="http://schemas.openxmlformats.org/officeDocument/2006/relationships/notesSlide" Target="/ppt/notesSlides/notesSlide14.xml" Id="R34d675f2e79349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3a785a33c984b5e" /><Relationship Type="http://schemas.openxmlformats.org/officeDocument/2006/relationships/notesSlide" Target="/ppt/notesSlides/notesSlide15.xml" Id="Re335ecfdfda446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7" name="Google Shape;1227;p25">
            <a:extLst xmlns:a="http://schemas.openxmlformats.org/drawingml/2006/main">
              <a:ext uri="{FF2B5EF4-FFF2-40B4-BE49-F238E27FC236}">
                <a16:creationId xmlns:a16="http://schemas.microsoft.com/office/drawing/2014/main" id="{B8F488D5-E33D-4D57-89C3-E09C45A1D6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13225" y="1438950"/>
            <a:ext cx="7717500" cy="180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/>
              <a:t>Social and Behavioral Sciences in Public Health - </a:t>
            </a:r>
            <a:r>
              <a:rPr sz="3100" b="0"/>
              <a:t>Bachelor of Science in Public Health</a:t>
            </a:r>
            <a:endParaRPr sz="3100" b="0"/>
          </a:p>
        </p:txBody>
      </p:sp>
      <p:sp>
        <p:nvSpPr>
          <p:cNvPr id="1228" name="Google Shape;1228;p25">
            <a:extLst xmlns:a="http://schemas.openxmlformats.org/drawingml/2006/main">
              <a:ext uri="{FF2B5EF4-FFF2-40B4-BE49-F238E27FC236}">
                <a16:creationId xmlns:a16="http://schemas.microsoft.com/office/drawing/2014/main" id="{2D35CA7F-4720-4CBB-9B81-05B8FEA13C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3333454"/>
            <a:ext cx="4515900" cy="3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Barlow"/>
                <a:ea typeface="Barlow"/>
                <a:cs typeface="Barlow"/>
              </a:rPr>
              <a:t>Here is where your presentation begins</a:t>
            </a:r>
            <a:endParaRPr>
              <a:latin typeface="Barlow"/>
              <a:ea typeface="Barlow"/>
              <a:cs typeface="Barlow"/>
            </a:endParaRPr>
          </a:p>
        </p:txBody>
      </p:sp>
      <p:sp>
        <p:nvSpPr>
          <p:cNvPr id="1230" name="Google Shape;1230;p25">
            <a:extLst xmlns:a="http://schemas.openxmlformats.org/drawingml/2006/main">
              <a:ext uri="{FF2B5EF4-FFF2-40B4-BE49-F238E27FC236}">
                <a16:creationId xmlns:a16="http://schemas.microsoft.com/office/drawing/2014/main" id="{C60F386B-2DE6-4021-8DE8-1C9B0FA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8711" y="4772623"/>
            <a:ext cx="49529" cy="603529"/>
          </a:xfrm>
          <a:custGeom xmlns:a="http://schemas.openxmlformats.org/drawingml/2006/main">
            <a:rect l="l" t="t" r="r" b="b"/>
            <a:pathLst>
              <a:path w="891" h="10857">
                <a:moveTo>
                  <a:pt x="0" y="0"/>
                </a:moveTo>
                <a:lnTo>
                  <a:pt x="0" y="10856"/>
                </a:lnTo>
                <a:lnTo>
                  <a:pt x="890" y="10856"/>
                </a:lnTo>
                <a:lnTo>
                  <a:pt x="890" y="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5">
            <a:extLst xmlns:a="http://schemas.openxmlformats.org/drawingml/2006/main">
              <a:ext uri="{FF2B5EF4-FFF2-40B4-BE49-F238E27FC236}">
                <a16:creationId xmlns:a16="http://schemas.microsoft.com/office/drawing/2014/main" id="{95A76BCC-9490-4C28-8F88-57601782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0196" y="3617123"/>
            <a:ext cx="1066530" cy="1173372"/>
          </a:xfrm>
          <a:custGeom xmlns:a="http://schemas.openxmlformats.org/drawingml/2006/main">
            <a:rect l="l" t="t" r="r" b="b"/>
            <a:pathLst>
              <a:path w="19186" h="21108">
                <a:moveTo>
                  <a:pt x="7582" y="0"/>
                </a:moveTo>
                <a:lnTo>
                  <a:pt x="6799" y="36"/>
                </a:lnTo>
                <a:lnTo>
                  <a:pt x="6016" y="178"/>
                </a:lnTo>
                <a:lnTo>
                  <a:pt x="5233" y="356"/>
                </a:lnTo>
                <a:lnTo>
                  <a:pt x="4521" y="605"/>
                </a:lnTo>
                <a:lnTo>
                  <a:pt x="3845" y="961"/>
                </a:lnTo>
                <a:lnTo>
                  <a:pt x="3169" y="1353"/>
                </a:lnTo>
                <a:lnTo>
                  <a:pt x="2563" y="1851"/>
                </a:lnTo>
                <a:lnTo>
                  <a:pt x="2030" y="2385"/>
                </a:lnTo>
                <a:lnTo>
                  <a:pt x="1496" y="2990"/>
                </a:lnTo>
                <a:lnTo>
                  <a:pt x="1069" y="3631"/>
                </a:lnTo>
                <a:lnTo>
                  <a:pt x="713" y="4307"/>
                </a:lnTo>
                <a:lnTo>
                  <a:pt x="428" y="5019"/>
                </a:lnTo>
                <a:lnTo>
                  <a:pt x="214" y="5767"/>
                </a:lnTo>
                <a:lnTo>
                  <a:pt x="72" y="6550"/>
                </a:lnTo>
                <a:lnTo>
                  <a:pt x="1" y="7333"/>
                </a:lnTo>
                <a:lnTo>
                  <a:pt x="36" y="8116"/>
                </a:lnTo>
                <a:lnTo>
                  <a:pt x="107" y="9112"/>
                </a:lnTo>
                <a:lnTo>
                  <a:pt x="214" y="10038"/>
                </a:lnTo>
                <a:lnTo>
                  <a:pt x="321" y="10928"/>
                </a:lnTo>
                <a:lnTo>
                  <a:pt x="499" y="11782"/>
                </a:lnTo>
                <a:lnTo>
                  <a:pt x="641" y="12565"/>
                </a:lnTo>
                <a:lnTo>
                  <a:pt x="855" y="13313"/>
                </a:lnTo>
                <a:lnTo>
                  <a:pt x="1069" y="14024"/>
                </a:lnTo>
                <a:lnTo>
                  <a:pt x="1282" y="14701"/>
                </a:lnTo>
                <a:lnTo>
                  <a:pt x="1531" y="15306"/>
                </a:lnTo>
                <a:lnTo>
                  <a:pt x="1780" y="15911"/>
                </a:lnTo>
                <a:lnTo>
                  <a:pt x="2065" y="16445"/>
                </a:lnTo>
                <a:lnTo>
                  <a:pt x="2350" y="16943"/>
                </a:lnTo>
                <a:lnTo>
                  <a:pt x="2635" y="17441"/>
                </a:lnTo>
                <a:lnTo>
                  <a:pt x="2955" y="17869"/>
                </a:lnTo>
                <a:lnTo>
                  <a:pt x="3275" y="18260"/>
                </a:lnTo>
                <a:lnTo>
                  <a:pt x="3596" y="18652"/>
                </a:lnTo>
                <a:lnTo>
                  <a:pt x="3952" y="18972"/>
                </a:lnTo>
                <a:lnTo>
                  <a:pt x="4308" y="19292"/>
                </a:lnTo>
                <a:lnTo>
                  <a:pt x="4664" y="19577"/>
                </a:lnTo>
                <a:lnTo>
                  <a:pt x="5019" y="19826"/>
                </a:lnTo>
                <a:lnTo>
                  <a:pt x="5411" y="20075"/>
                </a:lnTo>
                <a:lnTo>
                  <a:pt x="5767" y="20253"/>
                </a:lnTo>
                <a:lnTo>
                  <a:pt x="6158" y="20431"/>
                </a:lnTo>
                <a:lnTo>
                  <a:pt x="6550" y="20609"/>
                </a:lnTo>
                <a:lnTo>
                  <a:pt x="7298" y="20823"/>
                </a:lnTo>
                <a:lnTo>
                  <a:pt x="8081" y="21001"/>
                </a:lnTo>
                <a:lnTo>
                  <a:pt x="8864" y="21072"/>
                </a:lnTo>
                <a:lnTo>
                  <a:pt x="9611" y="21108"/>
                </a:lnTo>
                <a:lnTo>
                  <a:pt x="10359" y="21072"/>
                </a:lnTo>
                <a:lnTo>
                  <a:pt x="11106" y="21001"/>
                </a:lnTo>
                <a:lnTo>
                  <a:pt x="11889" y="20823"/>
                </a:lnTo>
                <a:lnTo>
                  <a:pt x="12672" y="20609"/>
                </a:lnTo>
                <a:lnTo>
                  <a:pt x="13028" y="20431"/>
                </a:lnTo>
                <a:lnTo>
                  <a:pt x="13420" y="20253"/>
                </a:lnTo>
                <a:lnTo>
                  <a:pt x="13811" y="20075"/>
                </a:lnTo>
                <a:lnTo>
                  <a:pt x="14167" y="19826"/>
                </a:lnTo>
                <a:lnTo>
                  <a:pt x="14523" y="19577"/>
                </a:lnTo>
                <a:lnTo>
                  <a:pt x="14879" y="19292"/>
                </a:lnTo>
                <a:lnTo>
                  <a:pt x="15235" y="18972"/>
                </a:lnTo>
                <a:lnTo>
                  <a:pt x="15591" y="18652"/>
                </a:lnTo>
                <a:lnTo>
                  <a:pt x="15911" y="18260"/>
                </a:lnTo>
                <a:lnTo>
                  <a:pt x="16232" y="17869"/>
                </a:lnTo>
                <a:lnTo>
                  <a:pt x="16552" y="17441"/>
                </a:lnTo>
                <a:lnTo>
                  <a:pt x="16872" y="16943"/>
                </a:lnTo>
                <a:lnTo>
                  <a:pt x="17157" y="16445"/>
                </a:lnTo>
                <a:lnTo>
                  <a:pt x="17406" y="15911"/>
                </a:lnTo>
                <a:lnTo>
                  <a:pt x="17691" y="15306"/>
                </a:lnTo>
                <a:lnTo>
                  <a:pt x="17905" y="14701"/>
                </a:lnTo>
                <a:lnTo>
                  <a:pt x="18154" y="14024"/>
                </a:lnTo>
                <a:lnTo>
                  <a:pt x="18332" y="13313"/>
                </a:lnTo>
                <a:lnTo>
                  <a:pt x="18545" y="12565"/>
                </a:lnTo>
                <a:lnTo>
                  <a:pt x="18723" y="11782"/>
                </a:lnTo>
                <a:lnTo>
                  <a:pt x="18866" y="10928"/>
                </a:lnTo>
                <a:lnTo>
                  <a:pt x="18972" y="10038"/>
                </a:lnTo>
                <a:lnTo>
                  <a:pt x="19079" y="9112"/>
                </a:lnTo>
                <a:lnTo>
                  <a:pt x="19186" y="8116"/>
                </a:lnTo>
                <a:lnTo>
                  <a:pt x="19186" y="7333"/>
                </a:lnTo>
                <a:lnTo>
                  <a:pt x="19115" y="6550"/>
                </a:lnTo>
                <a:lnTo>
                  <a:pt x="18972" y="5767"/>
                </a:lnTo>
                <a:lnTo>
                  <a:pt x="18759" y="5019"/>
                </a:lnTo>
                <a:lnTo>
                  <a:pt x="18474" y="4307"/>
                </a:lnTo>
                <a:lnTo>
                  <a:pt x="18118" y="3631"/>
                </a:lnTo>
                <a:lnTo>
                  <a:pt x="17691" y="2990"/>
                </a:lnTo>
                <a:lnTo>
                  <a:pt x="17193" y="2385"/>
                </a:lnTo>
                <a:lnTo>
                  <a:pt x="16623" y="1851"/>
                </a:lnTo>
                <a:lnTo>
                  <a:pt x="16018" y="1353"/>
                </a:lnTo>
                <a:lnTo>
                  <a:pt x="15377" y="961"/>
                </a:lnTo>
                <a:lnTo>
                  <a:pt x="14666" y="605"/>
                </a:lnTo>
                <a:lnTo>
                  <a:pt x="13954" y="356"/>
                </a:lnTo>
                <a:lnTo>
                  <a:pt x="13206" y="178"/>
                </a:lnTo>
                <a:lnTo>
                  <a:pt x="12423" y="36"/>
                </a:lnTo>
                <a:lnTo>
                  <a:pt x="11604" y="0"/>
                </a:lnTo>
                <a:lnTo>
                  <a:pt x="11604" y="641"/>
                </a:lnTo>
                <a:lnTo>
                  <a:pt x="12352" y="677"/>
                </a:lnTo>
                <a:lnTo>
                  <a:pt x="13064" y="783"/>
                </a:lnTo>
                <a:lnTo>
                  <a:pt x="13740" y="961"/>
                </a:lnTo>
                <a:lnTo>
                  <a:pt x="14416" y="1210"/>
                </a:lnTo>
                <a:lnTo>
                  <a:pt x="15057" y="1531"/>
                </a:lnTo>
                <a:lnTo>
                  <a:pt x="15627" y="1887"/>
                </a:lnTo>
                <a:lnTo>
                  <a:pt x="16196" y="2314"/>
                </a:lnTo>
                <a:lnTo>
                  <a:pt x="16694" y="2812"/>
                </a:lnTo>
                <a:lnTo>
                  <a:pt x="17157" y="3382"/>
                </a:lnTo>
                <a:lnTo>
                  <a:pt x="17584" y="3951"/>
                </a:lnTo>
                <a:lnTo>
                  <a:pt x="17905" y="4592"/>
                </a:lnTo>
                <a:lnTo>
                  <a:pt x="18154" y="5233"/>
                </a:lnTo>
                <a:lnTo>
                  <a:pt x="18367" y="5909"/>
                </a:lnTo>
                <a:lnTo>
                  <a:pt x="18474" y="6621"/>
                </a:lnTo>
                <a:lnTo>
                  <a:pt x="18545" y="7333"/>
                </a:lnTo>
                <a:lnTo>
                  <a:pt x="18545" y="8080"/>
                </a:lnTo>
                <a:lnTo>
                  <a:pt x="18438" y="9148"/>
                </a:lnTo>
                <a:lnTo>
                  <a:pt x="18296" y="10251"/>
                </a:lnTo>
                <a:lnTo>
                  <a:pt x="18118" y="11319"/>
                </a:lnTo>
                <a:lnTo>
                  <a:pt x="17905" y="12387"/>
                </a:lnTo>
                <a:lnTo>
                  <a:pt x="17620" y="13455"/>
                </a:lnTo>
                <a:lnTo>
                  <a:pt x="17299" y="14487"/>
                </a:lnTo>
                <a:lnTo>
                  <a:pt x="16872" y="15484"/>
                </a:lnTo>
                <a:lnTo>
                  <a:pt x="16659" y="15946"/>
                </a:lnTo>
                <a:lnTo>
                  <a:pt x="16410" y="16409"/>
                </a:lnTo>
                <a:lnTo>
                  <a:pt x="16160" y="16836"/>
                </a:lnTo>
                <a:lnTo>
                  <a:pt x="15876" y="17263"/>
                </a:lnTo>
                <a:lnTo>
                  <a:pt x="15555" y="17655"/>
                </a:lnTo>
                <a:lnTo>
                  <a:pt x="15235" y="18047"/>
                </a:lnTo>
                <a:lnTo>
                  <a:pt x="14915" y="18402"/>
                </a:lnTo>
                <a:lnTo>
                  <a:pt x="14559" y="18723"/>
                </a:lnTo>
                <a:lnTo>
                  <a:pt x="14167" y="19043"/>
                </a:lnTo>
                <a:lnTo>
                  <a:pt x="13740" y="19328"/>
                </a:lnTo>
                <a:lnTo>
                  <a:pt x="13313" y="19577"/>
                </a:lnTo>
                <a:lnTo>
                  <a:pt x="12850" y="19826"/>
                </a:lnTo>
                <a:lnTo>
                  <a:pt x="12387" y="20004"/>
                </a:lnTo>
                <a:lnTo>
                  <a:pt x="11889" y="20182"/>
                </a:lnTo>
                <a:lnTo>
                  <a:pt x="11355" y="20289"/>
                </a:lnTo>
                <a:lnTo>
                  <a:pt x="10786" y="20396"/>
                </a:lnTo>
                <a:lnTo>
                  <a:pt x="10216" y="20431"/>
                </a:lnTo>
                <a:lnTo>
                  <a:pt x="9611" y="20467"/>
                </a:lnTo>
                <a:lnTo>
                  <a:pt x="8970" y="20431"/>
                </a:lnTo>
                <a:lnTo>
                  <a:pt x="8401" y="20396"/>
                </a:lnTo>
                <a:lnTo>
                  <a:pt x="7831" y="20289"/>
                </a:lnTo>
                <a:lnTo>
                  <a:pt x="7333" y="20182"/>
                </a:lnTo>
                <a:lnTo>
                  <a:pt x="6799" y="20004"/>
                </a:lnTo>
                <a:lnTo>
                  <a:pt x="6336" y="19826"/>
                </a:lnTo>
                <a:lnTo>
                  <a:pt x="5874" y="19577"/>
                </a:lnTo>
                <a:lnTo>
                  <a:pt x="5447" y="19328"/>
                </a:lnTo>
                <a:lnTo>
                  <a:pt x="5019" y="19043"/>
                </a:lnTo>
                <a:lnTo>
                  <a:pt x="4664" y="18723"/>
                </a:lnTo>
                <a:lnTo>
                  <a:pt x="4272" y="18402"/>
                </a:lnTo>
                <a:lnTo>
                  <a:pt x="3952" y="18047"/>
                </a:lnTo>
                <a:lnTo>
                  <a:pt x="3631" y="17655"/>
                </a:lnTo>
                <a:lnTo>
                  <a:pt x="3311" y="17263"/>
                </a:lnTo>
                <a:lnTo>
                  <a:pt x="3026" y="16836"/>
                </a:lnTo>
                <a:lnTo>
                  <a:pt x="2777" y="16409"/>
                </a:lnTo>
                <a:lnTo>
                  <a:pt x="2528" y="15946"/>
                </a:lnTo>
                <a:lnTo>
                  <a:pt x="2314" y="15484"/>
                </a:lnTo>
                <a:lnTo>
                  <a:pt x="1923" y="14487"/>
                </a:lnTo>
                <a:lnTo>
                  <a:pt x="1567" y="13455"/>
                </a:lnTo>
                <a:lnTo>
                  <a:pt x="1282" y="12387"/>
                </a:lnTo>
                <a:lnTo>
                  <a:pt x="1069" y="11319"/>
                </a:lnTo>
                <a:lnTo>
                  <a:pt x="891" y="10251"/>
                </a:lnTo>
                <a:lnTo>
                  <a:pt x="748" y="9148"/>
                </a:lnTo>
                <a:lnTo>
                  <a:pt x="677" y="8080"/>
                </a:lnTo>
                <a:lnTo>
                  <a:pt x="641" y="7333"/>
                </a:lnTo>
                <a:lnTo>
                  <a:pt x="713" y="6621"/>
                </a:lnTo>
                <a:lnTo>
                  <a:pt x="819" y="5909"/>
                </a:lnTo>
                <a:lnTo>
                  <a:pt x="1033" y="5233"/>
                </a:lnTo>
                <a:lnTo>
                  <a:pt x="1282" y="4592"/>
                </a:lnTo>
                <a:lnTo>
                  <a:pt x="1638" y="3951"/>
                </a:lnTo>
                <a:lnTo>
                  <a:pt x="2030" y="3382"/>
                </a:lnTo>
                <a:lnTo>
                  <a:pt x="2492" y="2812"/>
                </a:lnTo>
                <a:lnTo>
                  <a:pt x="2991" y="2314"/>
                </a:lnTo>
                <a:lnTo>
                  <a:pt x="3560" y="1887"/>
                </a:lnTo>
                <a:lnTo>
                  <a:pt x="4165" y="1531"/>
                </a:lnTo>
                <a:lnTo>
                  <a:pt x="4770" y="1210"/>
                </a:lnTo>
                <a:lnTo>
                  <a:pt x="5447" y="961"/>
                </a:lnTo>
                <a:lnTo>
                  <a:pt x="6123" y="783"/>
                </a:lnTo>
                <a:lnTo>
                  <a:pt x="6835" y="677"/>
                </a:lnTo>
                <a:lnTo>
                  <a:pt x="7582" y="641"/>
                </a:lnTo>
                <a:lnTo>
                  <a:pt x="758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5">
            <a:extLst xmlns:a="http://schemas.openxmlformats.org/drawingml/2006/main">
              <a:ext uri="{FF2B5EF4-FFF2-40B4-BE49-F238E27FC236}">
                <a16:creationId xmlns:a16="http://schemas.microsoft.com/office/drawing/2014/main" id="{D9D73939-EDC1-4B85-B957-6025A069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400" y="3595334"/>
            <a:ext cx="75211" cy="81214"/>
          </a:xfrm>
          <a:custGeom xmlns:a="http://schemas.openxmlformats.org/drawingml/2006/main">
            <a:rect l="l" t="t" r="r" b="b"/>
            <a:pathLst>
              <a:path w="1353" h="1461">
                <a:moveTo>
                  <a:pt x="356" y="1"/>
                </a:moveTo>
                <a:lnTo>
                  <a:pt x="214" y="36"/>
                </a:lnTo>
                <a:lnTo>
                  <a:pt x="71" y="108"/>
                </a:lnTo>
                <a:lnTo>
                  <a:pt x="0" y="214"/>
                </a:lnTo>
                <a:lnTo>
                  <a:pt x="0" y="357"/>
                </a:lnTo>
                <a:lnTo>
                  <a:pt x="0" y="1104"/>
                </a:lnTo>
                <a:lnTo>
                  <a:pt x="0" y="1247"/>
                </a:lnTo>
                <a:lnTo>
                  <a:pt x="71" y="1353"/>
                </a:lnTo>
                <a:lnTo>
                  <a:pt x="214" y="1425"/>
                </a:lnTo>
                <a:lnTo>
                  <a:pt x="356" y="1460"/>
                </a:lnTo>
                <a:lnTo>
                  <a:pt x="997" y="1460"/>
                </a:lnTo>
                <a:lnTo>
                  <a:pt x="1139" y="1425"/>
                </a:lnTo>
                <a:lnTo>
                  <a:pt x="1246" y="1353"/>
                </a:lnTo>
                <a:lnTo>
                  <a:pt x="1317" y="1247"/>
                </a:lnTo>
                <a:lnTo>
                  <a:pt x="1353" y="1104"/>
                </a:lnTo>
                <a:lnTo>
                  <a:pt x="1353" y="357"/>
                </a:lnTo>
                <a:lnTo>
                  <a:pt x="1317" y="214"/>
                </a:lnTo>
                <a:lnTo>
                  <a:pt x="1246" y="108"/>
                </a:lnTo>
                <a:lnTo>
                  <a:pt x="1139" y="36"/>
                </a:lnTo>
                <a:lnTo>
                  <a:pt x="997" y="1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5">
            <a:extLst xmlns:a="http://schemas.openxmlformats.org/drawingml/2006/main">
              <a:ext uri="{FF2B5EF4-FFF2-40B4-BE49-F238E27FC236}">
                <a16:creationId xmlns:a16="http://schemas.microsoft.com/office/drawing/2014/main" id="{EB96539D-AB2A-4329-9B58-CFB10C1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3817" y="3571597"/>
            <a:ext cx="75267" cy="126687"/>
          </a:xfrm>
          <a:custGeom xmlns:a="http://schemas.openxmlformats.org/drawingml/2006/main">
            <a:rect l="l" t="t" r="r" b="b"/>
            <a:pathLst>
              <a:path w="1354" h="2279">
                <a:moveTo>
                  <a:pt x="428" y="1"/>
                </a:moveTo>
                <a:lnTo>
                  <a:pt x="250" y="36"/>
                </a:lnTo>
                <a:lnTo>
                  <a:pt x="108" y="143"/>
                </a:lnTo>
                <a:lnTo>
                  <a:pt x="37" y="285"/>
                </a:lnTo>
                <a:lnTo>
                  <a:pt x="1" y="428"/>
                </a:lnTo>
                <a:lnTo>
                  <a:pt x="1" y="1852"/>
                </a:lnTo>
                <a:lnTo>
                  <a:pt x="37" y="2029"/>
                </a:lnTo>
                <a:lnTo>
                  <a:pt x="108" y="2172"/>
                </a:lnTo>
                <a:lnTo>
                  <a:pt x="250" y="2243"/>
                </a:lnTo>
                <a:lnTo>
                  <a:pt x="428" y="2279"/>
                </a:lnTo>
                <a:lnTo>
                  <a:pt x="926" y="2279"/>
                </a:lnTo>
                <a:lnTo>
                  <a:pt x="1104" y="2243"/>
                </a:lnTo>
                <a:lnTo>
                  <a:pt x="1247" y="2172"/>
                </a:lnTo>
                <a:lnTo>
                  <a:pt x="1318" y="2029"/>
                </a:lnTo>
                <a:lnTo>
                  <a:pt x="1353" y="1852"/>
                </a:lnTo>
                <a:lnTo>
                  <a:pt x="1353" y="428"/>
                </a:lnTo>
                <a:lnTo>
                  <a:pt x="1318" y="285"/>
                </a:lnTo>
                <a:lnTo>
                  <a:pt x="1247" y="143"/>
                </a:lnTo>
                <a:lnTo>
                  <a:pt x="1104" y="36"/>
                </a:lnTo>
                <a:lnTo>
                  <a:pt x="926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5">
            <a:extLst xmlns:a="http://schemas.openxmlformats.org/drawingml/2006/main">
              <a:ext uri="{FF2B5EF4-FFF2-40B4-BE49-F238E27FC236}">
                <a16:creationId xmlns:a16="http://schemas.microsoft.com/office/drawing/2014/main" id="{0AEF6B03-23F6-42AD-BDBB-57AA8B31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7341" y="3595334"/>
            <a:ext cx="77213" cy="81214"/>
          </a:xfrm>
          <a:custGeom xmlns:a="http://schemas.openxmlformats.org/drawingml/2006/main">
            <a:rect l="l" t="t" r="r" b="b"/>
            <a:pathLst>
              <a:path w="1389" h="1461">
                <a:moveTo>
                  <a:pt x="356" y="1"/>
                </a:moveTo>
                <a:lnTo>
                  <a:pt x="214" y="36"/>
                </a:lnTo>
                <a:lnTo>
                  <a:pt x="107" y="108"/>
                </a:lnTo>
                <a:lnTo>
                  <a:pt x="36" y="214"/>
                </a:lnTo>
                <a:lnTo>
                  <a:pt x="0" y="357"/>
                </a:lnTo>
                <a:lnTo>
                  <a:pt x="0" y="1104"/>
                </a:lnTo>
                <a:lnTo>
                  <a:pt x="36" y="1247"/>
                </a:lnTo>
                <a:lnTo>
                  <a:pt x="107" y="1353"/>
                </a:lnTo>
                <a:lnTo>
                  <a:pt x="214" y="1425"/>
                </a:lnTo>
                <a:lnTo>
                  <a:pt x="356" y="1460"/>
                </a:lnTo>
                <a:lnTo>
                  <a:pt x="1032" y="1460"/>
                </a:lnTo>
                <a:lnTo>
                  <a:pt x="1175" y="1425"/>
                </a:lnTo>
                <a:lnTo>
                  <a:pt x="1281" y="1353"/>
                </a:lnTo>
                <a:lnTo>
                  <a:pt x="1353" y="1247"/>
                </a:lnTo>
                <a:lnTo>
                  <a:pt x="1388" y="1104"/>
                </a:lnTo>
                <a:lnTo>
                  <a:pt x="1388" y="357"/>
                </a:lnTo>
                <a:lnTo>
                  <a:pt x="1353" y="214"/>
                </a:lnTo>
                <a:lnTo>
                  <a:pt x="1281" y="108"/>
                </a:lnTo>
                <a:lnTo>
                  <a:pt x="1175" y="36"/>
                </a:lnTo>
                <a:lnTo>
                  <a:pt x="1032" y="1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5">
            <a:extLst xmlns:a="http://schemas.openxmlformats.org/drawingml/2006/main">
              <a:ext uri="{FF2B5EF4-FFF2-40B4-BE49-F238E27FC236}">
                <a16:creationId xmlns:a16="http://schemas.microsoft.com/office/drawing/2014/main" id="{265DA2E8-4DEF-4548-B653-13EAE540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7869" y="3571597"/>
            <a:ext cx="77213" cy="126687"/>
          </a:xfrm>
          <a:custGeom xmlns:a="http://schemas.openxmlformats.org/drawingml/2006/main">
            <a:rect l="l" t="t" r="r" b="b"/>
            <a:pathLst>
              <a:path w="1389" h="2279">
                <a:moveTo>
                  <a:pt x="427" y="1"/>
                </a:moveTo>
                <a:lnTo>
                  <a:pt x="249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28"/>
                </a:lnTo>
                <a:lnTo>
                  <a:pt x="0" y="1852"/>
                </a:lnTo>
                <a:lnTo>
                  <a:pt x="36" y="2029"/>
                </a:lnTo>
                <a:lnTo>
                  <a:pt x="143" y="2172"/>
                </a:lnTo>
                <a:lnTo>
                  <a:pt x="249" y="2243"/>
                </a:lnTo>
                <a:lnTo>
                  <a:pt x="427" y="2279"/>
                </a:lnTo>
                <a:lnTo>
                  <a:pt x="961" y="2279"/>
                </a:lnTo>
                <a:lnTo>
                  <a:pt x="1104" y="2243"/>
                </a:lnTo>
                <a:lnTo>
                  <a:pt x="1246" y="2172"/>
                </a:lnTo>
                <a:lnTo>
                  <a:pt x="1353" y="2029"/>
                </a:lnTo>
                <a:lnTo>
                  <a:pt x="1388" y="1852"/>
                </a:lnTo>
                <a:lnTo>
                  <a:pt x="1388" y="428"/>
                </a:lnTo>
                <a:lnTo>
                  <a:pt x="1353" y="285"/>
                </a:lnTo>
                <a:lnTo>
                  <a:pt x="1246" y="143"/>
                </a:lnTo>
                <a:lnTo>
                  <a:pt x="1104" y="36"/>
                </a:lnTo>
                <a:lnTo>
                  <a:pt x="961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5">
            <a:extLst xmlns:a="http://schemas.openxmlformats.org/drawingml/2006/main">
              <a:ext uri="{FF2B5EF4-FFF2-40B4-BE49-F238E27FC236}">
                <a16:creationId xmlns:a16="http://schemas.microsoft.com/office/drawing/2014/main" id="{51E0CB33-BD02-4B91-9284-2D426E1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1881" y="4333369"/>
            <a:ext cx="1005215" cy="476898"/>
          </a:xfrm>
          <a:custGeom xmlns:a="http://schemas.openxmlformats.org/drawingml/2006/main">
            <a:rect l="l" t="t" r="r" b="b"/>
            <a:pathLst>
              <a:path w="18083" h="8579">
                <a:moveTo>
                  <a:pt x="854" y="0"/>
                </a:moveTo>
                <a:lnTo>
                  <a:pt x="249" y="178"/>
                </a:lnTo>
                <a:lnTo>
                  <a:pt x="107" y="214"/>
                </a:lnTo>
                <a:lnTo>
                  <a:pt x="36" y="321"/>
                </a:lnTo>
                <a:lnTo>
                  <a:pt x="0" y="463"/>
                </a:lnTo>
                <a:lnTo>
                  <a:pt x="0" y="605"/>
                </a:lnTo>
                <a:lnTo>
                  <a:pt x="285" y="1531"/>
                </a:lnTo>
                <a:lnTo>
                  <a:pt x="605" y="2421"/>
                </a:lnTo>
                <a:lnTo>
                  <a:pt x="997" y="3275"/>
                </a:lnTo>
                <a:lnTo>
                  <a:pt x="1388" y="4023"/>
                </a:lnTo>
                <a:lnTo>
                  <a:pt x="1851" y="4770"/>
                </a:lnTo>
                <a:lnTo>
                  <a:pt x="2314" y="5411"/>
                </a:lnTo>
                <a:lnTo>
                  <a:pt x="2848" y="6016"/>
                </a:lnTo>
                <a:lnTo>
                  <a:pt x="3382" y="6550"/>
                </a:lnTo>
                <a:lnTo>
                  <a:pt x="3987" y="7012"/>
                </a:lnTo>
                <a:lnTo>
                  <a:pt x="4592" y="7404"/>
                </a:lnTo>
                <a:lnTo>
                  <a:pt x="5233" y="7760"/>
                </a:lnTo>
                <a:lnTo>
                  <a:pt x="5944" y="8045"/>
                </a:lnTo>
                <a:lnTo>
                  <a:pt x="6656" y="8258"/>
                </a:lnTo>
                <a:lnTo>
                  <a:pt x="7404" y="8436"/>
                </a:lnTo>
                <a:lnTo>
                  <a:pt x="8222" y="8543"/>
                </a:lnTo>
                <a:lnTo>
                  <a:pt x="9041" y="8579"/>
                </a:lnTo>
                <a:lnTo>
                  <a:pt x="9860" y="8543"/>
                </a:lnTo>
                <a:lnTo>
                  <a:pt x="10643" y="8436"/>
                </a:lnTo>
                <a:lnTo>
                  <a:pt x="11390" y="8258"/>
                </a:lnTo>
                <a:lnTo>
                  <a:pt x="12102" y="8045"/>
                </a:lnTo>
                <a:lnTo>
                  <a:pt x="12814" y="7760"/>
                </a:lnTo>
                <a:lnTo>
                  <a:pt x="13455" y="7404"/>
                </a:lnTo>
                <a:lnTo>
                  <a:pt x="14096" y="7012"/>
                </a:lnTo>
                <a:lnTo>
                  <a:pt x="14665" y="6550"/>
                </a:lnTo>
                <a:lnTo>
                  <a:pt x="15235" y="6016"/>
                </a:lnTo>
                <a:lnTo>
                  <a:pt x="15733" y="5411"/>
                </a:lnTo>
                <a:lnTo>
                  <a:pt x="16231" y="4770"/>
                </a:lnTo>
                <a:lnTo>
                  <a:pt x="16658" y="4023"/>
                </a:lnTo>
                <a:lnTo>
                  <a:pt x="17085" y="3275"/>
                </a:lnTo>
                <a:lnTo>
                  <a:pt x="17441" y="2421"/>
                </a:lnTo>
                <a:lnTo>
                  <a:pt x="17762" y="1531"/>
                </a:lnTo>
                <a:lnTo>
                  <a:pt x="18046" y="605"/>
                </a:lnTo>
                <a:lnTo>
                  <a:pt x="18082" y="463"/>
                </a:lnTo>
                <a:lnTo>
                  <a:pt x="18046" y="321"/>
                </a:lnTo>
                <a:lnTo>
                  <a:pt x="17940" y="214"/>
                </a:lnTo>
                <a:lnTo>
                  <a:pt x="17833" y="178"/>
                </a:lnTo>
                <a:lnTo>
                  <a:pt x="17192" y="0"/>
                </a:lnTo>
                <a:lnTo>
                  <a:pt x="17085" y="0"/>
                </a:lnTo>
                <a:lnTo>
                  <a:pt x="16943" y="36"/>
                </a:lnTo>
                <a:lnTo>
                  <a:pt x="16836" y="143"/>
                </a:lnTo>
                <a:lnTo>
                  <a:pt x="16801" y="250"/>
                </a:lnTo>
                <a:lnTo>
                  <a:pt x="16552" y="1104"/>
                </a:lnTo>
                <a:lnTo>
                  <a:pt x="16231" y="1887"/>
                </a:lnTo>
                <a:lnTo>
                  <a:pt x="15911" y="2634"/>
                </a:lnTo>
                <a:lnTo>
                  <a:pt x="15590" y="3311"/>
                </a:lnTo>
                <a:lnTo>
                  <a:pt x="15199" y="3916"/>
                </a:lnTo>
                <a:lnTo>
                  <a:pt x="14772" y="4485"/>
                </a:lnTo>
                <a:lnTo>
                  <a:pt x="14345" y="5019"/>
                </a:lnTo>
                <a:lnTo>
                  <a:pt x="13882" y="5482"/>
                </a:lnTo>
                <a:lnTo>
                  <a:pt x="13384" y="5909"/>
                </a:lnTo>
                <a:lnTo>
                  <a:pt x="12850" y="6265"/>
                </a:lnTo>
                <a:lnTo>
                  <a:pt x="12280" y="6550"/>
                </a:lnTo>
                <a:lnTo>
                  <a:pt x="11675" y="6799"/>
                </a:lnTo>
                <a:lnTo>
                  <a:pt x="11070" y="7012"/>
                </a:lnTo>
                <a:lnTo>
                  <a:pt x="10429" y="7119"/>
                </a:lnTo>
                <a:lnTo>
                  <a:pt x="9753" y="7226"/>
                </a:lnTo>
                <a:lnTo>
                  <a:pt x="9041" y="7262"/>
                </a:lnTo>
                <a:lnTo>
                  <a:pt x="8329" y="7226"/>
                </a:lnTo>
                <a:lnTo>
                  <a:pt x="7653" y="7119"/>
                </a:lnTo>
                <a:lnTo>
                  <a:pt x="6977" y="7012"/>
                </a:lnTo>
                <a:lnTo>
                  <a:pt x="6372" y="6799"/>
                </a:lnTo>
                <a:lnTo>
                  <a:pt x="5766" y="6550"/>
                </a:lnTo>
                <a:lnTo>
                  <a:pt x="5233" y="6265"/>
                </a:lnTo>
                <a:lnTo>
                  <a:pt x="4699" y="5909"/>
                </a:lnTo>
                <a:lnTo>
                  <a:pt x="4200" y="5482"/>
                </a:lnTo>
                <a:lnTo>
                  <a:pt x="3702" y="5019"/>
                </a:lnTo>
                <a:lnTo>
                  <a:pt x="3275" y="4485"/>
                </a:lnTo>
                <a:lnTo>
                  <a:pt x="2848" y="3916"/>
                </a:lnTo>
                <a:lnTo>
                  <a:pt x="2492" y="3311"/>
                </a:lnTo>
                <a:lnTo>
                  <a:pt x="2136" y="2634"/>
                </a:lnTo>
                <a:lnTo>
                  <a:pt x="1816" y="1887"/>
                </a:lnTo>
                <a:lnTo>
                  <a:pt x="1531" y="1104"/>
                </a:lnTo>
                <a:lnTo>
                  <a:pt x="1246" y="250"/>
                </a:lnTo>
                <a:lnTo>
                  <a:pt x="1210" y="143"/>
                </a:lnTo>
                <a:lnTo>
                  <a:pt x="1104" y="36"/>
                </a:lnTo>
                <a:lnTo>
                  <a:pt x="997" y="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204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0" name="Google Shape;1250;p27">
            <a:extLst xmlns:a="http://schemas.openxmlformats.org/drawingml/2006/main">
              <a:ext uri="{FF2B5EF4-FFF2-40B4-BE49-F238E27FC236}">
                <a16:creationId xmlns:a16="http://schemas.microsoft.com/office/drawing/2014/main" id="{BDD4E0A9-04E7-40FD-8E93-41FC210EC4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</a:t>
            </a:r>
            <a:r>
              <a:t>able of contents</a:t>
            </a:r>
            <a:endParaRPr/>
          </a:p>
        </p:txBody>
      </p:sp>
      <p:sp>
        <p:nvSpPr>
          <p:cNvPr id="1251" name="Google Shape;1251;p27">
            <a:extLst xmlns:a="http://schemas.openxmlformats.org/drawingml/2006/main">
              <a:ext uri="{FF2B5EF4-FFF2-40B4-BE49-F238E27FC236}">
                <a16:creationId xmlns:a16="http://schemas.microsoft.com/office/drawing/2014/main" id="{32ED4454-B661-4E15-9535-BEFA76E7A7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80089" y="1913959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Analyzing health studies' impact on public well-being and preventive measures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52" name="Google Shape;1252;p27">
            <a:extLst xmlns:a="http://schemas.openxmlformats.org/drawingml/2006/main">
              <a:ext uri="{FF2B5EF4-FFF2-40B4-BE49-F238E27FC236}">
                <a16:creationId xmlns:a16="http://schemas.microsoft.com/office/drawing/2014/main" id="{F65329EB-78BE-4CEC-98C2-1B87696060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6614" y="1913959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Navigating the essential principles that form the bedrock of in-depth health studies</a:t>
            </a:r>
            <a:endParaRPr/>
          </a:p>
        </p:txBody>
      </p:sp>
      <p:sp>
        <p:nvSpPr>
          <p:cNvPr id="1253" name="Google Shape;1253;p27">
            <a:extLst xmlns:a="http://schemas.openxmlformats.org/drawingml/2006/main">
              <a:ext uri="{FF2B5EF4-FFF2-40B4-BE49-F238E27FC236}">
                <a16:creationId xmlns:a16="http://schemas.microsoft.com/office/drawing/2014/main" id="{4367DA85-9F6C-4E7D-9604-8132142C000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16614" y="3789800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Unveiling cutting-edge advancements and emerging trends in health</a:t>
            </a:r>
            <a:endParaRPr/>
          </a:p>
        </p:txBody>
      </p:sp>
      <p:sp>
        <p:nvSpPr>
          <p:cNvPr id="1254" name="Google Shape;1254;p27">
            <a:extLst xmlns:a="http://schemas.openxmlformats.org/drawingml/2006/main">
              <a:ext uri="{FF2B5EF4-FFF2-40B4-BE49-F238E27FC236}">
                <a16:creationId xmlns:a16="http://schemas.microsoft.com/office/drawing/2014/main" id="{7384468D-95ED-448F-96ED-22B83521A5FC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680089" y="3789800"/>
            <a:ext cx="3747300" cy="81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Examining real-world uses and case studies in health sciences</a:t>
            </a:r>
            <a:endParaRPr/>
          </a:p>
        </p:txBody>
      </p:sp>
      <p:sp>
        <p:nvSpPr>
          <p:cNvPr id="1255" name="Google Shape;1255;p27">
            <a:extLst xmlns:a="http://schemas.openxmlformats.org/drawingml/2006/main">
              <a:ext uri="{FF2B5EF4-FFF2-40B4-BE49-F238E27FC236}">
                <a16:creationId xmlns:a16="http://schemas.microsoft.com/office/drawing/2014/main" id="{2400EB17-C541-46E8-B08F-055618FA558D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4682711" y="1109788"/>
            <a:ext cx="6711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  <a:endParaRPr/>
          </a:p>
        </p:txBody>
      </p:sp>
      <p:sp>
        <p:nvSpPr>
          <p:cNvPr id="1256" name="Google Shape;1256;p27">
            <a:extLst xmlns:a="http://schemas.openxmlformats.org/drawingml/2006/main">
              <a:ext uri="{FF2B5EF4-FFF2-40B4-BE49-F238E27FC236}">
                <a16:creationId xmlns:a16="http://schemas.microsoft.com/office/drawing/2014/main" id="{F3B47F70-03A6-492D-9F47-B150F35BA2AC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716622" y="2989836"/>
            <a:ext cx="6711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  <a:endParaRPr/>
          </a:p>
        </p:txBody>
      </p:sp>
      <p:sp>
        <p:nvSpPr>
          <p:cNvPr id="1257" name="Google Shape;1257;p27">
            <a:extLst xmlns:a="http://schemas.openxmlformats.org/drawingml/2006/main">
              <a:ext uri="{FF2B5EF4-FFF2-40B4-BE49-F238E27FC236}">
                <a16:creationId xmlns:a16="http://schemas.microsoft.com/office/drawing/2014/main" id="{709BAC00-302E-4FC0-A956-FD5BAD0AD05B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4682717" y="2989838"/>
            <a:ext cx="6711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  <a:endParaRPr/>
          </a:p>
        </p:txBody>
      </p:sp>
      <p:sp>
        <p:nvSpPr>
          <p:cNvPr id="1258" name="Google Shape;1258;p27">
            <a:extLst xmlns:a="http://schemas.openxmlformats.org/drawingml/2006/main">
              <a:ext uri="{FF2B5EF4-FFF2-40B4-BE49-F238E27FC236}">
                <a16:creationId xmlns:a16="http://schemas.microsoft.com/office/drawing/2014/main" id="{E21B8356-229E-4EB7-BF63-CAA4B6983316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16614" y="343745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Cutting-edge research and trends</a:t>
            </a:r>
            <a:endParaRPr/>
          </a:p>
        </p:txBody>
      </p:sp>
      <p:sp>
        <p:nvSpPr>
          <p:cNvPr id="1259" name="Google Shape;1259;p27">
            <a:extLst xmlns:a="http://schemas.openxmlformats.org/drawingml/2006/main">
              <a:ext uri="{FF2B5EF4-FFF2-40B4-BE49-F238E27FC236}">
                <a16:creationId xmlns:a16="http://schemas.microsoft.com/office/drawing/2014/main" id="{55D3269D-CE84-451C-9809-FDF876D83032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716611" y="1109788"/>
            <a:ext cx="6711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  <a:endParaRPr/>
          </a:p>
        </p:txBody>
      </p:sp>
      <p:sp>
        <p:nvSpPr>
          <p:cNvPr id="1260" name="Google Shape;1260;p27">
            <a:extLst xmlns:a="http://schemas.openxmlformats.org/drawingml/2006/main">
              <a:ext uri="{FF2B5EF4-FFF2-40B4-BE49-F238E27FC236}">
                <a16:creationId xmlns:a16="http://schemas.microsoft.com/office/drawing/2014/main" id="{DAAD9CDC-ED2F-4588-974D-D65BC476FE95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716614" y="155740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61" name="Google Shape;1261;p27">
            <a:extLst xmlns:a="http://schemas.openxmlformats.org/drawingml/2006/main">
              <a:ext uri="{FF2B5EF4-FFF2-40B4-BE49-F238E27FC236}">
                <a16:creationId xmlns:a16="http://schemas.microsoft.com/office/drawing/2014/main" id="{42F1A006-77AC-47BF-8149-CB234C08A8F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680089" y="1557400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health insights</a:t>
            </a:r>
            <a:endParaRPr/>
          </a:p>
        </p:txBody>
      </p:sp>
      <p:sp>
        <p:nvSpPr>
          <p:cNvPr id="1262" name="Google Shape;1262;p27">
            <a:extLst xmlns:a="http://schemas.openxmlformats.org/drawingml/2006/main">
              <a:ext uri="{FF2B5EF4-FFF2-40B4-BE49-F238E27FC236}">
                <a16:creationId xmlns:a16="http://schemas.microsoft.com/office/drawing/2014/main" id="{3E6C4118-EBDC-47F4-B20A-B2862B55F1A5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4680089" y="3437447"/>
            <a:ext cx="3747300" cy="44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applications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85313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3" name="Google Shape;1793;p43">
            <a:extLst xmlns:a="http://schemas.openxmlformats.org/drawingml/2006/main">
              <a:ext uri="{FF2B5EF4-FFF2-40B4-BE49-F238E27FC236}">
                <a16:creationId xmlns:a16="http://schemas.microsoft.com/office/drawing/2014/main" id="{1E1B56FB-A8C1-4B14-AEF6-09DB089DC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Conclusions</a:t>
            </a:r>
            <a:endParaRPr/>
          </a:p>
        </p:txBody>
      </p:sp>
      <p:sp>
        <p:nvSpPr>
          <p:cNvPr id="1794" name="Google Shape;1794;p43">
            <a:extLst xmlns:a="http://schemas.openxmlformats.org/drawingml/2006/main">
              <a:ext uri="{FF2B5EF4-FFF2-40B4-BE49-F238E27FC236}">
                <a16:creationId xmlns:a16="http://schemas.microsoft.com/office/drawing/2014/main" id="{C06D6DC6-3A07-49A1-9DC7-00AEA6CDC2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87200" y="1527225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Understanding health studies holistically aids informed decision-making, fostering proactive well-being management</a:t>
            </a:r>
            <a:endParaRPr/>
          </a:p>
        </p:txBody>
      </p:sp>
      <p:sp>
        <p:nvSpPr>
          <p:cNvPr id="1795" name="Google Shape;1795;p43">
            <a:extLst xmlns:a="http://schemas.openxmlformats.org/drawingml/2006/main">
              <a:ext uri="{FF2B5EF4-FFF2-40B4-BE49-F238E27FC236}">
                <a16:creationId xmlns:a16="http://schemas.microsoft.com/office/drawing/2014/main" id="{EE027BEE-B533-459F-AAA0-A5DE2BE7922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87200" y="3272300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Witnessing practical applications, from community wellness to personalized care, highlights the transformative impact of health studies in real-world contexts</a:t>
            </a:r>
            <a:endParaRPr/>
          </a:p>
        </p:txBody>
      </p:sp>
      <p:sp>
        <p:nvSpPr>
          <p:cNvPr id="1796" name="Google Shape;1796;p43">
            <a:extLst xmlns:a="http://schemas.openxmlformats.org/drawingml/2006/main">
              <a:ext uri="{FF2B5EF4-FFF2-40B4-BE49-F238E27FC236}">
                <a16:creationId xmlns:a16="http://schemas.microsoft.com/office/drawing/2014/main" id="{18DD3CD1-5BBA-4899-928A-ED5F0F5C4DF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055150" y="2399763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the dynamic realm of health studies, ongoing learning ensures our ability to contribute meaningfully to the ever-evolving landscape, promoting global health advancement</a:t>
            </a:r>
            <a:endParaRPr/>
          </a:p>
        </p:txBody>
      </p:sp>
      <p:sp>
        <p:nvSpPr>
          <p:cNvPr id="1797" name="Google Shape;1797;p43">
            <a:extLst xmlns:a="http://schemas.openxmlformats.org/drawingml/2006/main">
              <a:ext uri="{FF2B5EF4-FFF2-40B4-BE49-F238E27FC236}">
                <a16:creationId xmlns:a16="http://schemas.microsoft.com/office/drawing/2014/main" id="{E63EC5F4-F84D-4622-AEAB-3F503D65974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87200" y="1138350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Holistic health perspective</a:t>
            </a:r>
            <a:endParaRPr/>
          </a:p>
        </p:txBody>
      </p:sp>
      <p:sp>
        <p:nvSpPr>
          <p:cNvPr id="1798" name="Google Shape;1798;p43">
            <a:extLst xmlns:a="http://schemas.openxmlformats.org/drawingml/2006/main">
              <a:ext uri="{FF2B5EF4-FFF2-40B4-BE49-F238E27FC236}">
                <a16:creationId xmlns:a16="http://schemas.microsoft.com/office/drawing/2014/main" id="{815C353A-6F36-411D-A4DA-DDA7CAA8631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187225" y="2883425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Impactful applications</a:t>
            </a:r>
            <a:endParaRPr/>
          </a:p>
        </p:txBody>
      </p:sp>
      <p:sp>
        <p:nvSpPr>
          <p:cNvPr id="1799" name="Google Shape;1799;p43">
            <a:extLst xmlns:a="http://schemas.openxmlformats.org/drawingml/2006/main">
              <a:ext uri="{FF2B5EF4-FFF2-40B4-BE49-F238E27FC236}">
                <a16:creationId xmlns:a16="http://schemas.microsoft.com/office/drawing/2014/main" id="{01F276D4-52A5-4A0F-B7D1-8ADB260B846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055175" y="2010888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Continual learning</a:t>
            </a:r>
            <a:endParaRPr/>
          </a:p>
        </p:txBody>
      </p:sp>
      <p:sp>
        <p:nvSpPr>
          <p:cNvPr id="1800" name="Google Shape;1800;p43">
            <a:extLst xmlns:a="http://schemas.openxmlformats.org/drawingml/2006/main">
              <a:ext uri="{FF2B5EF4-FFF2-40B4-BE49-F238E27FC236}">
                <a16:creationId xmlns:a16="http://schemas.microsoft.com/office/drawing/2014/main" id="{A5DF4FBE-C635-4B33-81FE-F4DB0292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13" y="123445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43">
            <a:extLst xmlns:a="http://schemas.openxmlformats.org/drawingml/2006/main">
              <a:ext uri="{FF2B5EF4-FFF2-40B4-BE49-F238E27FC236}">
                <a16:creationId xmlns:a16="http://schemas.microsoft.com/office/drawing/2014/main" id="{70734E33-2E68-4C95-8D0F-9CF44CF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13" y="2979538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43">
            <a:extLst xmlns:a="http://schemas.openxmlformats.org/drawingml/2006/main">
              <a:ext uri="{FF2B5EF4-FFF2-40B4-BE49-F238E27FC236}">
                <a16:creationId xmlns:a16="http://schemas.microsoft.com/office/drawing/2014/main" id="{4F03565E-DA76-4F52-A2BB-953FF1A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336" y="2106994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43">
            <a:extLst xmlns:a="http://schemas.openxmlformats.org/drawingml/2006/main">
              <a:ext uri="{FF2B5EF4-FFF2-40B4-BE49-F238E27FC236}">
                <a16:creationId xmlns:a16="http://schemas.microsoft.com/office/drawing/2014/main" id="{6EBC110D-3E0C-4008-9004-1338BC7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116" y="3166120"/>
            <a:ext cx="315959" cy="111773"/>
          </a:xfrm>
          <a:custGeom xmlns:a="http://schemas.openxmlformats.org/drawingml/2006/main">
            <a:rect l="l" t="t" r="r" b="b"/>
            <a:pathLst>
              <a:path w="11847" h="4191">
                <a:moveTo>
                  <a:pt x="5230" y="0"/>
                </a:moveTo>
                <a:cubicBezTo>
                  <a:pt x="5073" y="0"/>
                  <a:pt x="4947" y="63"/>
                  <a:pt x="4915" y="189"/>
                </a:cubicBezTo>
                <a:lnTo>
                  <a:pt x="4096" y="2080"/>
                </a:lnTo>
                <a:lnTo>
                  <a:pt x="347" y="2080"/>
                </a:lnTo>
                <a:cubicBezTo>
                  <a:pt x="158" y="2080"/>
                  <a:pt x="0" y="2237"/>
                  <a:pt x="0" y="2426"/>
                </a:cubicBezTo>
                <a:cubicBezTo>
                  <a:pt x="0" y="2615"/>
                  <a:pt x="158" y="2773"/>
                  <a:pt x="347" y="2773"/>
                </a:cubicBezTo>
                <a:lnTo>
                  <a:pt x="4316" y="2773"/>
                </a:lnTo>
                <a:cubicBezTo>
                  <a:pt x="4411" y="2773"/>
                  <a:pt x="4505" y="2710"/>
                  <a:pt x="4600" y="2584"/>
                </a:cubicBezTo>
                <a:lnTo>
                  <a:pt x="5199" y="1292"/>
                </a:lnTo>
                <a:lnTo>
                  <a:pt x="6238" y="3970"/>
                </a:lnTo>
                <a:cubicBezTo>
                  <a:pt x="6301" y="4096"/>
                  <a:pt x="6396" y="4159"/>
                  <a:pt x="6522" y="4191"/>
                </a:cubicBezTo>
                <a:lnTo>
                  <a:pt x="6553" y="4191"/>
                </a:lnTo>
                <a:cubicBezTo>
                  <a:pt x="6679" y="4191"/>
                  <a:pt x="6805" y="4127"/>
                  <a:pt x="6868" y="4033"/>
                </a:cubicBezTo>
                <a:lnTo>
                  <a:pt x="7624" y="2836"/>
                </a:lnTo>
                <a:lnTo>
                  <a:pt x="11500" y="2836"/>
                </a:lnTo>
                <a:cubicBezTo>
                  <a:pt x="11689" y="2836"/>
                  <a:pt x="11846" y="2678"/>
                  <a:pt x="11846" y="2458"/>
                </a:cubicBezTo>
                <a:cubicBezTo>
                  <a:pt x="11846" y="2269"/>
                  <a:pt x="11689" y="2111"/>
                  <a:pt x="11500" y="2111"/>
                </a:cubicBezTo>
                <a:lnTo>
                  <a:pt x="7435" y="2111"/>
                </a:lnTo>
                <a:cubicBezTo>
                  <a:pt x="7309" y="2111"/>
                  <a:pt x="7183" y="2206"/>
                  <a:pt x="7120" y="2269"/>
                </a:cubicBezTo>
                <a:lnTo>
                  <a:pt x="6648" y="3056"/>
                </a:lnTo>
                <a:lnTo>
                  <a:pt x="5545" y="221"/>
                </a:lnTo>
                <a:cubicBezTo>
                  <a:pt x="5514" y="95"/>
                  <a:pt x="5388" y="0"/>
                  <a:pt x="523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43">
            <a:extLst xmlns:a="http://schemas.openxmlformats.org/drawingml/2006/main">
              <a:ext uri="{FF2B5EF4-FFF2-40B4-BE49-F238E27FC236}">
                <a16:creationId xmlns:a16="http://schemas.microsoft.com/office/drawing/2014/main" id="{CB5C9393-9517-4F0D-B272-02F0067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582" y="3075362"/>
            <a:ext cx="315132" cy="133643"/>
          </a:xfrm>
          <a:custGeom xmlns:a="http://schemas.openxmlformats.org/drawingml/2006/main">
            <a:rect l="l" t="t" r="r" b="b"/>
            <a:pathLst>
              <a:path w="11816" h="5011">
                <a:moveTo>
                  <a:pt x="3151" y="1"/>
                </a:moveTo>
                <a:cubicBezTo>
                  <a:pt x="1387" y="1"/>
                  <a:pt x="1" y="1419"/>
                  <a:pt x="1" y="3277"/>
                </a:cubicBezTo>
                <a:cubicBezTo>
                  <a:pt x="1" y="3876"/>
                  <a:pt x="158" y="4349"/>
                  <a:pt x="442" y="4821"/>
                </a:cubicBezTo>
                <a:lnTo>
                  <a:pt x="3655" y="4821"/>
                </a:lnTo>
                <a:lnTo>
                  <a:pt x="4285" y="3340"/>
                </a:lnTo>
                <a:cubicBezTo>
                  <a:pt x="4443" y="2994"/>
                  <a:pt x="4821" y="2773"/>
                  <a:pt x="5199" y="2710"/>
                </a:cubicBezTo>
                <a:cubicBezTo>
                  <a:pt x="5672" y="2710"/>
                  <a:pt x="6018" y="2994"/>
                  <a:pt x="6176" y="3403"/>
                </a:cubicBezTo>
                <a:lnTo>
                  <a:pt x="6806" y="5010"/>
                </a:lnTo>
                <a:cubicBezTo>
                  <a:pt x="6963" y="4884"/>
                  <a:pt x="7215" y="4821"/>
                  <a:pt x="7404" y="4821"/>
                </a:cubicBezTo>
                <a:lnTo>
                  <a:pt x="11374" y="4821"/>
                </a:lnTo>
                <a:cubicBezTo>
                  <a:pt x="11626" y="4349"/>
                  <a:pt x="11815" y="3813"/>
                  <a:pt x="11815" y="3277"/>
                </a:cubicBezTo>
                <a:cubicBezTo>
                  <a:pt x="11815" y="1419"/>
                  <a:pt x="10429" y="1"/>
                  <a:pt x="8665" y="1"/>
                </a:cubicBezTo>
                <a:cubicBezTo>
                  <a:pt x="7247" y="1"/>
                  <a:pt x="6396" y="977"/>
                  <a:pt x="5924" y="1860"/>
                </a:cubicBezTo>
                <a:cubicBezTo>
                  <a:pt x="5451" y="977"/>
                  <a:pt x="4537" y="1"/>
                  <a:pt x="315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43">
            <a:extLst xmlns:a="http://schemas.openxmlformats.org/drawingml/2006/main">
              <a:ext uri="{FF2B5EF4-FFF2-40B4-BE49-F238E27FC236}">
                <a16:creationId xmlns:a16="http://schemas.microsoft.com/office/drawing/2014/main" id="{6D6A9C2B-0186-4D68-8592-B410895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096" y="3246770"/>
            <a:ext cx="199144" cy="105053"/>
          </a:xfrm>
          <a:custGeom xmlns:a="http://schemas.openxmlformats.org/drawingml/2006/main">
            <a:rect l="l" t="t" r="r" b="b"/>
            <a:pathLst>
              <a:path w="7467" h="3939">
                <a:moveTo>
                  <a:pt x="2962" y="1"/>
                </a:moveTo>
                <a:cubicBezTo>
                  <a:pt x="2773" y="284"/>
                  <a:pt x="2458" y="442"/>
                  <a:pt x="2111" y="442"/>
                </a:cubicBezTo>
                <a:lnTo>
                  <a:pt x="0" y="442"/>
                </a:lnTo>
                <a:cubicBezTo>
                  <a:pt x="158" y="599"/>
                  <a:pt x="347" y="757"/>
                  <a:pt x="536" y="914"/>
                </a:cubicBezTo>
                <a:cubicBezTo>
                  <a:pt x="1449" y="1734"/>
                  <a:pt x="2426" y="2647"/>
                  <a:pt x="3434" y="3813"/>
                </a:cubicBezTo>
                <a:cubicBezTo>
                  <a:pt x="3529" y="3907"/>
                  <a:pt x="3592" y="3939"/>
                  <a:pt x="3718" y="3939"/>
                </a:cubicBezTo>
                <a:cubicBezTo>
                  <a:pt x="3844" y="3939"/>
                  <a:pt x="3907" y="3907"/>
                  <a:pt x="4001" y="3813"/>
                </a:cubicBezTo>
                <a:cubicBezTo>
                  <a:pt x="4978" y="2584"/>
                  <a:pt x="6018" y="1734"/>
                  <a:pt x="6900" y="914"/>
                </a:cubicBezTo>
                <a:cubicBezTo>
                  <a:pt x="7120" y="757"/>
                  <a:pt x="7278" y="599"/>
                  <a:pt x="7467" y="442"/>
                </a:cubicBezTo>
                <a:lnTo>
                  <a:pt x="5860" y="442"/>
                </a:lnTo>
                <a:lnTo>
                  <a:pt x="5293" y="1324"/>
                </a:lnTo>
                <a:cubicBezTo>
                  <a:pt x="5104" y="1639"/>
                  <a:pt x="4789" y="1860"/>
                  <a:pt x="4379" y="1860"/>
                </a:cubicBezTo>
                <a:lnTo>
                  <a:pt x="4316" y="1860"/>
                </a:lnTo>
                <a:cubicBezTo>
                  <a:pt x="3907" y="1797"/>
                  <a:pt x="3592" y="1576"/>
                  <a:pt x="3434" y="1167"/>
                </a:cubicBezTo>
                <a:lnTo>
                  <a:pt x="2962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43">
            <a:extLst xmlns:a="http://schemas.openxmlformats.org/drawingml/2006/main">
              <a:ext uri="{FF2B5EF4-FFF2-40B4-BE49-F238E27FC236}">
                <a16:creationId xmlns:a16="http://schemas.microsoft.com/office/drawing/2014/main" id="{DCDF3773-6BC4-4A84-8E10-064B301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312464"/>
            <a:ext cx="36991" cy="56300"/>
          </a:xfrm>
          <a:custGeom xmlns:a="http://schemas.openxmlformats.org/drawingml/2006/main">
            <a:rect l="l" t="t" r="r" b="b"/>
            <a:pathLst>
              <a:path w="1387" h="2111">
                <a:moveTo>
                  <a:pt x="0" y="0"/>
                </a:moveTo>
                <a:lnTo>
                  <a:pt x="0" y="2111"/>
                </a:lnTo>
                <a:lnTo>
                  <a:pt x="1386" y="2111"/>
                </a:lnTo>
                <a:lnTo>
                  <a:pt x="1386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43">
            <a:extLst xmlns:a="http://schemas.openxmlformats.org/drawingml/2006/main">
              <a:ext uri="{FF2B5EF4-FFF2-40B4-BE49-F238E27FC236}">
                <a16:creationId xmlns:a16="http://schemas.microsoft.com/office/drawing/2014/main" id="{8939801D-6BF8-4D80-93FA-8843F0D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388073"/>
            <a:ext cx="56300" cy="18508"/>
          </a:xfrm>
          <a:custGeom xmlns:a="http://schemas.openxmlformats.org/drawingml/2006/main">
            <a:rect l="l" t="t" r="r" b="b"/>
            <a:pathLst>
              <a:path w="2111" h="694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6"/>
                  <a:pt x="2111" y="347"/>
                </a:cubicBezTo>
                <a:cubicBezTo>
                  <a:pt x="2111" y="158"/>
                  <a:pt x="1954" y="1"/>
                  <a:pt x="173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43">
            <a:extLst xmlns:a="http://schemas.openxmlformats.org/drawingml/2006/main">
              <a:ext uri="{FF2B5EF4-FFF2-40B4-BE49-F238E27FC236}">
                <a16:creationId xmlns:a16="http://schemas.microsoft.com/office/drawing/2014/main" id="{7674A147-772A-4519-9A90-5A9D4F8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275473"/>
            <a:ext cx="56300" cy="18535"/>
          </a:xfrm>
          <a:custGeom xmlns:a="http://schemas.openxmlformats.org/drawingml/2006/main">
            <a:rect l="l" t="t" r="r" b="b"/>
            <a:pathLst>
              <a:path w="2111" h="695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7"/>
                  <a:pt x="2111" y="348"/>
                </a:cubicBezTo>
                <a:cubicBezTo>
                  <a:pt x="2111" y="159"/>
                  <a:pt x="1954" y="1"/>
                  <a:pt x="173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43">
            <a:extLst xmlns:a="http://schemas.openxmlformats.org/drawingml/2006/main">
              <a:ext uri="{FF2B5EF4-FFF2-40B4-BE49-F238E27FC236}">
                <a16:creationId xmlns:a16="http://schemas.microsoft.com/office/drawing/2014/main" id="{0FF1C9D7-DB3F-400A-B576-86F28773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6386" y="2183061"/>
            <a:ext cx="315959" cy="315959"/>
          </a:xfrm>
          <a:custGeom xmlns:a="http://schemas.openxmlformats.org/drawingml/2006/main">
            <a:rect l="l" t="t" r="r" b="b"/>
            <a:pathLst>
              <a:path w="11847" h="11847">
                <a:moveTo>
                  <a:pt x="2427" y="0"/>
                </a:moveTo>
                <a:cubicBezTo>
                  <a:pt x="1072" y="0"/>
                  <a:pt x="1" y="1103"/>
                  <a:pt x="1" y="2426"/>
                </a:cubicBezTo>
                <a:lnTo>
                  <a:pt x="1" y="2804"/>
                </a:lnTo>
                <a:lnTo>
                  <a:pt x="1355" y="2804"/>
                </a:lnTo>
                <a:lnTo>
                  <a:pt x="1355" y="2426"/>
                </a:lnTo>
                <a:cubicBezTo>
                  <a:pt x="1355" y="1859"/>
                  <a:pt x="1828" y="1418"/>
                  <a:pt x="2395" y="1418"/>
                </a:cubicBezTo>
                <a:lnTo>
                  <a:pt x="9358" y="1418"/>
                </a:lnTo>
                <a:cubicBezTo>
                  <a:pt x="9956" y="1418"/>
                  <a:pt x="10366" y="1891"/>
                  <a:pt x="10366" y="2426"/>
                </a:cubicBezTo>
                <a:lnTo>
                  <a:pt x="10366" y="9420"/>
                </a:lnTo>
                <a:cubicBezTo>
                  <a:pt x="10366" y="9987"/>
                  <a:pt x="9893" y="10429"/>
                  <a:pt x="9358" y="10429"/>
                </a:cubicBezTo>
                <a:lnTo>
                  <a:pt x="2395" y="10429"/>
                </a:lnTo>
                <a:cubicBezTo>
                  <a:pt x="1797" y="10429"/>
                  <a:pt x="1355" y="9956"/>
                  <a:pt x="1355" y="9420"/>
                </a:cubicBezTo>
                <a:lnTo>
                  <a:pt x="1355" y="9042"/>
                </a:lnTo>
                <a:lnTo>
                  <a:pt x="1" y="9042"/>
                </a:lnTo>
                <a:lnTo>
                  <a:pt x="1" y="9420"/>
                </a:lnTo>
                <a:cubicBezTo>
                  <a:pt x="1" y="10744"/>
                  <a:pt x="1103" y="11846"/>
                  <a:pt x="2427" y="11846"/>
                </a:cubicBezTo>
                <a:lnTo>
                  <a:pt x="9389" y="11846"/>
                </a:lnTo>
                <a:cubicBezTo>
                  <a:pt x="10744" y="11846"/>
                  <a:pt x="11847" y="10744"/>
                  <a:pt x="11847" y="9420"/>
                </a:cubicBezTo>
                <a:lnTo>
                  <a:pt x="11847" y="2426"/>
                </a:lnTo>
                <a:cubicBezTo>
                  <a:pt x="11847" y="1103"/>
                  <a:pt x="10744" y="0"/>
                  <a:pt x="938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43">
            <a:extLst xmlns:a="http://schemas.openxmlformats.org/drawingml/2006/main">
              <a:ext uri="{FF2B5EF4-FFF2-40B4-BE49-F238E27FC236}">
                <a16:creationId xmlns:a16="http://schemas.microsoft.com/office/drawing/2014/main" id="{68523751-3920-4972-A9E9-17789D2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6534" y="2293982"/>
            <a:ext cx="92464" cy="92438"/>
          </a:xfrm>
          <a:custGeom xmlns:a="http://schemas.openxmlformats.org/drawingml/2006/main">
            <a:rect l="l" t="t" r="r" b="b"/>
            <a:pathLst>
              <a:path w="3467" h="3466">
                <a:moveTo>
                  <a:pt x="1387" y="0"/>
                </a:moveTo>
                <a:lnTo>
                  <a:pt x="1387" y="1040"/>
                </a:lnTo>
                <a:cubicBezTo>
                  <a:pt x="1387" y="1229"/>
                  <a:pt x="1230" y="1386"/>
                  <a:pt x="1041" y="1386"/>
                </a:cubicBezTo>
                <a:lnTo>
                  <a:pt x="1" y="1386"/>
                </a:lnTo>
                <a:lnTo>
                  <a:pt x="1" y="2111"/>
                </a:lnTo>
                <a:lnTo>
                  <a:pt x="1041" y="2111"/>
                </a:lnTo>
                <a:cubicBezTo>
                  <a:pt x="1230" y="2111"/>
                  <a:pt x="1387" y="2268"/>
                  <a:pt x="1387" y="2457"/>
                </a:cubicBezTo>
                <a:lnTo>
                  <a:pt x="1387" y="3466"/>
                </a:lnTo>
                <a:lnTo>
                  <a:pt x="2080" y="3466"/>
                </a:lnTo>
                <a:lnTo>
                  <a:pt x="2080" y="2457"/>
                </a:lnTo>
                <a:cubicBezTo>
                  <a:pt x="2080" y="2268"/>
                  <a:pt x="2238" y="2111"/>
                  <a:pt x="2458" y="2111"/>
                </a:cubicBezTo>
                <a:lnTo>
                  <a:pt x="3467" y="2111"/>
                </a:lnTo>
                <a:lnTo>
                  <a:pt x="3467" y="1386"/>
                </a:lnTo>
                <a:lnTo>
                  <a:pt x="2458" y="1386"/>
                </a:lnTo>
                <a:cubicBezTo>
                  <a:pt x="2238" y="1386"/>
                  <a:pt x="2080" y="1229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43">
            <a:extLst xmlns:a="http://schemas.openxmlformats.org/drawingml/2006/main">
              <a:ext uri="{FF2B5EF4-FFF2-40B4-BE49-F238E27FC236}">
                <a16:creationId xmlns:a16="http://schemas.microsoft.com/office/drawing/2014/main" id="{CA5B874D-92B1-4C18-8319-8CFC8CC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1859" y="2238508"/>
            <a:ext cx="204185" cy="205038"/>
          </a:xfrm>
          <a:custGeom xmlns:a="http://schemas.openxmlformats.org/drawingml/2006/main">
            <a:rect l="l" t="t" r="r" b="b"/>
            <a:pathLst>
              <a:path w="7656" h="7688">
                <a:moveTo>
                  <a:pt x="4883" y="1418"/>
                </a:moveTo>
                <a:cubicBezTo>
                  <a:pt x="5072" y="1418"/>
                  <a:pt x="5230" y="1576"/>
                  <a:pt x="5230" y="1765"/>
                </a:cubicBezTo>
                <a:lnTo>
                  <a:pt x="5230" y="2805"/>
                </a:lnTo>
                <a:lnTo>
                  <a:pt x="6238" y="2805"/>
                </a:lnTo>
                <a:cubicBezTo>
                  <a:pt x="6459" y="2805"/>
                  <a:pt x="6616" y="2962"/>
                  <a:pt x="6616" y="3151"/>
                </a:cubicBezTo>
                <a:lnTo>
                  <a:pt x="6616" y="4537"/>
                </a:lnTo>
                <a:cubicBezTo>
                  <a:pt x="6616" y="4726"/>
                  <a:pt x="6459" y="4884"/>
                  <a:pt x="6238" y="4884"/>
                </a:cubicBezTo>
                <a:lnTo>
                  <a:pt x="5230" y="4884"/>
                </a:lnTo>
                <a:lnTo>
                  <a:pt x="5230" y="5924"/>
                </a:lnTo>
                <a:cubicBezTo>
                  <a:pt x="5230" y="6113"/>
                  <a:pt x="5072" y="6270"/>
                  <a:pt x="4883" y="6270"/>
                </a:cubicBezTo>
                <a:lnTo>
                  <a:pt x="3497" y="6270"/>
                </a:lnTo>
                <a:cubicBezTo>
                  <a:pt x="3308" y="6270"/>
                  <a:pt x="3151" y="6113"/>
                  <a:pt x="3151" y="5924"/>
                </a:cubicBezTo>
                <a:lnTo>
                  <a:pt x="3151" y="4884"/>
                </a:lnTo>
                <a:lnTo>
                  <a:pt x="2111" y="4884"/>
                </a:lnTo>
                <a:cubicBezTo>
                  <a:pt x="1922" y="4884"/>
                  <a:pt x="1764" y="4726"/>
                  <a:pt x="1764" y="4537"/>
                </a:cubicBezTo>
                <a:lnTo>
                  <a:pt x="1764" y="3151"/>
                </a:lnTo>
                <a:cubicBezTo>
                  <a:pt x="1764" y="2962"/>
                  <a:pt x="1922" y="2805"/>
                  <a:pt x="2111" y="2805"/>
                </a:cubicBezTo>
                <a:lnTo>
                  <a:pt x="3151" y="2805"/>
                </a:lnTo>
                <a:lnTo>
                  <a:pt x="3151" y="1765"/>
                </a:lnTo>
                <a:cubicBezTo>
                  <a:pt x="3151" y="1576"/>
                  <a:pt x="3308" y="1418"/>
                  <a:pt x="3497" y="141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757"/>
                </a:lnTo>
                <a:cubicBezTo>
                  <a:pt x="378" y="914"/>
                  <a:pt x="693" y="1261"/>
                  <a:pt x="693" y="1734"/>
                </a:cubicBezTo>
                <a:cubicBezTo>
                  <a:pt x="693" y="2175"/>
                  <a:pt x="378" y="2553"/>
                  <a:pt x="0" y="2710"/>
                </a:cubicBezTo>
                <a:lnTo>
                  <a:pt x="0" y="4979"/>
                </a:lnTo>
                <a:cubicBezTo>
                  <a:pt x="378" y="5136"/>
                  <a:pt x="693" y="5483"/>
                  <a:pt x="693" y="5955"/>
                </a:cubicBezTo>
                <a:cubicBezTo>
                  <a:pt x="693" y="6396"/>
                  <a:pt x="441" y="6774"/>
                  <a:pt x="0" y="6932"/>
                </a:cubicBezTo>
                <a:lnTo>
                  <a:pt x="0" y="7341"/>
                </a:lnTo>
                <a:cubicBezTo>
                  <a:pt x="0" y="7530"/>
                  <a:pt x="158" y="7688"/>
                  <a:pt x="347" y="7688"/>
                </a:cubicBezTo>
                <a:lnTo>
                  <a:pt x="7309" y="7688"/>
                </a:lnTo>
                <a:cubicBezTo>
                  <a:pt x="7498" y="7688"/>
                  <a:pt x="7656" y="7530"/>
                  <a:pt x="7656" y="7341"/>
                </a:cubicBezTo>
                <a:lnTo>
                  <a:pt x="7656" y="347"/>
                </a:lnTo>
                <a:cubicBezTo>
                  <a:pt x="7656" y="158"/>
                  <a:pt x="7498" y="1"/>
                  <a:pt x="730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43">
            <a:extLst xmlns:a="http://schemas.openxmlformats.org/drawingml/2006/main">
              <a:ext uri="{FF2B5EF4-FFF2-40B4-BE49-F238E27FC236}">
                <a16:creationId xmlns:a16="http://schemas.microsoft.com/office/drawing/2014/main" id="{05BD02B5-09B3-4CDB-B905-F1F76AF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717" y="1442431"/>
            <a:ext cx="55500" cy="54646"/>
          </a:xfrm>
          <a:custGeom xmlns:a="http://schemas.openxmlformats.org/drawingml/2006/main">
            <a:rect l="l" t="t" r="r" b="b"/>
            <a:pathLst>
              <a:path w="2081" h="2049">
                <a:moveTo>
                  <a:pt x="1041" y="1"/>
                </a:moveTo>
                <a:cubicBezTo>
                  <a:pt x="505" y="1"/>
                  <a:pt x="32" y="473"/>
                  <a:pt x="32" y="1040"/>
                </a:cubicBezTo>
                <a:cubicBezTo>
                  <a:pt x="1" y="1576"/>
                  <a:pt x="473" y="2049"/>
                  <a:pt x="1041" y="2049"/>
                </a:cubicBezTo>
                <a:cubicBezTo>
                  <a:pt x="1639" y="2049"/>
                  <a:pt x="2080" y="1576"/>
                  <a:pt x="2080" y="1040"/>
                </a:cubicBezTo>
                <a:cubicBezTo>
                  <a:pt x="2080" y="442"/>
                  <a:pt x="1608" y="1"/>
                  <a:pt x="104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43">
            <a:extLst xmlns:a="http://schemas.openxmlformats.org/drawingml/2006/main">
              <a:ext uri="{FF2B5EF4-FFF2-40B4-BE49-F238E27FC236}">
                <a16:creationId xmlns:a16="http://schemas.microsoft.com/office/drawing/2014/main" id="{E55AF4EF-E0A9-43B0-82B1-7121438D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208" y="1310521"/>
            <a:ext cx="309239" cy="315959"/>
          </a:xfrm>
          <a:custGeom xmlns:a="http://schemas.openxmlformats.org/drawingml/2006/main">
            <a:rect l="l" t="t" r="r" b="b"/>
            <a:pathLst>
              <a:path w="11595" h="11847">
                <a:moveTo>
                  <a:pt x="5672" y="757"/>
                </a:moveTo>
                <a:cubicBezTo>
                  <a:pt x="6144" y="757"/>
                  <a:pt x="6680" y="1544"/>
                  <a:pt x="7026" y="2710"/>
                </a:cubicBezTo>
                <a:cubicBezTo>
                  <a:pt x="6585" y="2867"/>
                  <a:pt x="6176" y="3025"/>
                  <a:pt x="5672" y="3214"/>
                </a:cubicBezTo>
                <a:cubicBezTo>
                  <a:pt x="5262" y="3025"/>
                  <a:pt x="4789" y="2836"/>
                  <a:pt x="4348" y="2710"/>
                </a:cubicBezTo>
                <a:cubicBezTo>
                  <a:pt x="4695" y="1481"/>
                  <a:pt x="5199" y="757"/>
                  <a:pt x="5672" y="757"/>
                </a:cubicBezTo>
                <a:close/>
                <a:moveTo>
                  <a:pt x="4191" y="3372"/>
                </a:moveTo>
                <a:cubicBezTo>
                  <a:pt x="4411" y="3466"/>
                  <a:pt x="4632" y="3529"/>
                  <a:pt x="4852" y="3624"/>
                </a:cubicBezTo>
                <a:cubicBezTo>
                  <a:pt x="4159" y="3970"/>
                  <a:pt x="4726" y="3655"/>
                  <a:pt x="4065" y="4096"/>
                </a:cubicBezTo>
                <a:lnTo>
                  <a:pt x="4191" y="3372"/>
                </a:lnTo>
                <a:close/>
                <a:moveTo>
                  <a:pt x="7184" y="3372"/>
                </a:moveTo>
                <a:lnTo>
                  <a:pt x="7310" y="4096"/>
                </a:lnTo>
                <a:cubicBezTo>
                  <a:pt x="6585" y="3655"/>
                  <a:pt x="7184" y="4002"/>
                  <a:pt x="6522" y="3624"/>
                </a:cubicBezTo>
                <a:cubicBezTo>
                  <a:pt x="6743" y="3529"/>
                  <a:pt x="6995" y="3466"/>
                  <a:pt x="7184" y="3372"/>
                </a:cubicBezTo>
                <a:close/>
                <a:moveTo>
                  <a:pt x="9191" y="3001"/>
                </a:moveTo>
                <a:cubicBezTo>
                  <a:pt x="9631" y="3001"/>
                  <a:pt x="10026" y="3084"/>
                  <a:pt x="10177" y="3340"/>
                </a:cubicBezTo>
                <a:cubicBezTo>
                  <a:pt x="10208" y="3435"/>
                  <a:pt x="10240" y="3529"/>
                  <a:pt x="10208" y="3655"/>
                </a:cubicBezTo>
                <a:cubicBezTo>
                  <a:pt x="9925" y="3687"/>
                  <a:pt x="9673" y="3907"/>
                  <a:pt x="9515" y="4159"/>
                </a:cubicBezTo>
                <a:cubicBezTo>
                  <a:pt x="9358" y="4474"/>
                  <a:pt x="9295" y="4852"/>
                  <a:pt x="9452" y="5104"/>
                </a:cubicBezTo>
                <a:cubicBezTo>
                  <a:pt x="9358" y="5230"/>
                  <a:pt x="9263" y="5356"/>
                  <a:pt x="9137" y="5482"/>
                </a:cubicBezTo>
                <a:cubicBezTo>
                  <a:pt x="8791" y="5167"/>
                  <a:pt x="8444" y="4884"/>
                  <a:pt x="8034" y="4600"/>
                </a:cubicBezTo>
                <a:cubicBezTo>
                  <a:pt x="8003" y="4128"/>
                  <a:pt x="7940" y="3655"/>
                  <a:pt x="7845" y="3183"/>
                </a:cubicBezTo>
                <a:cubicBezTo>
                  <a:pt x="8174" y="3100"/>
                  <a:pt x="8710" y="3001"/>
                  <a:pt x="9191" y="3001"/>
                </a:cubicBezTo>
                <a:close/>
                <a:moveTo>
                  <a:pt x="2994" y="3119"/>
                </a:moveTo>
                <a:cubicBezTo>
                  <a:pt x="3151" y="3151"/>
                  <a:pt x="3309" y="3151"/>
                  <a:pt x="3466" y="3214"/>
                </a:cubicBezTo>
                <a:cubicBezTo>
                  <a:pt x="3403" y="3655"/>
                  <a:pt x="3309" y="4128"/>
                  <a:pt x="3277" y="4632"/>
                </a:cubicBezTo>
                <a:cubicBezTo>
                  <a:pt x="2899" y="4915"/>
                  <a:pt x="2490" y="5230"/>
                  <a:pt x="2174" y="5514"/>
                </a:cubicBezTo>
                <a:cubicBezTo>
                  <a:pt x="1733" y="5010"/>
                  <a:pt x="851" y="3939"/>
                  <a:pt x="1166" y="3340"/>
                </a:cubicBezTo>
                <a:cubicBezTo>
                  <a:pt x="1198" y="3277"/>
                  <a:pt x="1261" y="3183"/>
                  <a:pt x="1387" y="3151"/>
                </a:cubicBezTo>
                <a:cubicBezTo>
                  <a:pt x="1576" y="3372"/>
                  <a:pt x="1859" y="3529"/>
                  <a:pt x="2174" y="3529"/>
                </a:cubicBezTo>
                <a:cubicBezTo>
                  <a:pt x="2521" y="3529"/>
                  <a:pt x="2836" y="3372"/>
                  <a:pt x="2994" y="3119"/>
                </a:cubicBezTo>
                <a:close/>
                <a:moveTo>
                  <a:pt x="3277" y="5482"/>
                </a:moveTo>
                <a:lnTo>
                  <a:pt x="3277" y="5482"/>
                </a:lnTo>
                <a:cubicBezTo>
                  <a:pt x="3246" y="6144"/>
                  <a:pt x="3246" y="5986"/>
                  <a:pt x="3277" y="6428"/>
                </a:cubicBezTo>
                <a:cubicBezTo>
                  <a:pt x="3088" y="6270"/>
                  <a:pt x="2899" y="6112"/>
                  <a:pt x="2742" y="5955"/>
                </a:cubicBezTo>
                <a:cubicBezTo>
                  <a:pt x="2899" y="5797"/>
                  <a:pt x="3088" y="5640"/>
                  <a:pt x="3277" y="5482"/>
                </a:cubicBezTo>
                <a:close/>
                <a:moveTo>
                  <a:pt x="8097" y="5514"/>
                </a:moveTo>
                <a:cubicBezTo>
                  <a:pt x="8286" y="5671"/>
                  <a:pt x="8475" y="5829"/>
                  <a:pt x="8633" y="5986"/>
                </a:cubicBezTo>
                <a:cubicBezTo>
                  <a:pt x="8475" y="6144"/>
                  <a:pt x="8286" y="6301"/>
                  <a:pt x="8097" y="6459"/>
                </a:cubicBezTo>
                <a:lnTo>
                  <a:pt x="8097" y="5514"/>
                </a:lnTo>
                <a:close/>
                <a:moveTo>
                  <a:pt x="5703" y="4002"/>
                </a:moveTo>
                <a:cubicBezTo>
                  <a:pt x="6333" y="4317"/>
                  <a:pt x="6743" y="4569"/>
                  <a:pt x="7373" y="5010"/>
                </a:cubicBezTo>
                <a:cubicBezTo>
                  <a:pt x="7436" y="5671"/>
                  <a:pt x="7436" y="6238"/>
                  <a:pt x="7373" y="6963"/>
                </a:cubicBezTo>
                <a:cubicBezTo>
                  <a:pt x="6837" y="7310"/>
                  <a:pt x="6333" y="7625"/>
                  <a:pt x="5703" y="7940"/>
                </a:cubicBezTo>
                <a:cubicBezTo>
                  <a:pt x="5073" y="7625"/>
                  <a:pt x="4537" y="7373"/>
                  <a:pt x="4002" y="6963"/>
                </a:cubicBezTo>
                <a:cubicBezTo>
                  <a:pt x="3907" y="6270"/>
                  <a:pt x="3907" y="5671"/>
                  <a:pt x="4002" y="5010"/>
                </a:cubicBezTo>
                <a:cubicBezTo>
                  <a:pt x="4600" y="4600"/>
                  <a:pt x="5041" y="4317"/>
                  <a:pt x="5703" y="4002"/>
                </a:cubicBezTo>
                <a:close/>
                <a:moveTo>
                  <a:pt x="4065" y="7845"/>
                </a:moveTo>
                <a:cubicBezTo>
                  <a:pt x="4506" y="8097"/>
                  <a:pt x="4254" y="8003"/>
                  <a:pt x="4852" y="8318"/>
                </a:cubicBezTo>
                <a:cubicBezTo>
                  <a:pt x="4632" y="8381"/>
                  <a:pt x="4380" y="8507"/>
                  <a:pt x="4191" y="8538"/>
                </a:cubicBezTo>
                <a:lnTo>
                  <a:pt x="4065" y="7845"/>
                </a:lnTo>
                <a:close/>
                <a:moveTo>
                  <a:pt x="7278" y="7845"/>
                </a:moveTo>
                <a:cubicBezTo>
                  <a:pt x="7247" y="8066"/>
                  <a:pt x="7215" y="8318"/>
                  <a:pt x="7152" y="8538"/>
                </a:cubicBezTo>
                <a:cubicBezTo>
                  <a:pt x="6900" y="8475"/>
                  <a:pt x="6711" y="8381"/>
                  <a:pt x="6491" y="8318"/>
                </a:cubicBezTo>
                <a:cubicBezTo>
                  <a:pt x="6837" y="8097"/>
                  <a:pt x="6869" y="8097"/>
                  <a:pt x="7278" y="7845"/>
                </a:cubicBezTo>
                <a:close/>
                <a:moveTo>
                  <a:pt x="2237" y="6459"/>
                </a:moveTo>
                <a:cubicBezTo>
                  <a:pt x="2584" y="6774"/>
                  <a:pt x="2931" y="7058"/>
                  <a:pt x="3340" y="7310"/>
                </a:cubicBezTo>
                <a:cubicBezTo>
                  <a:pt x="3372" y="7845"/>
                  <a:pt x="3435" y="8255"/>
                  <a:pt x="3529" y="8727"/>
                </a:cubicBezTo>
                <a:cubicBezTo>
                  <a:pt x="3008" y="8861"/>
                  <a:pt x="2544" y="8927"/>
                  <a:pt x="2165" y="8927"/>
                </a:cubicBezTo>
                <a:cubicBezTo>
                  <a:pt x="1650" y="8927"/>
                  <a:pt x="1293" y="8806"/>
                  <a:pt x="1166" y="8570"/>
                </a:cubicBezTo>
                <a:cubicBezTo>
                  <a:pt x="851" y="8003"/>
                  <a:pt x="1733" y="6932"/>
                  <a:pt x="2237" y="6459"/>
                </a:cubicBezTo>
                <a:close/>
                <a:moveTo>
                  <a:pt x="9137" y="6459"/>
                </a:moveTo>
                <a:cubicBezTo>
                  <a:pt x="9610" y="6932"/>
                  <a:pt x="10523" y="8003"/>
                  <a:pt x="10177" y="8570"/>
                </a:cubicBezTo>
                <a:cubicBezTo>
                  <a:pt x="10032" y="8806"/>
                  <a:pt x="9678" y="8927"/>
                  <a:pt x="9169" y="8927"/>
                </a:cubicBezTo>
                <a:cubicBezTo>
                  <a:pt x="8794" y="8927"/>
                  <a:pt x="8335" y="8861"/>
                  <a:pt x="7814" y="8727"/>
                </a:cubicBezTo>
                <a:cubicBezTo>
                  <a:pt x="7940" y="8318"/>
                  <a:pt x="8003" y="7845"/>
                  <a:pt x="8034" y="7310"/>
                </a:cubicBezTo>
                <a:cubicBezTo>
                  <a:pt x="8444" y="7058"/>
                  <a:pt x="8822" y="6743"/>
                  <a:pt x="9137" y="6459"/>
                </a:cubicBezTo>
                <a:close/>
                <a:moveTo>
                  <a:pt x="5640" y="8696"/>
                </a:moveTo>
                <a:cubicBezTo>
                  <a:pt x="6081" y="8885"/>
                  <a:pt x="6554" y="9074"/>
                  <a:pt x="6995" y="9200"/>
                </a:cubicBezTo>
                <a:cubicBezTo>
                  <a:pt x="6680" y="10429"/>
                  <a:pt x="6176" y="11185"/>
                  <a:pt x="5672" y="11185"/>
                </a:cubicBezTo>
                <a:cubicBezTo>
                  <a:pt x="5609" y="11185"/>
                  <a:pt x="5482" y="11090"/>
                  <a:pt x="5356" y="11059"/>
                </a:cubicBezTo>
                <a:cubicBezTo>
                  <a:pt x="5482" y="10775"/>
                  <a:pt x="5451" y="10460"/>
                  <a:pt x="5293" y="10177"/>
                </a:cubicBezTo>
                <a:cubicBezTo>
                  <a:pt x="5136" y="9862"/>
                  <a:pt x="4821" y="9736"/>
                  <a:pt x="4474" y="9673"/>
                </a:cubicBezTo>
                <a:cubicBezTo>
                  <a:pt x="4411" y="9515"/>
                  <a:pt x="4348" y="9357"/>
                  <a:pt x="4317" y="9200"/>
                </a:cubicBezTo>
                <a:cubicBezTo>
                  <a:pt x="4726" y="9042"/>
                  <a:pt x="5167" y="8885"/>
                  <a:pt x="5640" y="8696"/>
                </a:cubicBezTo>
                <a:close/>
                <a:moveTo>
                  <a:pt x="5640" y="1"/>
                </a:moveTo>
                <a:cubicBezTo>
                  <a:pt x="4758" y="1"/>
                  <a:pt x="4065" y="1072"/>
                  <a:pt x="3655" y="2489"/>
                </a:cubicBezTo>
                <a:cubicBezTo>
                  <a:pt x="3498" y="2426"/>
                  <a:pt x="3340" y="2395"/>
                  <a:pt x="3214" y="2395"/>
                </a:cubicBezTo>
                <a:cubicBezTo>
                  <a:pt x="3183" y="1859"/>
                  <a:pt x="2742" y="1418"/>
                  <a:pt x="2174" y="1418"/>
                </a:cubicBezTo>
                <a:cubicBezTo>
                  <a:pt x="1607" y="1418"/>
                  <a:pt x="1166" y="1891"/>
                  <a:pt x="1166" y="2426"/>
                </a:cubicBezTo>
                <a:cubicBezTo>
                  <a:pt x="883" y="2552"/>
                  <a:pt x="694" y="2710"/>
                  <a:pt x="568" y="2962"/>
                </a:cubicBezTo>
                <a:cubicBezTo>
                  <a:pt x="32" y="3907"/>
                  <a:pt x="977" y="5104"/>
                  <a:pt x="1702" y="5892"/>
                </a:cubicBezTo>
                <a:cubicBezTo>
                  <a:pt x="946" y="6743"/>
                  <a:pt x="1" y="8003"/>
                  <a:pt x="568" y="8885"/>
                </a:cubicBezTo>
                <a:cubicBezTo>
                  <a:pt x="879" y="9433"/>
                  <a:pt x="1519" y="9600"/>
                  <a:pt x="2210" y="9600"/>
                </a:cubicBezTo>
                <a:cubicBezTo>
                  <a:pt x="2710" y="9600"/>
                  <a:pt x="3237" y="9513"/>
                  <a:pt x="3687" y="9420"/>
                </a:cubicBezTo>
                <a:cubicBezTo>
                  <a:pt x="3718" y="9578"/>
                  <a:pt x="3750" y="9673"/>
                  <a:pt x="3844" y="9830"/>
                </a:cubicBezTo>
                <a:cubicBezTo>
                  <a:pt x="3403" y="10145"/>
                  <a:pt x="3246" y="10744"/>
                  <a:pt x="3529" y="11216"/>
                </a:cubicBezTo>
                <a:cubicBezTo>
                  <a:pt x="3718" y="11531"/>
                  <a:pt x="4065" y="11720"/>
                  <a:pt x="4411" y="11720"/>
                </a:cubicBezTo>
                <a:cubicBezTo>
                  <a:pt x="4600" y="11720"/>
                  <a:pt x="4789" y="11689"/>
                  <a:pt x="4947" y="11563"/>
                </a:cubicBezTo>
                <a:cubicBezTo>
                  <a:pt x="5167" y="11720"/>
                  <a:pt x="5419" y="11846"/>
                  <a:pt x="5703" y="11846"/>
                </a:cubicBezTo>
                <a:cubicBezTo>
                  <a:pt x="6585" y="11846"/>
                  <a:pt x="7278" y="10775"/>
                  <a:pt x="7688" y="9357"/>
                </a:cubicBezTo>
                <a:cubicBezTo>
                  <a:pt x="8143" y="9478"/>
                  <a:pt x="8678" y="9576"/>
                  <a:pt x="9184" y="9576"/>
                </a:cubicBezTo>
                <a:cubicBezTo>
                  <a:pt x="9868" y="9576"/>
                  <a:pt x="10499" y="9397"/>
                  <a:pt x="10807" y="8853"/>
                </a:cubicBezTo>
                <a:cubicBezTo>
                  <a:pt x="11374" y="7908"/>
                  <a:pt x="10429" y="6680"/>
                  <a:pt x="9673" y="5892"/>
                </a:cubicBezTo>
                <a:cubicBezTo>
                  <a:pt x="9799" y="5797"/>
                  <a:pt x="9862" y="5671"/>
                  <a:pt x="9988" y="5545"/>
                </a:cubicBezTo>
                <a:cubicBezTo>
                  <a:pt x="10145" y="5640"/>
                  <a:pt x="10271" y="5671"/>
                  <a:pt x="10429" y="5671"/>
                </a:cubicBezTo>
                <a:cubicBezTo>
                  <a:pt x="10775" y="5671"/>
                  <a:pt x="11122" y="5482"/>
                  <a:pt x="11311" y="5167"/>
                </a:cubicBezTo>
                <a:cubicBezTo>
                  <a:pt x="11594" y="4632"/>
                  <a:pt x="11437" y="4002"/>
                  <a:pt x="10933" y="3750"/>
                </a:cubicBezTo>
                <a:cubicBezTo>
                  <a:pt x="10964" y="3466"/>
                  <a:pt x="10901" y="3183"/>
                  <a:pt x="10775" y="2962"/>
                </a:cubicBezTo>
                <a:cubicBezTo>
                  <a:pt x="10457" y="2432"/>
                  <a:pt x="9842" y="2259"/>
                  <a:pt x="9179" y="2259"/>
                </a:cubicBezTo>
                <a:cubicBezTo>
                  <a:pt x="8661" y="2259"/>
                  <a:pt x="8113" y="2365"/>
                  <a:pt x="7656" y="2489"/>
                </a:cubicBezTo>
                <a:cubicBezTo>
                  <a:pt x="7278" y="1072"/>
                  <a:pt x="6585" y="1"/>
                  <a:pt x="564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5791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5" name="Google Shape;1775;p41">
            <a:extLst xmlns:a="http://schemas.openxmlformats.org/drawingml/2006/main">
              <a:ext uri="{FF2B5EF4-FFF2-40B4-BE49-F238E27FC236}">
                <a16:creationId xmlns:a16="http://schemas.microsoft.com/office/drawing/2014/main" id="{4C0CCCEA-DCE8-432B-AD73-57187C677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7750" y="445025"/>
            <a:ext cx="7708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Assignment brief</a:t>
            </a:r>
            <a:endParaRPr/>
          </a:p>
        </p:txBody>
      </p:sp>
      <p:graphicFrame>
        <p:nvGraphicFramePr>
          <p:cNvPr id="1783" name="Google Shape;1776;p41"/>
          <p:cNvGraphicFramePr/>
          <p:nvPr/>
        </p:nvGraphicFramePr>
        <p:xfrm>
          <a:off xmlns:a="http://schemas.openxmlformats.org/drawingml/2006/main" x="935669" y="137605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{CE2B4E7F-DDDB-4641-A8C6-7E990AFC53F2}</a:tableStyleId>
              </a:tblPr>
              <a:tblGrid>
                <a:gridCol w="1123850"/>
                <a:gridCol w="1856100"/>
              </a:tblGrid>
              <a:tr h="475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Course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Foreign language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475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Unit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Health science seminar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79950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1"/>
                      </a:solidFill>
                      <a:prstDash val="solid"/>
                    </a:lnT>
                    <a:lnB w="1905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7488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Project title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Integrative health analysis presentation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1"/>
                      </a:solidFill>
                      <a:prstDash val="solid"/>
                    </a:lnT>
                    <a:lnB w="1905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475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Tutor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Dr. Tutor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1"/>
                      </a:solidFill>
                      <a:prstDash val="solid"/>
                    </a:lnT>
                    <a:lnB w="1905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475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Start date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19050" cmpd="sng">
                      <a:solidFill>
                        <a:schemeClr val="lt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MM/DD/YYYY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1"/>
                      </a:solidFill>
                      <a:prstDash val="solid"/>
                    </a:lnT>
                    <a:lnB w="1905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</a:tr>
              <a:tr h="475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Deadline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lt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</a:rPr>
                        <a:t>MM/DD/YYYY</a:t>
                      </a:r>
                      <a:endParaRPr sz="12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77" name="Google Shape;1777;p41">
            <a:extLst xmlns:a="http://schemas.openxmlformats.org/drawingml/2006/main">
              <a:ext uri="{FF2B5EF4-FFF2-40B4-BE49-F238E27FC236}">
                <a16:creationId xmlns:a16="http://schemas.microsoft.com/office/drawing/2014/main" id="{E49BA0ED-AF8F-4F13-B743-999B9D1C4353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3991825" y="1686322"/>
            <a:ext cx="4216500" cy="108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unit is designed to provide students with a comprehensive understanding of key concepts in health science, emphasizing the integration of theoretical knowledge with practical applications</a:t>
            </a:r>
            <a:endParaRPr/>
          </a:p>
        </p:txBody>
      </p:sp>
      <p:sp>
        <p:nvSpPr>
          <p:cNvPr id="1778" name="Google Shape;1778;p41">
            <a:extLst xmlns:a="http://schemas.openxmlformats.org/drawingml/2006/main">
              <a:ext uri="{FF2B5EF4-FFF2-40B4-BE49-F238E27FC236}">
                <a16:creationId xmlns:a16="http://schemas.microsoft.com/office/drawing/2014/main" id="{049D3B5A-D1E3-4332-91FC-408C27D51F58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3991825" y="1318250"/>
            <a:ext cx="4216500" cy="48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Montserrat SemiBold"/>
                <a:ea typeface="Montserrat SemiBold"/>
                <a:cs typeface="Montserrat SemiBold"/>
              </a:rPr>
              <a:t>Abstract of the unit</a:t>
            </a:r>
            <a:endParaRPr sz="1600"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79" name="Google Shape;1779;p41">
            <a:extLst xmlns:a="http://schemas.openxmlformats.org/drawingml/2006/main">
              <a:ext uri="{FF2B5EF4-FFF2-40B4-BE49-F238E27FC236}">
                <a16:creationId xmlns:a16="http://schemas.microsoft.com/office/drawing/2014/main" id="{80C4EF95-485A-439A-A5DE-69ACC65F2F3C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3991825" y="3453974"/>
            <a:ext cx="4216500" cy="108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assignment focuses on evaluating content knowledge, applying epidemiological methods, effectively using health science-related visual aids, and delivering engaging presentations</a:t>
            </a:r>
            <a:endParaRPr/>
          </a:p>
        </p:txBody>
      </p:sp>
      <p:sp>
        <p:nvSpPr>
          <p:cNvPr id="1780" name="Google Shape;1780;p41">
            <a:extLst xmlns:a="http://schemas.openxmlformats.org/drawingml/2006/main">
              <a:ext uri="{FF2B5EF4-FFF2-40B4-BE49-F238E27FC236}">
                <a16:creationId xmlns:a16="http://schemas.microsoft.com/office/drawing/2014/main" id="{31A94B73-E72E-4C62-A82E-6B953A3C38AF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3991825" y="3085902"/>
            <a:ext cx="4216500" cy="48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Montserrat SemiBold"/>
                <a:ea typeface="Montserrat SemiBold"/>
                <a:cs typeface="Montserrat SemiBold"/>
              </a:rPr>
              <a:t>Assignment brief</a:t>
            </a:r>
            <a:endParaRPr sz="1600">
              <a:latin typeface="Montserrat SemiBold"/>
              <a:ea typeface="Montserrat SemiBold"/>
              <a:cs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728451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9" name="Google Shape;1318;p33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1688dcc1d539415b">
            <a:alphaModFix/>
          </a:blip>
          <a:srcRect xmlns:a="http://schemas.openxmlformats.org/drawingml/2006/main" l="0" t="7748" r="0" b="7757"/>
          <a:stretch xmlns:a="http://schemas.openxmlformats.org/drawingml/2006/main"/>
        </p:blipFill>
        <p:spPr>
          <a:xfrm xmlns:a="http://schemas.openxmlformats.org/drawingml/2006/main">
            <a:off x="-25" y="-13725"/>
            <a:ext cx="9143997" cy="5157301"/>
          </a:xfrm>
          <a:prstGeom xmlns:a="http://schemas.openxmlformats.org/drawingml/2006/main" prst="rect">
            <a:avLst/>
          </a:prstGeom>
        </p:spPr>
      </p:pic>
      <p:sp>
        <p:nvSpPr>
          <p:cNvPr id="1319" name="Google Shape;1319;p33">
            <a:extLst xmlns:a="http://schemas.openxmlformats.org/drawingml/2006/main">
              <a:ext uri="{FF2B5EF4-FFF2-40B4-BE49-F238E27FC236}">
                <a16:creationId xmlns:a16="http://schemas.microsoft.com/office/drawing/2014/main" id="{E76C41B8-33C9-4242-BCE2-05F3861C4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6800" y="3928675"/>
            <a:ext cx="6290400" cy="67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Empowering minds, transforming lives—health studies pave the way to a brighter, healthier future</a:t>
            </a:r>
            <a:endParaRPr/>
          </a:p>
        </p:txBody>
      </p:sp>
      <p:sp>
        <p:nvSpPr>
          <p:cNvPr id="1321" name="Google Shape;1321;p33">
            <a:extLst xmlns:a="http://schemas.openxmlformats.org/drawingml/2006/main">
              <a:ext uri="{FF2B5EF4-FFF2-40B4-BE49-F238E27FC236}">
                <a16:creationId xmlns:a16="http://schemas.microsoft.com/office/drawing/2014/main" id="{D107D03B-507A-4030-A360-98B0A630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 flipV="0">
            <a:off x="7392438" y="5006863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3">
            <a:extLst xmlns:a="http://schemas.openxmlformats.org/drawingml/2006/main">
              <a:ext uri="{FF2B5EF4-FFF2-40B4-BE49-F238E27FC236}">
                <a16:creationId xmlns:a16="http://schemas.microsoft.com/office/drawing/2014/main" id="{57CB0DF8-28B4-4290-9C1E-8D84FEBE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7216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3">
            <a:extLst xmlns:a="http://schemas.openxmlformats.org/drawingml/2006/main">
              <a:ext uri="{FF2B5EF4-FFF2-40B4-BE49-F238E27FC236}">
                <a16:creationId xmlns:a16="http://schemas.microsoft.com/office/drawing/2014/main" id="{43395A91-30A8-4684-8AE6-E2B5DDAB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4298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3">
            <a:extLst xmlns:a="http://schemas.openxmlformats.org/drawingml/2006/main">
              <a:ext uri="{FF2B5EF4-FFF2-40B4-BE49-F238E27FC236}">
                <a16:creationId xmlns:a16="http://schemas.microsoft.com/office/drawing/2014/main" id="{2973E7FF-1F36-4977-AD11-99473DA5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1380" y="419277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3">
            <a:extLst xmlns:a="http://schemas.openxmlformats.org/drawingml/2006/main">
              <a:ext uri="{FF2B5EF4-FFF2-40B4-BE49-F238E27FC236}">
                <a16:creationId xmlns:a16="http://schemas.microsoft.com/office/drawing/2014/main" id="{69E2F305-18A6-4CB0-B157-CA475DD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8421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3">
            <a:extLst xmlns:a="http://schemas.openxmlformats.org/drawingml/2006/main">
              <a:ext uri="{FF2B5EF4-FFF2-40B4-BE49-F238E27FC236}">
                <a16:creationId xmlns:a16="http://schemas.microsoft.com/office/drawing/2014/main" id="{145C3C71-0434-4028-8B5D-601C0A3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503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3">
            <a:extLst xmlns:a="http://schemas.openxmlformats.org/drawingml/2006/main">
              <a:ext uri="{FF2B5EF4-FFF2-40B4-BE49-F238E27FC236}">
                <a16:creationId xmlns:a16="http://schemas.microsoft.com/office/drawing/2014/main" id="{BE9F011C-9CC9-40DD-950E-7A5F1D12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2587" y="4192778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3">
            <a:extLst xmlns:a="http://schemas.openxmlformats.org/drawingml/2006/main">
              <a:ext uri="{FF2B5EF4-FFF2-40B4-BE49-F238E27FC236}">
                <a16:creationId xmlns:a16="http://schemas.microsoft.com/office/drawing/2014/main" id="{5902EDF5-ECD4-4348-86A1-056C3800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9628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3">
            <a:extLst xmlns:a="http://schemas.openxmlformats.org/drawingml/2006/main">
              <a:ext uri="{FF2B5EF4-FFF2-40B4-BE49-F238E27FC236}">
                <a16:creationId xmlns:a16="http://schemas.microsoft.com/office/drawing/2014/main" id="{BAF4541B-0882-4CF3-9207-30FB450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6710" y="4192778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3">
            <a:extLst xmlns:a="http://schemas.openxmlformats.org/drawingml/2006/main">
              <a:ext uri="{FF2B5EF4-FFF2-40B4-BE49-F238E27FC236}">
                <a16:creationId xmlns:a16="http://schemas.microsoft.com/office/drawing/2014/main" id="{8F0C5959-EAD0-41EE-B9A0-EAB4FC1E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7216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33">
            <a:extLst xmlns:a="http://schemas.openxmlformats.org/drawingml/2006/main">
              <a:ext uri="{FF2B5EF4-FFF2-40B4-BE49-F238E27FC236}">
                <a16:creationId xmlns:a16="http://schemas.microsoft.com/office/drawing/2014/main" id="{EB156C5F-75D2-4667-9FCD-43C0AF3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4298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3">
            <a:extLst xmlns:a="http://schemas.openxmlformats.org/drawingml/2006/main">
              <a:ext uri="{FF2B5EF4-FFF2-40B4-BE49-F238E27FC236}">
                <a16:creationId xmlns:a16="http://schemas.microsoft.com/office/drawing/2014/main" id="{02695E45-9737-450C-91B8-C9558457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1380" y="437807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33">
            <a:extLst xmlns:a="http://schemas.openxmlformats.org/drawingml/2006/main">
              <a:ext uri="{FF2B5EF4-FFF2-40B4-BE49-F238E27FC236}">
                <a16:creationId xmlns:a16="http://schemas.microsoft.com/office/drawing/2014/main" id="{2AB37C8F-4E7B-4E7C-8069-B025A40F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8421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3">
            <a:extLst xmlns:a="http://schemas.openxmlformats.org/drawingml/2006/main">
              <a:ext uri="{FF2B5EF4-FFF2-40B4-BE49-F238E27FC236}">
                <a16:creationId xmlns:a16="http://schemas.microsoft.com/office/drawing/2014/main" id="{A7A048DF-ADA1-480F-96AC-CB15497A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503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3">
            <a:extLst xmlns:a="http://schemas.openxmlformats.org/drawingml/2006/main">
              <a:ext uri="{FF2B5EF4-FFF2-40B4-BE49-F238E27FC236}">
                <a16:creationId xmlns:a16="http://schemas.microsoft.com/office/drawing/2014/main" id="{60B047C1-1889-491D-9807-83E3A400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2587" y="4378074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3">
            <a:extLst xmlns:a="http://schemas.openxmlformats.org/drawingml/2006/main">
              <a:ext uri="{FF2B5EF4-FFF2-40B4-BE49-F238E27FC236}">
                <a16:creationId xmlns:a16="http://schemas.microsoft.com/office/drawing/2014/main" id="{0806FC9C-248F-4FAC-A7FE-B02D7AB7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9628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3">
            <a:extLst xmlns:a="http://schemas.openxmlformats.org/drawingml/2006/main">
              <a:ext uri="{FF2B5EF4-FFF2-40B4-BE49-F238E27FC236}">
                <a16:creationId xmlns:a16="http://schemas.microsoft.com/office/drawing/2014/main" id="{1DF34538-84B4-4F2A-BF00-4E21C551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6710" y="4378074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3">
            <a:extLst xmlns:a="http://schemas.openxmlformats.org/drawingml/2006/main">
              <a:ext uri="{FF2B5EF4-FFF2-40B4-BE49-F238E27FC236}">
                <a16:creationId xmlns:a16="http://schemas.microsoft.com/office/drawing/2014/main" id="{51CE9468-4E80-4E45-988B-44D1F415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7216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3">
            <a:extLst xmlns:a="http://schemas.openxmlformats.org/drawingml/2006/main">
              <a:ext uri="{FF2B5EF4-FFF2-40B4-BE49-F238E27FC236}">
                <a16:creationId xmlns:a16="http://schemas.microsoft.com/office/drawing/2014/main" id="{474A5FD4-E492-40F2-95D8-5D1C13F7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4298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3">
            <a:extLst xmlns:a="http://schemas.openxmlformats.org/drawingml/2006/main">
              <a:ext uri="{FF2B5EF4-FFF2-40B4-BE49-F238E27FC236}">
                <a16:creationId xmlns:a16="http://schemas.microsoft.com/office/drawing/2014/main" id="{A7C4CC01-5320-4B51-BAE1-0689509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1380" y="456485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3">
            <a:extLst xmlns:a="http://schemas.openxmlformats.org/drawingml/2006/main">
              <a:ext uri="{FF2B5EF4-FFF2-40B4-BE49-F238E27FC236}">
                <a16:creationId xmlns:a16="http://schemas.microsoft.com/office/drawing/2014/main" id="{969CEABD-B29A-41DB-B17B-BE1572B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8421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3">
            <a:extLst xmlns:a="http://schemas.openxmlformats.org/drawingml/2006/main">
              <a:ext uri="{FF2B5EF4-FFF2-40B4-BE49-F238E27FC236}">
                <a16:creationId xmlns:a16="http://schemas.microsoft.com/office/drawing/2014/main" id="{F327A6F5-0100-4F81-B264-858F374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503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3">
            <a:extLst xmlns:a="http://schemas.openxmlformats.org/drawingml/2006/main">
              <a:ext uri="{FF2B5EF4-FFF2-40B4-BE49-F238E27FC236}">
                <a16:creationId xmlns:a16="http://schemas.microsoft.com/office/drawing/2014/main" id="{424D11E0-DBC3-4B12-971B-0E3101F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2587" y="4564855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3">
            <a:extLst xmlns:a="http://schemas.openxmlformats.org/drawingml/2006/main">
              <a:ext uri="{FF2B5EF4-FFF2-40B4-BE49-F238E27FC236}">
                <a16:creationId xmlns:a16="http://schemas.microsoft.com/office/drawing/2014/main" id="{AF996456-08C0-412A-8AD8-386B0E95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9628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3">
            <a:extLst xmlns:a="http://schemas.openxmlformats.org/drawingml/2006/main">
              <a:ext uri="{FF2B5EF4-FFF2-40B4-BE49-F238E27FC236}">
                <a16:creationId xmlns:a16="http://schemas.microsoft.com/office/drawing/2014/main" id="{AAAF0D04-68BA-4E9B-8A20-A8E84B05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6710" y="4564855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3">
            <a:extLst xmlns:a="http://schemas.openxmlformats.org/drawingml/2006/main">
              <a:ext uri="{FF2B5EF4-FFF2-40B4-BE49-F238E27FC236}">
                <a16:creationId xmlns:a16="http://schemas.microsoft.com/office/drawing/2014/main" id="{098CF868-C4AB-48EF-807B-362FAC4F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7216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33">
            <a:extLst xmlns:a="http://schemas.openxmlformats.org/drawingml/2006/main">
              <a:ext uri="{FF2B5EF4-FFF2-40B4-BE49-F238E27FC236}">
                <a16:creationId xmlns:a16="http://schemas.microsoft.com/office/drawing/2014/main" id="{91CC01AB-5958-479B-BCCA-DC648E3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4298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3">
            <a:extLst xmlns:a="http://schemas.openxmlformats.org/drawingml/2006/main">
              <a:ext uri="{FF2B5EF4-FFF2-40B4-BE49-F238E27FC236}">
                <a16:creationId xmlns:a16="http://schemas.microsoft.com/office/drawing/2014/main" id="{9B4DC5F2-E38D-4291-BF48-007DA155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1380" y="475159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3">
            <a:extLst xmlns:a="http://schemas.openxmlformats.org/drawingml/2006/main">
              <a:ext uri="{FF2B5EF4-FFF2-40B4-BE49-F238E27FC236}">
                <a16:creationId xmlns:a16="http://schemas.microsoft.com/office/drawing/2014/main" id="{FEE8981A-C0A4-4F36-8D91-5508B71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8421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3">
            <a:extLst xmlns:a="http://schemas.openxmlformats.org/drawingml/2006/main">
              <a:ext uri="{FF2B5EF4-FFF2-40B4-BE49-F238E27FC236}">
                <a16:creationId xmlns:a16="http://schemas.microsoft.com/office/drawing/2014/main" id="{55ACCF1B-B60C-4D02-ACD2-03CF7106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503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3">
            <a:extLst xmlns:a="http://schemas.openxmlformats.org/drawingml/2006/main">
              <a:ext uri="{FF2B5EF4-FFF2-40B4-BE49-F238E27FC236}">
                <a16:creationId xmlns:a16="http://schemas.microsoft.com/office/drawing/2014/main" id="{752BE41E-A322-44FF-8603-E82B475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2587" y="4751598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3">
            <a:extLst xmlns:a="http://schemas.openxmlformats.org/drawingml/2006/main">
              <a:ext uri="{FF2B5EF4-FFF2-40B4-BE49-F238E27FC236}">
                <a16:creationId xmlns:a16="http://schemas.microsoft.com/office/drawing/2014/main" id="{FB329F01-1612-4EBC-B9E6-98E7EAE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9628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3">
            <a:extLst xmlns:a="http://schemas.openxmlformats.org/drawingml/2006/main">
              <a:ext uri="{FF2B5EF4-FFF2-40B4-BE49-F238E27FC236}">
                <a16:creationId xmlns:a16="http://schemas.microsoft.com/office/drawing/2014/main" id="{66B3BE91-7B1E-4349-842E-3352D30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6710" y="4751598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3">
            <a:extLst xmlns:a="http://schemas.openxmlformats.org/drawingml/2006/main">
              <a:ext uri="{FF2B5EF4-FFF2-40B4-BE49-F238E27FC236}">
                <a16:creationId xmlns:a16="http://schemas.microsoft.com/office/drawing/2014/main" id="{D286B6F2-0912-4C32-89AF-1D5DA341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488" y="3308475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3">
            <a:extLst xmlns:a="http://schemas.openxmlformats.org/drawingml/2006/main">
              <a:ext uri="{FF2B5EF4-FFF2-40B4-BE49-F238E27FC236}">
                <a16:creationId xmlns:a16="http://schemas.microsoft.com/office/drawing/2014/main" id="{E17312EA-2704-4303-A92B-6E519EC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2363" y="3433950"/>
            <a:ext cx="288325" cy="249175"/>
          </a:xfrm>
          <a:custGeom xmlns:a="http://schemas.openxmlformats.org/drawingml/2006/main">
            <a:rect l="l" t="t" r="r" b="b"/>
            <a:pathLst>
              <a:path w="11533" h="9967">
                <a:moveTo>
                  <a:pt x="2812" y="0"/>
                </a:moveTo>
                <a:lnTo>
                  <a:pt x="2421" y="36"/>
                </a:lnTo>
                <a:lnTo>
                  <a:pt x="2029" y="143"/>
                </a:lnTo>
                <a:lnTo>
                  <a:pt x="1638" y="321"/>
                </a:lnTo>
                <a:lnTo>
                  <a:pt x="1317" y="499"/>
                </a:lnTo>
                <a:lnTo>
                  <a:pt x="1033" y="748"/>
                </a:lnTo>
                <a:lnTo>
                  <a:pt x="748" y="1032"/>
                </a:lnTo>
                <a:lnTo>
                  <a:pt x="534" y="1353"/>
                </a:lnTo>
                <a:lnTo>
                  <a:pt x="321" y="1709"/>
                </a:lnTo>
                <a:lnTo>
                  <a:pt x="178" y="2100"/>
                </a:lnTo>
                <a:lnTo>
                  <a:pt x="72" y="2492"/>
                </a:lnTo>
                <a:lnTo>
                  <a:pt x="0" y="2919"/>
                </a:lnTo>
                <a:lnTo>
                  <a:pt x="0" y="3382"/>
                </a:lnTo>
                <a:lnTo>
                  <a:pt x="0" y="3844"/>
                </a:lnTo>
                <a:lnTo>
                  <a:pt x="107" y="4343"/>
                </a:lnTo>
                <a:lnTo>
                  <a:pt x="214" y="4841"/>
                </a:lnTo>
                <a:lnTo>
                  <a:pt x="428" y="5339"/>
                </a:lnTo>
                <a:lnTo>
                  <a:pt x="677" y="5838"/>
                </a:lnTo>
                <a:lnTo>
                  <a:pt x="962" y="6336"/>
                </a:lnTo>
                <a:lnTo>
                  <a:pt x="1317" y="6834"/>
                </a:lnTo>
                <a:lnTo>
                  <a:pt x="1745" y="7333"/>
                </a:lnTo>
                <a:lnTo>
                  <a:pt x="2243" y="7831"/>
                </a:lnTo>
                <a:lnTo>
                  <a:pt x="2812" y="8294"/>
                </a:lnTo>
                <a:lnTo>
                  <a:pt x="3453" y="8721"/>
                </a:lnTo>
                <a:lnTo>
                  <a:pt x="4129" y="9183"/>
                </a:lnTo>
                <a:lnTo>
                  <a:pt x="4912" y="9575"/>
                </a:lnTo>
                <a:lnTo>
                  <a:pt x="5767" y="9967"/>
                </a:lnTo>
                <a:lnTo>
                  <a:pt x="6621" y="9575"/>
                </a:lnTo>
                <a:lnTo>
                  <a:pt x="7368" y="9183"/>
                </a:lnTo>
                <a:lnTo>
                  <a:pt x="8080" y="8721"/>
                </a:lnTo>
                <a:lnTo>
                  <a:pt x="8721" y="8294"/>
                </a:lnTo>
                <a:lnTo>
                  <a:pt x="9255" y="7831"/>
                </a:lnTo>
                <a:lnTo>
                  <a:pt x="9753" y="7333"/>
                </a:lnTo>
                <a:lnTo>
                  <a:pt x="10180" y="6834"/>
                </a:lnTo>
                <a:lnTo>
                  <a:pt x="10536" y="6336"/>
                </a:lnTo>
                <a:lnTo>
                  <a:pt x="10857" y="5838"/>
                </a:lnTo>
                <a:lnTo>
                  <a:pt x="11106" y="5339"/>
                </a:lnTo>
                <a:lnTo>
                  <a:pt x="11284" y="4841"/>
                </a:lnTo>
                <a:lnTo>
                  <a:pt x="11426" y="4343"/>
                </a:lnTo>
                <a:lnTo>
                  <a:pt x="11497" y="3844"/>
                </a:lnTo>
                <a:lnTo>
                  <a:pt x="11533" y="3382"/>
                </a:lnTo>
                <a:lnTo>
                  <a:pt x="11497" y="2919"/>
                </a:lnTo>
                <a:lnTo>
                  <a:pt x="11462" y="2492"/>
                </a:lnTo>
                <a:lnTo>
                  <a:pt x="11319" y="2100"/>
                </a:lnTo>
                <a:lnTo>
                  <a:pt x="11177" y="1709"/>
                </a:lnTo>
                <a:lnTo>
                  <a:pt x="10999" y="1353"/>
                </a:lnTo>
                <a:lnTo>
                  <a:pt x="10750" y="1032"/>
                </a:lnTo>
                <a:lnTo>
                  <a:pt x="10501" y="748"/>
                </a:lnTo>
                <a:lnTo>
                  <a:pt x="10180" y="499"/>
                </a:lnTo>
                <a:lnTo>
                  <a:pt x="9860" y="321"/>
                </a:lnTo>
                <a:lnTo>
                  <a:pt x="9504" y="143"/>
                </a:lnTo>
                <a:lnTo>
                  <a:pt x="9113" y="36"/>
                </a:lnTo>
                <a:lnTo>
                  <a:pt x="8685" y="0"/>
                </a:lnTo>
                <a:lnTo>
                  <a:pt x="8258" y="36"/>
                </a:lnTo>
                <a:lnTo>
                  <a:pt x="7796" y="107"/>
                </a:lnTo>
                <a:lnTo>
                  <a:pt x="7297" y="214"/>
                </a:lnTo>
                <a:lnTo>
                  <a:pt x="6799" y="427"/>
                </a:lnTo>
                <a:lnTo>
                  <a:pt x="6301" y="712"/>
                </a:lnTo>
                <a:lnTo>
                  <a:pt x="5767" y="1068"/>
                </a:lnTo>
                <a:lnTo>
                  <a:pt x="5233" y="712"/>
                </a:lnTo>
                <a:lnTo>
                  <a:pt x="4699" y="427"/>
                </a:lnTo>
                <a:lnTo>
                  <a:pt x="4201" y="214"/>
                </a:lnTo>
                <a:lnTo>
                  <a:pt x="3738" y="107"/>
                </a:lnTo>
                <a:lnTo>
                  <a:pt x="3275" y="36"/>
                </a:lnTo>
                <a:lnTo>
                  <a:pt x="2812" y="0"/>
                </a:ln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3">
            <a:extLst xmlns:a="http://schemas.openxmlformats.org/drawingml/2006/main">
              <a:ext uri="{FF2B5EF4-FFF2-40B4-BE49-F238E27FC236}">
                <a16:creationId xmlns:a16="http://schemas.microsoft.com/office/drawing/2014/main" id="{42988AA2-4133-434B-9BF9-55E2662A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3951" y="4789898"/>
            <a:ext cx="209954" cy="209954"/>
          </a:xfrm>
          <a:custGeom xmlns:a="http://schemas.openxmlformats.org/drawingml/2006/main">
            <a:rect l="l" t="t" r="r" b="b"/>
            <a:pathLst>
              <a:path w="4237" h="4237">
                <a:moveTo>
                  <a:pt x="2599" y="285"/>
                </a:moveTo>
                <a:lnTo>
                  <a:pt x="2599" y="1496"/>
                </a:lnTo>
                <a:lnTo>
                  <a:pt x="2599" y="1531"/>
                </a:lnTo>
                <a:lnTo>
                  <a:pt x="2635" y="1602"/>
                </a:lnTo>
                <a:lnTo>
                  <a:pt x="2670" y="1602"/>
                </a:lnTo>
                <a:lnTo>
                  <a:pt x="2741" y="1638"/>
                </a:lnTo>
                <a:lnTo>
                  <a:pt x="3952" y="1638"/>
                </a:lnTo>
                <a:lnTo>
                  <a:pt x="3952" y="2599"/>
                </a:lnTo>
                <a:lnTo>
                  <a:pt x="2670" y="2599"/>
                </a:lnTo>
                <a:lnTo>
                  <a:pt x="2635" y="2635"/>
                </a:lnTo>
                <a:lnTo>
                  <a:pt x="2599" y="2670"/>
                </a:lnTo>
                <a:lnTo>
                  <a:pt x="2599" y="2741"/>
                </a:lnTo>
                <a:lnTo>
                  <a:pt x="2599" y="3952"/>
                </a:lnTo>
                <a:lnTo>
                  <a:pt x="1638" y="3952"/>
                </a:lnTo>
                <a:lnTo>
                  <a:pt x="1638" y="2741"/>
                </a:lnTo>
                <a:lnTo>
                  <a:pt x="1602" y="2670"/>
                </a:lnTo>
                <a:lnTo>
                  <a:pt x="1602" y="2635"/>
                </a:lnTo>
                <a:lnTo>
                  <a:pt x="1531" y="2599"/>
                </a:lnTo>
                <a:lnTo>
                  <a:pt x="285" y="2599"/>
                </a:lnTo>
                <a:lnTo>
                  <a:pt x="285" y="1638"/>
                </a:lnTo>
                <a:lnTo>
                  <a:pt x="1496" y="1638"/>
                </a:lnTo>
                <a:lnTo>
                  <a:pt x="1531" y="1602"/>
                </a:lnTo>
                <a:lnTo>
                  <a:pt x="1602" y="1602"/>
                </a:lnTo>
                <a:lnTo>
                  <a:pt x="1602" y="1531"/>
                </a:lnTo>
                <a:lnTo>
                  <a:pt x="1638" y="1496"/>
                </a:lnTo>
                <a:lnTo>
                  <a:pt x="1638" y="285"/>
                </a:lnTo>
                <a:close/>
                <a:moveTo>
                  <a:pt x="1425" y="1"/>
                </a:moveTo>
                <a:lnTo>
                  <a:pt x="1389" y="36"/>
                </a:lnTo>
                <a:lnTo>
                  <a:pt x="1353" y="72"/>
                </a:lnTo>
                <a:lnTo>
                  <a:pt x="1353" y="143"/>
                </a:lnTo>
                <a:lnTo>
                  <a:pt x="1353" y="1353"/>
                </a:lnTo>
                <a:lnTo>
                  <a:pt x="72" y="1353"/>
                </a:lnTo>
                <a:lnTo>
                  <a:pt x="36" y="1389"/>
                </a:lnTo>
                <a:lnTo>
                  <a:pt x="1" y="1424"/>
                </a:lnTo>
                <a:lnTo>
                  <a:pt x="1" y="1496"/>
                </a:lnTo>
                <a:lnTo>
                  <a:pt x="1" y="2741"/>
                </a:lnTo>
                <a:lnTo>
                  <a:pt x="1" y="2777"/>
                </a:lnTo>
                <a:lnTo>
                  <a:pt x="36" y="2848"/>
                </a:lnTo>
                <a:lnTo>
                  <a:pt x="72" y="2884"/>
                </a:lnTo>
                <a:lnTo>
                  <a:pt x="1353" y="2884"/>
                </a:lnTo>
                <a:lnTo>
                  <a:pt x="1353" y="4094"/>
                </a:lnTo>
                <a:lnTo>
                  <a:pt x="1353" y="4129"/>
                </a:lnTo>
                <a:lnTo>
                  <a:pt x="1389" y="4201"/>
                </a:lnTo>
                <a:lnTo>
                  <a:pt x="1425" y="4201"/>
                </a:lnTo>
                <a:lnTo>
                  <a:pt x="1496" y="4236"/>
                </a:lnTo>
                <a:lnTo>
                  <a:pt x="2741" y="4236"/>
                </a:lnTo>
                <a:lnTo>
                  <a:pt x="2777" y="4201"/>
                </a:lnTo>
                <a:lnTo>
                  <a:pt x="2848" y="4201"/>
                </a:lnTo>
                <a:lnTo>
                  <a:pt x="2884" y="4129"/>
                </a:lnTo>
                <a:lnTo>
                  <a:pt x="2884" y="4094"/>
                </a:lnTo>
                <a:lnTo>
                  <a:pt x="2884" y="2884"/>
                </a:lnTo>
                <a:lnTo>
                  <a:pt x="4130" y="2884"/>
                </a:lnTo>
                <a:lnTo>
                  <a:pt x="4201" y="2848"/>
                </a:lnTo>
                <a:lnTo>
                  <a:pt x="4201" y="2777"/>
                </a:lnTo>
                <a:lnTo>
                  <a:pt x="4236" y="2741"/>
                </a:lnTo>
                <a:lnTo>
                  <a:pt x="4236" y="1496"/>
                </a:lnTo>
                <a:lnTo>
                  <a:pt x="4201" y="1424"/>
                </a:lnTo>
                <a:lnTo>
                  <a:pt x="4201" y="1389"/>
                </a:lnTo>
                <a:lnTo>
                  <a:pt x="4130" y="1353"/>
                </a:lnTo>
                <a:lnTo>
                  <a:pt x="2884" y="1353"/>
                </a:lnTo>
                <a:lnTo>
                  <a:pt x="2884" y="143"/>
                </a:lnTo>
                <a:lnTo>
                  <a:pt x="2884" y="72"/>
                </a:lnTo>
                <a:lnTo>
                  <a:pt x="2848" y="36"/>
                </a:lnTo>
                <a:lnTo>
                  <a:pt x="277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3">
            <a:extLst xmlns:a="http://schemas.openxmlformats.org/drawingml/2006/main">
              <a:ext uri="{FF2B5EF4-FFF2-40B4-BE49-F238E27FC236}">
                <a16:creationId xmlns:a16="http://schemas.microsoft.com/office/drawing/2014/main" id="{DF3698E5-8D3D-4334-BACC-ECDAB36F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-2044687" y="-1717787"/>
            <a:ext cx="3566124" cy="1416288"/>
          </a:xfrm>
          <a:custGeom xmlns:a="http://schemas.openxmlformats.org/drawingml/2006/main">
            <a:rect l="l" t="t" r="r" b="b"/>
            <a:pathLst>
              <a:path w="147254" h="58482">
                <a:moveTo>
                  <a:pt x="29864" y="1"/>
                </a:moveTo>
                <a:lnTo>
                  <a:pt x="28334" y="36"/>
                </a:lnTo>
                <a:lnTo>
                  <a:pt x="26803" y="143"/>
                </a:lnTo>
                <a:lnTo>
                  <a:pt x="25308" y="357"/>
                </a:lnTo>
                <a:lnTo>
                  <a:pt x="23849" y="606"/>
                </a:lnTo>
                <a:lnTo>
                  <a:pt x="22390" y="926"/>
                </a:lnTo>
                <a:lnTo>
                  <a:pt x="20966" y="1353"/>
                </a:lnTo>
                <a:lnTo>
                  <a:pt x="19578" y="1816"/>
                </a:lnTo>
                <a:lnTo>
                  <a:pt x="18225" y="2350"/>
                </a:lnTo>
                <a:lnTo>
                  <a:pt x="16908" y="2955"/>
                </a:lnTo>
                <a:lnTo>
                  <a:pt x="15627" y="3596"/>
                </a:lnTo>
                <a:lnTo>
                  <a:pt x="14381" y="4343"/>
                </a:lnTo>
                <a:lnTo>
                  <a:pt x="13171" y="5091"/>
                </a:lnTo>
                <a:lnTo>
                  <a:pt x="11996" y="5945"/>
                </a:lnTo>
                <a:lnTo>
                  <a:pt x="10857" y="6835"/>
                </a:lnTo>
                <a:lnTo>
                  <a:pt x="9789" y="7760"/>
                </a:lnTo>
                <a:lnTo>
                  <a:pt x="8721" y="8757"/>
                </a:lnTo>
                <a:lnTo>
                  <a:pt x="7760" y="9789"/>
                </a:lnTo>
                <a:lnTo>
                  <a:pt x="6799" y="10857"/>
                </a:lnTo>
                <a:lnTo>
                  <a:pt x="5910" y="11996"/>
                </a:lnTo>
                <a:lnTo>
                  <a:pt x="5091" y="13171"/>
                </a:lnTo>
                <a:lnTo>
                  <a:pt x="4308" y="14381"/>
                </a:lnTo>
                <a:lnTo>
                  <a:pt x="3596" y="15627"/>
                </a:lnTo>
                <a:lnTo>
                  <a:pt x="2920" y="16908"/>
                </a:lnTo>
                <a:lnTo>
                  <a:pt x="2350" y="18261"/>
                </a:lnTo>
                <a:lnTo>
                  <a:pt x="1816" y="19613"/>
                </a:lnTo>
                <a:lnTo>
                  <a:pt x="1318" y="21001"/>
                </a:lnTo>
                <a:lnTo>
                  <a:pt x="926" y="22390"/>
                </a:lnTo>
                <a:lnTo>
                  <a:pt x="606" y="23849"/>
                </a:lnTo>
                <a:lnTo>
                  <a:pt x="321" y="25308"/>
                </a:lnTo>
                <a:lnTo>
                  <a:pt x="143" y="26803"/>
                </a:lnTo>
                <a:lnTo>
                  <a:pt x="37" y="28334"/>
                </a:lnTo>
                <a:lnTo>
                  <a:pt x="1" y="29864"/>
                </a:lnTo>
                <a:lnTo>
                  <a:pt x="1" y="58482"/>
                </a:lnTo>
                <a:lnTo>
                  <a:pt x="147254" y="58482"/>
                </a:lnTo>
                <a:lnTo>
                  <a:pt x="14725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3">
            <a:extLst xmlns:a="http://schemas.openxmlformats.org/drawingml/2006/main">
              <a:ext uri="{FF2B5EF4-FFF2-40B4-BE49-F238E27FC236}">
                <a16:creationId xmlns:a16="http://schemas.microsoft.com/office/drawing/2014/main" id="{B03E1356-020B-4CA0-B3DC-BFA51663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92422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4" y="1"/>
                </a:moveTo>
                <a:lnTo>
                  <a:pt x="286" y="37"/>
                </a:lnTo>
                <a:lnTo>
                  <a:pt x="143" y="108"/>
                </a:lnTo>
                <a:lnTo>
                  <a:pt x="37" y="250"/>
                </a:lnTo>
                <a:lnTo>
                  <a:pt x="1" y="428"/>
                </a:lnTo>
                <a:lnTo>
                  <a:pt x="37" y="606"/>
                </a:lnTo>
                <a:lnTo>
                  <a:pt x="143" y="748"/>
                </a:lnTo>
                <a:lnTo>
                  <a:pt x="286" y="855"/>
                </a:lnTo>
                <a:lnTo>
                  <a:pt x="464" y="891"/>
                </a:lnTo>
                <a:lnTo>
                  <a:pt x="642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2" y="37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3">
            <a:extLst xmlns:a="http://schemas.openxmlformats.org/drawingml/2006/main">
              <a:ext uri="{FF2B5EF4-FFF2-40B4-BE49-F238E27FC236}">
                <a16:creationId xmlns:a16="http://schemas.microsoft.com/office/drawing/2014/main" id="{4EE8CCF2-CFEC-403D-9E4D-E8C1ED80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340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3">
            <a:extLst xmlns:a="http://schemas.openxmlformats.org/drawingml/2006/main">
              <a:ext uri="{FF2B5EF4-FFF2-40B4-BE49-F238E27FC236}">
                <a16:creationId xmlns:a16="http://schemas.microsoft.com/office/drawing/2014/main" id="{5EF38868-E1CE-4D7B-B87B-F51128E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8258" y="-184260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3">
            <a:extLst xmlns:a="http://schemas.openxmlformats.org/drawingml/2006/main">
              <a:ext uri="{FF2B5EF4-FFF2-40B4-BE49-F238E27FC236}">
                <a16:creationId xmlns:a16="http://schemas.microsoft.com/office/drawing/2014/main" id="{00A1BD9D-D55D-4890-BAB0-2E8BA649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1217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6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6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1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3">
            <a:extLst xmlns:a="http://schemas.openxmlformats.org/drawingml/2006/main">
              <a:ext uri="{FF2B5EF4-FFF2-40B4-BE49-F238E27FC236}">
                <a16:creationId xmlns:a16="http://schemas.microsoft.com/office/drawing/2014/main" id="{B56A9A4C-FCAA-4EF2-A6D8-E724955B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135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33">
            <a:extLst xmlns:a="http://schemas.openxmlformats.org/drawingml/2006/main">
              <a:ext uri="{FF2B5EF4-FFF2-40B4-BE49-F238E27FC236}">
                <a16:creationId xmlns:a16="http://schemas.microsoft.com/office/drawing/2014/main" id="{458228CF-A999-401E-9B46-D65F7297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49" y="-184260"/>
            <a:ext cx="36772" cy="36812"/>
          </a:xfrm>
          <a:custGeom xmlns:a="http://schemas.openxmlformats.org/drawingml/2006/main">
            <a:rect l="l" t="t" r="r" b="b"/>
            <a:pathLst>
              <a:path w="890" h="891">
                <a:moveTo>
                  <a:pt x="463" y="1"/>
                </a:moveTo>
                <a:lnTo>
                  <a:pt x="285" y="37"/>
                </a:lnTo>
                <a:lnTo>
                  <a:pt x="142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2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4" y="606"/>
                </a:lnTo>
                <a:lnTo>
                  <a:pt x="890" y="428"/>
                </a:lnTo>
                <a:lnTo>
                  <a:pt x="854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3">
            <a:extLst xmlns:a="http://schemas.openxmlformats.org/drawingml/2006/main">
              <a:ext uri="{FF2B5EF4-FFF2-40B4-BE49-F238E27FC236}">
                <a16:creationId xmlns:a16="http://schemas.microsoft.com/office/drawing/2014/main" id="{C0BFDEB5-7C35-43CF-8EBB-81438E7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990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1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4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4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3">
            <a:extLst xmlns:a="http://schemas.openxmlformats.org/drawingml/2006/main">
              <a:ext uri="{FF2B5EF4-FFF2-40B4-BE49-F238E27FC236}">
                <a16:creationId xmlns:a16="http://schemas.microsoft.com/office/drawing/2014/main" id="{7C7F879D-3F97-449C-AF21-15557D9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72" y="-184260"/>
            <a:ext cx="36814" cy="36812"/>
          </a:xfrm>
          <a:custGeom xmlns:a="http://schemas.openxmlformats.org/drawingml/2006/main">
            <a:rect l="l" t="t" r="r" b="b"/>
            <a:pathLst>
              <a:path w="891" h="891">
                <a:moveTo>
                  <a:pt x="463" y="1"/>
                </a:moveTo>
                <a:lnTo>
                  <a:pt x="285" y="37"/>
                </a:lnTo>
                <a:lnTo>
                  <a:pt x="143" y="108"/>
                </a:lnTo>
                <a:lnTo>
                  <a:pt x="36" y="250"/>
                </a:lnTo>
                <a:lnTo>
                  <a:pt x="0" y="428"/>
                </a:lnTo>
                <a:lnTo>
                  <a:pt x="36" y="606"/>
                </a:lnTo>
                <a:lnTo>
                  <a:pt x="143" y="748"/>
                </a:lnTo>
                <a:lnTo>
                  <a:pt x="285" y="855"/>
                </a:lnTo>
                <a:lnTo>
                  <a:pt x="463" y="891"/>
                </a:lnTo>
                <a:lnTo>
                  <a:pt x="641" y="855"/>
                </a:lnTo>
                <a:lnTo>
                  <a:pt x="783" y="748"/>
                </a:lnTo>
                <a:lnTo>
                  <a:pt x="855" y="606"/>
                </a:lnTo>
                <a:lnTo>
                  <a:pt x="890" y="428"/>
                </a:lnTo>
                <a:lnTo>
                  <a:pt x="855" y="250"/>
                </a:lnTo>
                <a:lnTo>
                  <a:pt x="783" y="108"/>
                </a:lnTo>
                <a:lnTo>
                  <a:pt x="641" y="37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3">
            <a:extLst xmlns:a="http://schemas.openxmlformats.org/drawingml/2006/main">
              <a:ext uri="{FF2B5EF4-FFF2-40B4-BE49-F238E27FC236}">
                <a16:creationId xmlns:a16="http://schemas.microsoft.com/office/drawing/2014/main" id="{E26B2107-7803-4B33-91B2-6E9B258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92422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6"/>
                </a:lnTo>
                <a:lnTo>
                  <a:pt x="1" y="464"/>
                </a:lnTo>
                <a:lnTo>
                  <a:pt x="37" y="642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3">
            <a:extLst xmlns:a="http://schemas.openxmlformats.org/drawingml/2006/main">
              <a:ext uri="{FF2B5EF4-FFF2-40B4-BE49-F238E27FC236}">
                <a16:creationId xmlns:a16="http://schemas.microsoft.com/office/drawing/2014/main" id="{4EB9969E-2455-4764-8532-B94D678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340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3">
            <a:extLst xmlns:a="http://schemas.openxmlformats.org/drawingml/2006/main">
              <a:ext uri="{FF2B5EF4-FFF2-40B4-BE49-F238E27FC236}">
                <a16:creationId xmlns:a16="http://schemas.microsoft.com/office/drawing/2014/main" id="{8FEF1BD2-5FA3-45D1-88ED-53F7143D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8258" y="103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3">
            <a:extLst xmlns:a="http://schemas.openxmlformats.org/drawingml/2006/main">
              <a:ext uri="{FF2B5EF4-FFF2-40B4-BE49-F238E27FC236}">
                <a16:creationId xmlns:a16="http://schemas.microsoft.com/office/drawing/2014/main" id="{8A04E0B4-ECCE-4B61-9780-C2FC575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1217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1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3">
            <a:extLst xmlns:a="http://schemas.openxmlformats.org/drawingml/2006/main">
              <a:ext uri="{FF2B5EF4-FFF2-40B4-BE49-F238E27FC236}">
                <a16:creationId xmlns:a16="http://schemas.microsoft.com/office/drawing/2014/main" id="{92A2AD80-2D6D-4D31-81EB-02A84E21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135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3">
            <a:extLst xmlns:a="http://schemas.openxmlformats.org/drawingml/2006/main">
              <a:ext uri="{FF2B5EF4-FFF2-40B4-BE49-F238E27FC236}">
                <a16:creationId xmlns:a16="http://schemas.microsoft.com/office/drawing/2014/main" id="{FFF087C7-EEB2-4DF3-8D29-0FAF756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49" y="1036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2"/>
                </a:lnTo>
                <a:lnTo>
                  <a:pt x="890" y="464"/>
                </a:lnTo>
                <a:lnTo>
                  <a:pt x="854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3">
            <a:extLst xmlns:a="http://schemas.openxmlformats.org/drawingml/2006/main">
              <a:ext uri="{FF2B5EF4-FFF2-40B4-BE49-F238E27FC236}">
                <a16:creationId xmlns:a16="http://schemas.microsoft.com/office/drawing/2014/main" id="{CC1F560B-0DBE-4253-B424-E39EBD5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990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1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3">
            <a:extLst xmlns:a="http://schemas.openxmlformats.org/drawingml/2006/main">
              <a:ext uri="{FF2B5EF4-FFF2-40B4-BE49-F238E27FC236}">
                <a16:creationId xmlns:a16="http://schemas.microsoft.com/office/drawing/2014/main" id="{FBEF43BC-E1A5-4835-B552-8495201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72" y="1036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6"/>
                </a:lnTo>
                <a:lnTo>
                  <a:pt x="0" y="464"/>
                </a:lnTo>
                <a:lnTo>
                  <a:pt x="36" y="642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2"/>
                </a:lnTo>
                <a:lnTo>
                  <a:pt x="890" y="464"/>
                </a:lnTo>
                <a:lnTo>
                  <a:pt x="855" y="286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3">
            <a:extLst xmlns:a="http://schemas.openxmlformats.org/drawingml/2006/main">
              <a:ext uri="{FF2B5EF4-FFF2-40B4-BE49-F238E27FC236}">
                <a16:creationId xmlns:a16="http://schemas.microsoft.com/office/drawing/2014/main" id="{18A7D157-B17B-483C-BEB7-D91C3366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92422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4" y="0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3"/>
                </a:lnTo>
                <a:lnTo>
                  <a:pt x="286" y="890"/>
                </a:lnTo>
                <a:lnTo>
                  <a:pt x="464" y="926"/>
                </a:lnTo>
                <a:lnTo>
                  <a:pt x="642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3">
            <a:extLst xmlns:a="http://schemas.openxmlformats.org/drawingml/2006/main">
              <a:ext uri="{FF2B5EF4-FFF2-40B4-BE49-F238E27FC236}">
                <a16:creationId xmlns:a16="http://schemas.microsoft.com/office/drawing/2014/main" id="{38AB8A55-76A7-433D-B3AB-83E8DD0F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340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3">
            <a:extLst xmlns:a="http://schemas.openxmlformats.org/drawingml/2006/main">
              <a:ext uri="{FF2B5EF4-FFF2-40B4-BE49-F238E27FC236}">
                <a16:creationId xmlns:a16="http://schemas.microsoft.com/office/drawing/2014/main" id="{ED7B437E-3387-429A-A581-BE8B4C3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8258" y="187817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3">
            <a:extLst xmlns:a="http://schemas.openxmlformats.org/drawingml/2006/main">
              <a:ext uri="{FF2B5EF4-FFF2-40B4-BE49-F238E27FC236}">
                <a16:creationId xmlns:a16="http://schemas.microsoft.com/office/drawing/2014/main" id="{79F24A2E-C39B-42AE-8150-28C0D425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1217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6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3">
            <a:extLst xmlns:a="http://schemas.openxmlformats.org/drawingml/2006/main">
              <a:ext uri="{FF2B5EF4-FFF2-40B4-BE49-F238E27FC236}">
                <a16:creationId xmlns:a16="http://schemas.microsoft.com/office/drawing/2014/main" id="{46BC6B08-696A-421E-B611-E4F41957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135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3">
            <a:extLst xmlns:a="http://schemas.openxmlformats.org/drawingml/2006/main">
              <a:ext uri="{FF2B5EF4-FFF2-40B4-BE49-F238E27FC236}">
                <a16:creationId xmlns:a16="http://schemas.microsoft.com/office/drawing/2014/main" id="{679B7C68-B164-4404-9946-F7B9F12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49" y="187817"/>
            <a:ext cx="36772" cy="38258"/>
          </a:xfrm>
          <a:custGeom xmlns:a="http://schemas.openxmlformats.org/drawingml/2006/main">
            <a:rect l="l" t="t" r="r" b="b"/>
            <a:pathLst>
              <a:path w="890" h="926">
                <a:moveTo>
                  <a:pt x="463" y="0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33">
            <a:extLst xmlns:a="http://schemas.openxmlformats.org/drawingml/2006/main">
              <a:ext uri="{FF2B5EF4-FFF2-40B4-BE49-F238E27FC236}">
                <a16:creationId xmlns:a16="http://schemas.microsoft.com/office/drawing/2014/main" id="{0FEA87A3-4E9A-4127-8CC5-53BE375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990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4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3">
            <a:extLst xmlns:a="http://schemas.openxmlformats.org/drawingml/2006/main">
              <a:ext uri="{FF2B5EF4-FFF2-40B4-BE49-F238E27FC236}">
                <a16:creationId xmlns:a16="http://schemas.microsoft.com/office/drawing/2014/main" id="{49AC9AA9-18CF-4066-986A-710BBD4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72" y="187817"/>
            <a:ext cx="36814" cy="38258"/>
          </a:xfrm>
          <a:custGeom xmlns:a="http://schemas.openxmlformats.org/drawingml/2006/main">
            <a:rect l="l" t="t" r="r" b="b"/>
            <a:pathLst>
              <a:path w="891" h="926">
                <a:moveTo>
                  <a:pt x="463" y="0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3"/>
                </a:lnTo>
                <a:lnTo>
                  <a:pt x="285" y="890"/>
                </a:lnTo>
                <a:lnTo>
                  <a:pt x="463" y="926"/>
                </a:lnTo>
                <a:lnTo>
                  <a:pt x="641" y="890"/>
                </a:lnTo>
                <a:lnTo>
                  <a:pt x="783" y="783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33">
            <a:extLst xmlns:a="http://schemas.openxmlformats.org/drawingml/2006/main">
              <a:ext uri="{FF2B5EF4-FFF2-40B4-BE49-F238E27FC236}">
                <a16:creationId xmlns:a16="http://schemas.microsoft.com/office/drawing/2014/main" id="{2DD6869B-39E2-439F-B1AD-C2C891B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92422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4" y="1"/>
                </a:moveTo>
                <a:lnTo>
                  <a:pt x="286" y="36"/>
                </a:lnTo>
                <a:lnTo>
                  <a:pt x="143" y="143"/>
                </a:lnTo>
                <a:lnTo>
                  <a:pt x="37" y="285"/>
                </a:lnTo>
                <a:lnTo>
                  <a:pt x="1" y="463"/>
                </a:lnTo>
                <a:lnTo>
                  <a:pt x="37" y="641"/>
                </a:lnTo>
                <a:lnTo>
                  <a:pt x="143" y="784"/>
                </a:lnTo>
                <a:lnTo>
                  <a:pt x="286" y="891"/>
                </a:lnTo>
                <a:lnTo>
                  <a:pt x="464" y="926"/>
                </a:lnTo>
                <a:lnTo>
                  <a:pt x="642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2" y="36"/>
                </a:lnTo>
                <a:lnTo>
                  <a:pt x="464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3">
            <a:extLst xmlns:a="http://schemas.openxmlformats.org/drawingml/2006/main">
              <a:ext uri="{FF2B5EF4-FFF2-40B4-BE49-F238E27FC236}">
                <a16:creationId xmlns:a16="http://schemas.microsoft.com/office/drawing/2014/main" id="{F819A238-4B0F-451B-9A56-40B19A38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340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3">
            <a:extLst xmlns:a="http://schemas.openxmlformats.org/drawingml/2006/main">
              <a:ext uri="{FF2B5EF4-FFF2-40B4-BE49-F238E27FC236}">
                <a16:creationId xmlns:a16="http://schemas.microsoft.com/office/drawing/2014/main" id="{1D5CB730-67AE-44BC-B7AD-CE39323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8258" y="37456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3">
            <a:extLst xmlns:a="http://schemas.openxmlformats.org/drawingml/2006/main">
              <a:ext uri="{FF2B5EF4-FFF2-40B4-BE49-F238E27FC236}">
                <a16:creationId xmlns:a16="http://schemas.microsoft.com/office/drawing/2014/main" id="{E2C4A0E1-FDB1-4130-AD0B-FF753DD6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1217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6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6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1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33">
            <a:extLst xmlns:a="http://schemas.openxmlformats.org/drawingml/2006/main">
              <a:ext uri="{FF2B5EF4-FFF2-40B4-BE49-F238E27FC236}">
                <a16:creationId xmlns:a16="http://schemas.microsoft.com/office/drawing/2014/main" id="{61A331D6-0066-4AA5-97CB-17079D7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135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3">
            <a:extLst xmlns:a="http://schemas.openxmlformats.org/drawingml/2006/main">
              <a:ext uri="{FF2B5EF4-FFF2-40B4-BE49-F238E27FC236}">
                <a16:creationId xmlns:a16="http://schemas.microsoft.com/office/drawing/2014/main" id="{A61B0325-917D-45E5-8DD2-0AA0BB4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49" y="374560"/>
            <a:ext cx="36772" cy="38299"/>
          </a:xfrm>
          <a:custGeom xmlns:a="http://schemas.openxmlformats.org/drawingml/2006/main">
            <a:rect l="l" t="t" r="r" b="b"/>
            <a:pathLst>
              <a:path w="890" h="927">
                <a:moveTo>
                  <a:pt x="463" y="1"/>
                </a:moveTo>
                <a:lnTo>
                  <a:pt x="285" y="36"/>
                </a:lnTo>
                <a:lnTo>
                  <a:pt x="142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2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4" y="641"/>
                </a:lnTo>
                <a:lnTo>
                  <a:pt x="890" y="463"/>
                </a:lnTo>
                <a:lnTo>
                  <a:pt x="854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3">
            <a:extLst xmlns:a="http://schemas.openxmlformats.org/drawingml/2006/main">
              <a:ext uri="{FF2B5EF4-FFF2-40B4-BE49-F238E27FC236}">
                <a16:creationId xmlns:a16="http://schemas.microsoft.com/office/drawing/2014/main" id="{BDDE1DD0-F821-4DC2-A096-9889B9D3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990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1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4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4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3">
            <a:extLst xmlns:a="http://schemas.openxmlformats.org/drawingml/2006/main">
              <a:ext uri="{FF2B5EF4-FFF2-40B4-BE49-F238E27FC236}">
                <a16:creationId xmlns:a16="http://schemas.microsoft.com/office/drawing/2014/main" id="{A3A8839E-D090-4AC5-A808-0C01F65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72" y="374560"/>
            <a:ext cx="36814" cy="38299"/>
          </a:xfrm>
          <a:custGeom xmlns:a="http://schemas.openxmlformats.org/drawingml/2006/main">
            <a:rect l="l" t="t" r="r" b="b"/>
            <a:pathLst>
              <a:path w="891" h="927">
                <a:moveTo>
                  <a:pt x="463" y="1"/>
                </a:moveTo>
                <a:lnTo>
                  <a:pt x="285" y="36"/>
                </a:lnTo>
                <a:lnTo>
                  <a:pt x="143" y="143"/>
                </a:lnTo>
                <a:lnTo>
                  <a:pt x="36" y="285"/>
                </a:lnTo>
                <a:lnTo>
                  <a:pt x="0" y="463"/>
                </a:lnTo>
                <a:lnTo>
                  <a:pt x="36" y="641"/>
                </a:lnTo>
                <a:lnTo>
                  <a:pt x="143" y="784"/>
                </a:lnTo>
                <a:lnTo>
                  <a:pt x="285" y="891"/>
                </a:lnTo>
                <a:lnTo>
                  <a:pt x="463" y="926"/>
                </a:lnTo>
                <a:lnTo>
                  <a:pt x="641" y="891"/>
                </a:lnTo>
                <a:lnTo>
                  <a:pt x="783" y="784"/>
                </a:lnTo>
                <a:lnTo>
                  <a:pt x="855" y="641"/>
                </a:lnTo>
                <a:lnTo>
                  <a:pt x="890" y="463"/>
                </a:lnTo>
                <a:lnTo>
                  <a:pt x="855" y="285"/>
                </a:lnTo>
                <a:lnTo>
                  <a:pt x="783" y="143"/>
                </a:lnTo>
                <a:lnTo>
                  <a:pt x="641" y="36"/>
                </a:lnTo>
                <a:lnTo>
                  <a:pt x="46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3">
            <a:extLst xmlns:a="http://schemas.openxmlformats.org/drawingml/2006/main">
              <a:ext uri="{FF2B5EF4-FFF2-40B4-BE49-F238E27FC236}">
                <a16:creationId xmlns:a16="http://schemas.microsoft.com/office/drawing/2014/main" id="{759F5490-2811-4DB0-BA75-FB6A3BA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238" y="822450"/>
            <a:ext cx="149525" cy="149525"/>
          </a:xfrm>
          <a:custGeom xmlns:a="http://schemas.openxmlformats.org/drawingml/2006/main">
            <a:rect l="l" t="t" r="r" b="b"/>
            <a:pathLst>
              <a:path w="5981" h="5981">
                <a:moveTo>
                  <a:pt x="2029" y="0"/>
                </a:moveTo>
                <a:lnTo>
                  <a:pt x="2029" y="2065"/>
                </a:lnTo>
                <a:lnTo>
                  <a:pt x="1" y="2065"/>
                </a:lnTo>
                <a:lnTo>
                  <a:pt x="1" y="3951"/>
                </a:lnTo>
                <a:lnTo>
                  <a:pt x="2029" y="3951"/>
                </a:lnTo>
                <a:lnTo>
                  <a:pt x="2029" y="5980"/>
                </a:lnTo>
                <a:lnTo>
                  <a:pt x="3952" y="5980"/>
                </a:lnTo>
                <a:lnTo>
                  <a:pt x="3952" y="3951"/>
                </a:lnTo>
                <a:lnTo>
                  <a:pt x="5980" y="3951"/>
                </a:lnTo>
                <a:lnTo>
                  <a:pt x="5980" y="2065"/>
                </a:lnTo>
                <a:lnTo>
                  <a:pt x="3952" y="2065"/>
                </a:lnTo>
                <a:lnTo>
                  <a:pt x="3952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3">
            <a:extLst xmlns:a="http://schemas.openxmlformats.org/drawingml/2006/main">
              <a:ext uri="{FF2B5EF4-FFF2-40B4-BE49-F238E27FC236}">
                <a16:creationId xmlns:a16="http://schemas.microsoft.com/office/drawing/2014/main" id="{DB09EF47-F68A-49B3-9C2E-CE345140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49" y="114288"/>
            <a:ext cx="355973" cy="355079"/>
          </a:xfrm>
          <a:custGeom xmlns:a="http://schemas.openxmlformats.org/drawingml/2006/main">
            <a:rect l="l" t="t" r="r" b="b"/>
            <a:pathLst>
              <a:path w="14879" h="14844">
                <a:moveTo>
                  <a:pt x="2919" y="0"/>
                </a:moveTo>
                <a:lnTo>
                  <a:pt x="2599" y="72"/>
                </a:lnTo>
                <a:lnTo>
                  <a:pt x="2314" y="143"/>
                </a:lnTo>
                <a:lnTo>
                  <a:pt x="1994" y="250"/>
                </a:lnTo>
                <a:lnTo>
                  <a:pt x="1709" y="392"/>
                </a:lnTo>
                <a:lnTo>
                  <a:pt x="1460" y="570"/>
                </a:lnTo>
                <a:lnTo>
                  <a:pt x="1211" y="748"/>
                </a:lnTo>
                <a:lnTo>
                  <a:pt x="961" y="961"/>
                </a:lnTo>
                <a:lnTo>
                  <a:pt x="748" y="1175"/>
                </a:lnTo>
                <a:lnTo>
                  <a:pt x="570" y="1424"/>
                </a:lnTo>
                <a:lnTo>
                  <a:pt x="392" y="1709"/>
                </a:lnTo>
                <a:lnTo>
                  <a:pt x="285" y="1994"/>
                </a:lnTo>
                <a:lnTo>
                  <a:pt x="178" y="2278"/>
                </a:lnTo>
                <a:lnTo>
                  <a:pt x="72" y="2599"/>
                </a:lnTo>
                <a:lnTo>
                  <a:pt x="36" y="2919"/>
                </a:lnTo>
                <a:lnTo>
                  <a:pt x="0" y="3239"/>
                </a:lnTo>
                <a:lnTo>
                  <a:pt x="0" y="11604"/>
                </a:lnTo>
                <a:lnTo>
                  <a:pt x="36" y="11924"/>
                </a:lnTo>
                <a:lnTo>
                  <a:pt x="72" y="12245"/>
                </a:lnTo>
                <a:lnTo>
                  <a:pt x="178" y="12565"/>
                </a:lnTo>
                <a:lnTo>
                  <a:pt x="285" y="12885"/>
                </a:lnTo>
                <a:lnTo>
                  <a:pt x="392" y="13170"/>
                </a:lnTo>
                <a:lnTo>
                  <a:pt x="570" y="13419"/>
                </a:lnTo>
                <a:lnTo>
                  <a:pt x="748" y="13669"/>
                </a:lnTo>
                <a:lnTo>
                  <a:pt x="961" y="13918"/>
                </a:lnTo>
                <a:lnTo>
                  <a:pt x="1211" y="14131"/>
                </a:lnTo>
                <a:lnTo>
                  <a:pt x="1460" y="14309"/>
                </a:lnTo>
                <a:lnTo>
                  <a:pt x="1709" y="14452"/>
                </a:lnTo>
                <a:lnTo>
                  <a:pt x="1994" y="14594"/>
                </a:lnTo>
                <a:lnTo>
                  <a:pt x="2314" y="14701"/>
                </a:lnTo>
                <a:lnTo>
                  <a:pt x="2599" y="14808"/>
                </a:lnTo>
                <a:lnTo>
                  <a:pt x="2919" y="14843"/>
                </a:lnTo>
                <a:lnTo>
                  <a:pt x="11960" y="14843"/>
                </a:lnTo>
                <a:lnTo>
                  <a:pt x="12280" y="14808"/>
                </a:lnTo>
                <a:lnTo>
                  <a:pt x="12601" y="14701"/>
                </a:lnTo>
                <a:lnTo>
                  <a:pt x="12886" y="14594"/>
                </a:lnTo>
                <a:lnTo>
                  <a:pt x="13170" y="14452"/>
                </a:lnTo>
                <a:lnTo>
                  <a:pt x="13455" y="14309"/>
                </a:lnTo>
                <a:lnTo>
                  <a:pt x="13704" y="14131"/>
                </a:lnTo>
                <a:lnTo>
                  <a:pt x="13918" y="13918"/>
                </a:lnTo>
                <a:lnTo>
                  <a:pt x="14131" y="13669"/>
                </a:lnTo>
                <a:lnTo>
                  <a:pt x="14309" y="13419"/>
                </a:lnTo>
                <a:lnTo>
                  <a:pt x="14487" y="13170"/>
                </a:lnTo>
                <a:lnTo>
                  <a:pt x="14630" y="12885"/>
                </a:lnTo>
                <a:lnTo>
                  <a:pt x="14736" y="12565"/>
                </a:lnTo>
                <a:lnTo>
                  <a:pt x="14808" y="12245"/>
                </a:lnTo>
                <a:lnTo>
                  <a:pt x="14843" y="11924"/>
                </a:lnTo>
                <a:lnTo>
                  <a:pt x="14879" y="11604"/>
                </a:lnTo>
                <a:lnTo>
                  <a:pt x="14879" y="3239"/>
                </a:lnTo>
                <a:lnTo>
                  <a:pt x="14843" y="2919"/>
                </a:lnTo>
                <a:lnTo>
                  <a:pt x="14808" y="2599"/>
                </a:lnTo>
                <a:lnTo>
                  <a:pt x="14736" y="2278"/>
                </a:lnTo>
                <a:lnTo>
                  <a:pt x="14630" y="1994"/>
                </a:lnTo>
                <a:lnTo>
                  <a:pt x="14487" y="1709"/>
                </a:lnTo>
                <a:lnTo>
                  <a:pt x="14309" y="1424"/>
                </a:lnTo>
                <a:lnTo>
                  <a:pt x="14131" y="1175"/>
                </a:lnTo>
                <a:lnTo>
                  <a:pt x="13918" y="961"/>
                </a:lnTo>
                <a:lnTo>
                  <a:pt x="13704" y="748"/>
                </a:lnTo>
                <a:lnTo>
                  <a:pt x="13455" y="570"/>
                </a:lnTo>
                <a:lnTo>
                  <a:pt x="13170" y="392"/>
                </a:lnTo>
                <a:lnTo>
                  <a:pt x="12886" y="250"/>
                </a:lnTo>
                <a:lnTo>
                  <a:pt x="12601" y="143"/>
                </a:lnTo>
                <a:lnTo>
                  <a:pt x="12280" y="72"/>
                </a:lnTo>
                <a:lnTo>
                  <a:pt x="1196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3">
            <a:extLst xmlns:a="http://schemas.openxmlformats.org/drawingml/2006/main">
              <a:ext uri="{FF2B5EF4-FFF2-40B4-BE49-F238E27FC236}">
                <a16:creationId xmlns:a16="http://schemas.microsoft.com/office/drawing/2014/main" id="{B423C849-AC86-4B50-9664-AD7B175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153" y="190907"/>
            <a:ext cx="144791" cy="215453"/>
          </a:xfrm>
          <a:custGeom xmlns:a="http://schemas.openxmlformats.org/drawingml/2006/main">
            <a:rect l="l" t="t" r="r" b="b"/>
            <a:pathLst>
              <a:path w="6052" h="9007">
                <a:moveTo>
                  <a:pt x="3026" y="1"/>
                </a:moveTo>
                <a:lnTo>
                  <a:pt x="2563" y="464"/>
                </a:lnTo>
                <a:lnTo>
                  <a:pt x="2065" y="1033"/>
                </a:lnTo>
                <a:lnTo>
                  <a:pt x="1531" y="1781"/>
                </a:lnTo>
                <a:lnTo>
                  <a:pt x="1246" y="2208"/>
                </a:lnTo>
                <a:lnTo>
                  <a:pt x="961" y="2670"/>
                </a:lnTo>
                <a:lnTo>
                  <a:pt x="712" y="3169"/>
                </a:lnTo>
                <a:lnTo>
                  <a:pt x="463" y="3667"/>
                </a:lnTo>
                <a:lnTo>
                  <a:pt x="285" y="4237"/>
                </a:lnTo>
                <a:lnTo>
                  <a:pt x="143" y="4770"/>
                </a:lnTo>
                <a:lnTo>
                  <a:pt x="36" y="5376"/>
                </a:lnTo>
                <a:lnTo>
                  <a:pt x="0" y="5981"/>
                </a:lnTo>
                <a:lnTo>
                  <a:pt x="36" y="6265"/>
                </a:lnTo>
                <a:lnTo>
                  <a:pt x="71" y="6586"/>
                </a:lnTo>
                <a:lnTo>
                  <a:pt x="143" y="6870"/>
                </a:lnTo>
                <a:lnTo>
                  <a:pt x="249" y="7155"/>
                </a:lnTo>
                <a:lnTo>
                  <a:pt x="356" y="7404"/>
                </a:lnTo>
                <a:lnTo>
                  <a:pt x="534" y="7654"/>
                </a:lnTo>
                <a:lnTo>
                  <a:pt x="712" y="7903"/>
                </a:lnTo>
                <a:lnTo>
                  <a:pt x="890" y="8116"/>
                </a:lnTo>
                <a:lnTo>
                  <a:pt x="1104" y="8294"/>
                </a:lnTo>
                <a:lnTo>
                  <a:pt x="1353" y="8472"/>
                </a:lnTo>
                <a:lnTo>
                  <a:pt x="1602" y="8615"/>
                </a:lnTo>
                <a:lnTo>
                  <a:pt x="1851" y="8757"/>
                </a:lnTo>
                <a:lnTo>
                  <a:pt x="2136" y="8864"/>
                </a:lnTo>
                <a:lnTo>
                  <a:pt x="2421" y="8935"/>
                </a:lnTo>
                <a:lnTo>
                  <a:pt x="2705" y="8971"/>
                </a:lnTo>
                <a:lnTo>
                  <a:pt x="3026" y="9006"/>
                </a:lnTo>
                <a:lnTo>
                  <a:pt x="3346" y="8971"/>
                </a:lnTo>
                <a:lnTo>
                  <a:pt x="3631" y="8935"/>
                </a:lnTo>
                <a:lnTo>
                  <a:pt x="3915" y="8864"/>
                </a:lnTo>
                <a:lnTo>
                  <a:pt x="4200" y="8757"/>
                </a:lnTo>
                <a:lnTo>
                  <a:pt x="4485" y="8615"/>
                </a:lnTo>
                <a:lnTo>
                  <a:pt x="4734" y="8472"/>
                </a:lnTo>
                <a:lnTo>
                  <a:pt x="4948" y="8294"/>
                </a:lnTo>
                <a:lnTo>
                  <a:pt x="5161" y="8116"/>
                </a:lnTo>
                <a:lnTo>
                  <a:pt x="5375" y="7903"/>
                </a:lnTo>
                <a:lnTo>
                  <a:pt x="5553" y="7654"/>
                </a:lnTo>
                <a:lnTo>
                  <a:pt x="5695" y="7404"/>
                </a:lnTo>
                <a:lnTo>
                  <a:pt x="5802" y="7155"/>
                </a:lnTo>
                <a:lnTo>
                  <a:pt x="5909" y="6870"/>
                </a:lnTo>
                <a:lnTo>
                  <a:pt x="5980" y="6586"/>
                </a:lnTo>
                <a:lnTo>
                  <a:pt x="6051" y="6265"/>
                </a:lnTo>
                <a:lnTo>
                  <a:pt x="6051" y="5981"/>
                </a:lnTo>
                <a:lnTo>
                  <a:pt x="6016" y="5376"/>
                </a:lnTo>
                <a:lnTo>
                  <a:pt x="5909" y="4770"/>
                </a:lnTo>
                <a:lnTo>
                  <a:pt x="5766" y="4237"/>
                </a:lnTo>
                <a:lnTo>
                  <a:pt x="5588" y="3667"/>
                </a:lnTo>
                <a:lnTo>
                  <a:pt x="5339" y="3169"/>
                </a:lnTo>
                <a:lnTo>
                  <a:pt x="5090" y="2670"/>
                </a:lnTo>
                <a:lnTo>
                  <a:pt x="4841" y="2208"/>
                </a:lnTo>
                <a:lnTo>
                  <a:pt x="4556" y="1781"/>
                </a:lnTo>
                <a:lnTo>
                  <a:pt x="3987" y="1033"/>
                </a:lnTo>
                <a:lnTo>
                  <a:pt x="3488" y="464"/>
                </a:lnTo>
                <a:lnTo>
                  <a:pt x="3026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2739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7a650456b40d4351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36ed1f8f6f334ea9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Google Shape;1680;p36">
            <a:extLst xmlns:a="http://schemas.openxmlformats.org/drawingml/2006/main">
              <a:ext uri="{FF2B5EF4-FFF2-40B4-BE49-F238E27FC236}">
                <a16:creationId xmlns:a16="http://schemas.microsoft.com/office/drawing/2014/main" id="{2C4DE9D2-C1A6-42B8-A104-85ECCEE9A9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7750" y="445025"/>
            <a:ext cx="77085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Health trends overview</a:t>
            </a:r>
            <a:endParaRPr/>
          </a:p>
        </p:txBody>
      </p:sp>
      <p:sp>
        <p:nvSpPr>
          <p:cNvPr id="1681" name="Google Shape;1681;p36">
            <a:extLst xmlns:a="http://schemas.openxmlformats.org/drawingml/2006/main">
              <a:ext uri="{FF2B5EF4-FFF2-40B4-BE49-F238E27FC236}">
                <a16:creationId xmlns:a16="http://schemas.microsoft.com/office/drawing/2014/main" id="{E5C680E7-4697-4206-B990-71B7C26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25" y="4296500"/>
            <a:ext cx="6904800" cy="30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Barlow"/>
                <a:ea typeface="Barlow"/>
                <a:cs typeface="Barlow"/>
              </a:rPr>
              <a:t>Follow the link in the graph to modify its data and then paste the new one here. </a:t>
            </a:r>
            <a:r>
              <a:rPr sz="1000" b="1" u="sng">
                <a:solidFill>
                  <a:schemeClr val="dk1"/>
                </a:solidFill>
                <a:latin typeface="Barlow"/>
                <a:ea typeface="Barlow"/>
                <a:cs typeface="Barlow"/>
                <a:hlinkClick xmlns:r="http://schemas.openxmlformats.org/officeDocument/2006/relationships" r:id="R969ce1b0cf8d4d87"/>
              </a:rPr>
              <a:t>For more info, click here</a:t>
            </a:r>
            <a:endParaRPr sz="1000" b="1" u="sng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682" name="Google Shape;1682;p36">
            <a:extLst xmlns:a="http://schemas.openxmlformats.org/drawingml/2006/main">
              <a:ext uri="{FF2B5EF4-FFF2-40B4-BE49-F238E27FC236}">
                <a16:creationId xmlns:a16="http://schemas.microsoft.com/office/drawing/2014/main" id="{CE800F3C-75C3-4B5E-B18A-EB630C70C63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 flipH="1">
            <a:off x="1142175" y="1169813"/>
            <a:ext cx="33654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latin typeface="Montserrat SemiBold"/>
                <a:ea typeface="Montserrat SemiBold"/>
                <a:cs typeface="Montserrat SemiBold"/>
              </a:rPr>
              <a:t>Preventive measures</a:t>
            </a:r>
            <a:endParaRPr sz="1600" b="0"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683" name="Google Shape;1683;p36">
            <a:extLst xmlns:a="http://schemas.openxmlformats.org/drawingml/2006/main">
              <a:ext uri="{FF2B5EF4-FFF2-40B4-BE49-F238E27FC236}">
                <a16:creationId xmlns:a16="http://schemas.microsoft.com/office/drawing/2014/main" id="{5032E81F-D221-46A4-902C-40AA1A50B243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 flipH="1">
            <a:off x="5017575" y="1169837"/>
            <a:ext cx="33654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latin typeface="Montserrat SemiBold"/>
                <a:ea typeface="Montserrat SemiBold"/>
                <a:cs typeface="Montserrat SemiBold"/>
              </a:rPr>
              <a:t>Advancements in healthcare</a:t>
            </a:r>
            <a:endParaRPr sz="1600" b="0"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684" name="Google Shape;1684;p36">
            <a:extLst xmlns:a="http://schemas.openxmlformats.org/drawingml/2006/main">
              <a:ext uri="{FF2B5EF4-FFF2-40B4-BE49-F238E27FC236}">
                <a16:creationId xmlns:a16="http://schemas.microsoft.com/office/drawing/2014/main" id="{BBEDFB2E-ED25-4560-8634-7C8C451ABC37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 flipH="1">
            <a:off x="1142175" y="1652737"/>
            <a:ext cx="33654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latin typeface="Montserrat SemiBold"/>
                <a:ea typeface="Montserrat SemiBold"/>
                <a:cs typeface="Montserrat SemiBold"/>
              </a:rPr>
              <a:t>Treatment outcomes</a:t>
            </a:r>
            <a:endParaRPr sz="1600" b="0"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685" name="Google Shape;1685;p36">
            <a:extLst xmlns:a="http://schemas.openxmlformats.org/drawingml/2006/main">
              <a:ext uri="{FF2B5EF4-FFF2-40B4-BE49-F238E27FC236}">
                <a16:creationId xmlns:a16="http://schemas.microsoft.com/office/drawing/2014/main" id="{832581DA-AE79-4A02-BA29-2BCC0C44443C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 flipH="1">
            <a:off x="5017575" y="1652762"/>
            <a:ext cx="3365400" cy="42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latin typeface="Montserrat SemiBold"/>
                <a:ea typeface="Montserrat SemiBold"/>
                <a:cs typeface="Montserrat SemiBold"/>
              </a:rPr>
              <a:t> Impact of social factors</a:t>
            </a:r>
            <a:endParaRPr sz="1600" b="0"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686" name="Google Shape;1686;p36">
            <a:extLst xmlns:a="http://schemas.openxmlformats.org/drawingml/2006/main">
              <a:ext uri="{FF2B5EF4-FFF2-40B4-BE49-F238E27FC236}">
                <a16:creationId xmlns:a16="http://schemas.microsoft.com/office/drawing/2014/main" id="{C98B4FC7-74DF-4559-A954-02BADA1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1025" y="1249213"/>
            <a:ext cx="252300" cy="252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6">
            <a:extLst xmlns:a="http://schemas.openxmlformats.org/drawingml/2006/main">
              <a:ext uri="{FF2B5EF4-FFF2-40B4-BE49-F238E27FC236}">
                <a16:creationId xmlns:a16="http://schemas.microsoft.com/office/drawing/2014/main" id="{D33944D8-B814-4D6F-92B1-EE2FF767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36425" y="1249234"/>
            <a:ext cx="252300" cy="252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6">
            <a:extLst xmlns:a="http://schemas.openxmlformats.org/drawingml/2006/main">
              <a:ext uri="{FF2B5EF4-FFF2-40B4-BE49-F238E27FC236}">
                <a16:creationId xmlns:a16="http://schemas.microsoft.com/office/drawing/2014/main" id="{A0AF6907-14BE-4ED5-BB30-8D03FDC4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1025" y="1732136"/>
            <a:ext cx="252300" cy="252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6">
            <a:extLst xmlns:a="http://schemas.openxmlformats.org/drawingml/2006/main">
              <a:ext uri="{FF2B5EF4-FFF2-40B4-BE49-F238E27FC236}">
                <a16:creationId xmlns:a16="http://schemas.microsoft.com/office/drawing/2014/main" id="{B8E4FA0F-F290-4F7F-9D33-5209D47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36425" y="1732157"/>
            <a:ext cx="252300" cy="252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1" name="Google Shape;1690;p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a73161e6c4ba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746" y="2286375"/>
            <a:ext cx="7256106" cy="1954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0024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53e6d83f83fd40ad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53679a54c107407e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5f44caa29dca4987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f88f12e490c345e5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9" name="Google Shape;1289;p30">
            <a:extLst xmlns:a="http://schemas.openxmlformats.org/drawingml/2006/main">
              <a:ext uri="{FF2B5EF4-FFF2-40B4-BE49-F238E27FC236}">
                <a16:creationId xmlns:a16="http://schemas.microsoft.com/office/drawing/2014/main" id="{8B5BDAB2-9C2B-4353-9C91-55AE39148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808450"/>
            <a:ext cx="4223400" cy="101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Foundations of health sciences</a:t>
            </a:r>
            <a:endParaRPr/>
          </a:p>
        </p:txBody>
      </p:sp>
      <p:sp>
        <p:nvSpPr>
          <p:cNvPr id="1290" name="Google Shape;1290;p30">
            <a:extLst xmlns:a="http://schemas.openxmlformats.org/drawingml/2006/main">
              <a:ext uri="{FF2B5EF4-FFF2-40B4-BE49-F238E27FC236}">
                <a16:creationId xmlns:a16="http://schemas.microsoft.com/office/drawing/2014/main" id="{F90B985E-921F-4932-B479-B307E4F1C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903225"/>
            <a:ext cx="4223400" cy="2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research, we have to mention three key elements:</a:t>
            </a:r>
            <a:endParaRPr/>
          </a:p>
          <a:p xmlns:a="http://schemas.openxmlformats.org/drawingml/2006/main">
            <a: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t>Stay informed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Foster innovation</a:t>
            </a:r>
            <a:endParaRPr/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>Explore the evolving landscape</a:t>
            </a:r>
            <a:endParaRPr/>
          </a:p>
          <a:p xmlns:a="http://schemas.openxmlformats.org/drawingml/2006/main"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Embrace a forward-thinking perspective as we navigate the ever-evolving terrain of health studies, where staying informed and embracing innovation are key to shaping the future of healthcare</a:t>
            </a:r>
            <a:endParaRPr/>
          </a:p>
        </p:txBody>
      </p:sp>
      <p:pic>
        <p:nvPicPr>
          <p:cNvPr id="1294" name="Google Shape;1291;p30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79fbfb3d858141f3">
            <a:alphaModFix/>
          </a:blip>
          <a:srcRect xmlns:a="http://schemas.openxmlformats.org/drawingml/2006/main" l="3048" t="0" r="11085" b="0"/>
          <a:stretch xmlns:a="http://schemas.openxmlformats.org/drawingml/2006/main"/>
        </p:blipFill>
        <p:spPr>
          <a:xfrm xmlns:a="http://schemas.openxmlformats.org/drawingml/2006/main">
            <a:off x="5453850" y="678262"/>
            <a:ext cx="3253500" cy="3786900"/>
          </a:xfrm>
          <a:prstGeom xmlns:a="http://schemas.openxmlformats.org/drawingml/2006/main" prst="roundRect">
            <a:avLst>
              <a:gd name="adj" fmla="val 24421"/>
            </a:avLst>
          </a:prstGeom>
        </p:spPr>
      </p:pic>
    </p:spTree>
    <p:extLst>
      <p:ext uri="{BB962C8B-B14F-4D97-AF65-F5344CB8AC3E}">
        <p14:creationId xmlns:p14="http://schemas.microsoft.com/office/powerpoint/2010/main" val="8174116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5" name="Google Shape;1715;p38">
            <a:extLst xmlns:a="http://schemas.openxmlformats.org/drawingml/2006/main">
              <a:ext uri="{FF2B5EF4-FFF2-40B4-BE49-F238E27FC236}">
                <a16:creationId xmlns:a16="http://schemas.microsoft.com/office/drawing/2014/main" id="{024852BA-A598-4F7F-A737-4F7D2C16B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Integrated </a:t>
            </a:r>
            <a:r>
              <a:t>health framework</a:t>
            </a:r>
            <a:endParaRPr/>
          </a:p>
        </p:txBody>
      </p:sp>
      <p:sp>
        <p:nvSpPr>
          <p:cNvPr id="1716" name="Google Shape;1716;p38">
            <a:extLst xmlns:a="http://schemas.openxmlformats.org/drawingml/2006/main">
              <a:ext uri="{FF2B5EF4-FFF2-40B4-BE49-F238E27FC236}">
                <a16:creationId xmlns:a16="http://schemas.microsoft.com/office/drawing/2014/main" id="{BF4CE716-7C6B-41D4-A9E4-1909B5E9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50" y="1482325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B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17" name="Google Shape;1717;p38">
            <a:extLst xmlns:a="http://schemas.openxmlformats.org/drawingml/2006/main">
              <a:ext uri="{FF2B5EF4-FFF2-40B4-BE49-F238E27FC236}">
                <a16:creationId xmlns:a16="http://schemas.microsoft.com/office/drawing/2014/main" id="{27DCAC47-11A8-476A-9233-E547E03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50" y="3949288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G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18" name="Google Shape;1718;p38">
            <a:extLst xmlns:a="http://schemas.openxmlformats.org/drawingml/2006/main">
              <a:ext uri="{FF2B5EF4-FFF2-40B4-BE49-F238E27FC236}">
                <a16:creationId xmlns:a16="http://schemas.microsoft.com/office/drawing/2014/main" id="{B775AC69-C7CC-442A-BCA1-F7C8DC7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50" y="3949288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H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19" name="Google Shape;1719;p38">
            <a:extLst xmlns:a="http://schemas.openxmlformats.org/drawingml/2006/main">
              <a:ext uri="{FF2B5EF4-FFF2-40B4-BE49-F238E27FC236}">
                <a16:creationId xmlns:a16="http://schemas.microsoft.com/office/drawing/2014/main" id="{8EF0ED7F-AE25-4900-BE95-4B8943E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50" y="1482325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A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20" name="Google Shape;1720;p38">
            <a:extLst xmlns:a="http://schemas.openxmlformats.org/drawingml/2006/main">
              <a:ext uri="{FF2B5EF4-FFF2-40B4-BE49-F238E27FC236}">
                <a16:creationId xmlns:a16="http://schemas.microsoft.com/office/drawing/2014/main" id="{BCA30183-8E2B-4F9B-B080-D0338609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9" y="1482325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Prevention initiatives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21" name="Google Shape;1721;p38">
            <a:extLst xmlns:a="http://schemas.openxmlformats.org/drawingml/2006/main">
              <a:ext uri="{FF2B5EF4-FFF2-40B4-BE49-F238E27FC236}">
                <a16:creationId xmlns:a16="http://schemas.microsoft.com/office/drawing/2014/main" id="{FA28F92D-A80F-4967-937B-B52377FD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750" y="2637956"/>
            <a:ext cx="1438500" cy="7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Health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cxnSp>
        <p:nvCxnSpPr>
          <p:cNvPr id="1748" name="Google Shape;1722;p38"/>
          <p:cNvCxnSpPr>
            <a:stCxn xmlns:a="http://schemas.openxmlformats.org/drawingml/2006/main" id="1721" idx="0"/>
            <a:endCxn xmlns:a="http://schemas.openxmlformats.org/drawingml/2006/main" id="1716" idx="1"/>
          </p:cNvCxnSpPr>
          <p:nvPr/>
        </p:nvCxnSpPr>
        <p:spPr>
          <a:xfrm xmlns:a="http://schemas.openxmlformats.org/drawingml/2006/main" rot="-5400000">
            <a:off x="4861500" y="1472156"/>
            <a:ext cx="876300" cy="1455300"/>
          </a:xfrm>
          <a:prstGeom xmlns:a="http://schemas.openxmlformats.org/drawingml/2006/main" prst="curvedConnector2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9" name="Google Shape;1723;p38"/>
          <p:cNvCxnSpPr>
            <a:stCxn xmlns:a="http://schemas.openxmlformats.org/drawingml/2006/main" id="1721" idx="2"/>
            <a:endCxn xmlns:a="http://schemas.openxmlformats.org/drawingml/2006/main" id="1718" idx="1"/>
          </p:cNvCxnSpPr>
          <p:nvPr/>
        </p:nvCxnSpPr>
        <p:spPr>
          <a:xfrm xmlns:a="http://schemas.openxmlformats.org/drawingml/2006/main" rot="-5400000" flipH="1">
            <a:off x="4861500" y="3063056"/>
            <a:ext cx="876300" cy="1455300"/>
          </a:xfrm>
          <a:prstGeom xmlns:a="http://schemas.openxmlformats.org/drawingml/2006/main" prst="curvedConnector2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4" name="Google Shape;1724;p38">
            <a:extLst xmlns:a="http://schemas.openxmlformats.org/drawingml/2006/main">
              <a:ext uri="{FF2B5EF4-FFF2-40B4-BE49-F238E27FC236}">
                <a16:creationId xmlns:a16="http://schemas.microsoft.com/office/drawing/2014/main" id="{050C460C-9FD1-4CE9-9E4E-5EAA257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9" y="3949288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Social analysis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25" name="Google Shape;1725;p38">
            <a:extLst xmlns:a="http://schemas.openxmlformats.org/drawingml/2006/main">
              <a:ext uri="{FF2B5EF4-FFF2-40B4-BE49-F238E27FC236}">
                <a16:creationId xmlns:a16="http://schemas.microsoft.com/office/drawing/2014/main" id="{BF95000C-B393-441D-A01B-20336E64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209" y="1482325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Health partnerships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26" name="Google Shape;1726;p38">
            <a:extLst xmlns:a="http://schemas.openxmlformats.org/drawingml/2006/main">
              <a:ext uri="{FF2B5EF4-FFF2-40B4-BE49-F238E27FC236}">
                <a16:creationId xmlns:a16="http://schemas.microsoft.com/office/drawing/2014/main" id="{E4739A21-6878-45F4-B7DA-E64DF5A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209" y="3949288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Health programs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cxnSp>
        <p:nvCxnSpPr>
          <p:cNvPr id="1753" name="Google Shape;1727;p38"/>
          <p:cNvCxnSpPr>
            <a:stCxn xmlns:a="http://schemas.openxmlformats.org/drawingml/2006/main" id="1721" idx="0"/>
            <a:endCxn xmlns:a="http://schemas.openxmlformats.org/drawingml/2006/main" id="1719" idx="3"/>
          </p:cNvCxnSpPr>
          <p:nvPr/>
        </p:nvCxnSpPr>
        <p:spPr>
          <a:xfrm xmlns:a="http://schemas.openxmlformats.org/drawingml/2006/main" rot="5400000" flipH="1">
            <a:off x="3406200" y="1472156"/>
            <a:ext cx="876300" cy="1455300"/>
          </a:xfrm>
          <a:prstGeom xmlns:a="http://schemas.openxmlformats.org/drawingml/2006/main" prst="curvedConnector2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4" name="Google Shape;1728;p38"/>
          <p:cNvCxnSpPr>
            <a:stCxn xmlns:a="http://schemas.openxmlformats.org/drawingml/2006/main" id="1721" idx="2"/>
            <a:endCxn xmlns:a="http://schemas.openxmlformats.org/drawingml/2006/main" id="1717" idx="3"/>
          </p:cNvCxnSpPr>
          <p:nvPr/>
        </p:nvCxnSpPr>
        <p:spPr>
          <a:xfrm xmlns:a="http://schemas.openxmlformats.org/drawingml/2006/main" rot="5400000">
            <a:off x="3406200" y="3063056"/>
            <a:ext cx="876300" cy="1455300"/>
          </a:xfrm>
          <a:prstGeom xmlns:a="http://schemas.openxmlformats.org/drawingml/2006/main" prst="curvedConnector2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9" name="Google Shape;1729;p38">
            <a:extLst xmlns:a="http://schemas.openxmlformats.org/drawingml/2006/main">
              <a:ext uri="{FF2B5EF4-FFF2-40B4-BE49-F238E27FC236}">
                <a16:creationId xmlns:a16="http://schemas.microsoft.com/office/drawing/2014/main" id="{35A9EAA7-427B-4785-A211-23105A4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9" y="2304646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Surveillance systems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30" name="Google Shape;1730;p38">
            <a:extLst xmlns:a="http://schemas.openxmlformats.org/drawingml/2006/main">
              <a:ext uri="{FF2B5EF4-FFF2-40B4-BE49-F238E27FC236}">
                <a16:creationId xmlns:a16="http://schemas.microsoft.com/office/drawing/2014/main" id="{BE3E07AB-0C7A-413F-A48C-DEEF286C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9" y="3126967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Treatment plans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31" name="Google Shape;1731;p38">
            <a:extLst xmlns:a="http://schemas.openxmlformats.org/drawingml/2006/main">
              <a:ext uri="{FF2B5EF4-FFF2-40B4-BE49-F238E27FC236}">
                <a16:creationId xmlns:a16="http://schemas.microsoft.com/office/drawing/2014/main" id="{2834632B-9097-40D8-A7DE-0ECB0B82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291" y="2304646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Telehealth integration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32" name="Google Shape;1732;p38">
            <a:extLst xmlns:a="http://schemas.openxmlformats.org/drawingml/2006/main">
              <a:ext uri="{FF2B5EF4-FFF2-40B4-BE49-F238E27FC236}">
                <a16:creationId xmlns:a16="http://schemas.microsoft.com/office/drawing/2014/main" id="{9BB19C82-B40E-49F5-9A69-C42385B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291" y="3126967"/>
            <a:ext cx="16578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Informatics solutions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733" name="Google Shape;1733;p38">
            <a:extLst xmlns:a="http://schemas.openxmlformats.org/drawingml/2006/main">
              <a:ext uri="{FF2B5EF4-FFF2-40B4-BE49-F238E27FC236}">
                <a16:creationId xmlns:a16="http://schemas.microsoft.com/office/drawing/2014/main" id="{95B6495F-6D2D-4774-9D82-2E18FCE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750" y="2304646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C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34" name="Google Shape;1734;p38">
            <a:extLst xmlns:a="http://schemas.openxmlformats.org/drawingml/2006/main">
              <a:ext uri="{FF2B5EF4-FFF2-40B4-BE49-F238E27FC236}">
                <a16:creationId xmlns:a16="http://schemas.microsoft.com/office/drawing/2014/main" id="{B559BFE5-26C9-4846-9573-A4DBE82D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50" y="3126967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35" name="Google Shape;1735;p38">
            <a:extLst xmlns:a="http://schemas.openxmlformats.org/drawingml/2006/main">
              <a:ext uri="{FF2B5EF4-FFF2-40B4-BE49-F238E27FC236}">
                <a16:creationId xmlns:a16="http://schemas.microsoft.com/office/drawing/2014/main" id="{0A634AA5-FB88-4E06-94E1-550B0C00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50" y="2304646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36" name="Google Shape;1736;p38">
            <a:extLst xmlns:a="http://schemas.openxmlformats.org/drawingml/2006/main">
              <a:ext uri="{FF2B5EF4-FFF2-40B4-BE49-F238E27FC236}">
                <a16:creationId xmlns:a16="http://schemas.microsoft.com/office/drawing/2014/main" id="{A047AC8A-19DF-4E39-AACE-56BAFD7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50" y="3126967"/>
            <a:ext cx="558900" cy="55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F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1763" name="Google Shape;1737;p38"/>
          <p:cNvCxnSpPr>
            <a:stCxn xmlns:a="http://schemas.openxmlformats.org/drawingml/2006/main" id="1721" idx="1"/>
            <a:endCxn xmlns:a="http://schemas.openxmlformats.org/drawingml/2006/main" id="1733" idx="3"/>
          </p:cNvCxnSpPr>
          <p:nvPr/>
        </p:nvCxnSpPr>
        <p:spPr>
          <a:xfrm xmlns:a="http://schemas.openxmlformats.org/drawingml/2006/main" rot="10800000">
            <a:off x="3116550" y="2583956"/>
            <a:ext cx="736200" cy="411300"/>
          </a:xfrm>
          <a:prstGeom xmlns:a="http://schemas.openxmlformats.org/drawingml/2006/main" prst="curvedConnector3">
            <a:avLst>
              <a:gd name="adj1" fmla="val 49993"/>
            </a:avLst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4" name="Google Shape;1738;p38"/>
          <p:cNvCxnSpPr>
            <a:stCxn xmlns:a="http://schemas.openxmlformats.org/drawingml/2006/main" id="1721" idx="1"/>
            <a:endCxn xmlns:a="http://schemas.openxmlformats.org/drawingml/2006/main" id="1734" idx="3"/>
          </p:cNvCxnSpPr>
          <p:nvPr/>
        </p:nvCxnSpPr>
        <p:spPr>
          <a:xfrm xmlns:a="http://schemas.openxmlformats.org/drawingml/2006/main" flipH="1">
            <a:off x="3116850" y="2995256"/>
            <a:ext cx="735900" cy="411300"/>
          </a:xfrm>
          <a:prstGeom xmlns:a="http://schemas.openxmlformats.org/drawingml/2006/main" prst="curvedConnector3">
            <a:avLst>
              <a:gd name="adj1" fmla="val 50007"/>
            </a:avLst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5" name="Google Shape;1739;p38"/>
          <p:cNvCxnSpPr>
            <a:stCxn xmlns:a="http://schemas.openxmlformats.org/drawingml/2006/main" id="1721" idx="3"/>
            <a:endCxn xmlns:a="http://schemas.openxmlformats.org/drawingml/2006/main" id="1735" idx="1"/>
          </p:cNvCxnSpPr>
          <p:nvPr/>
        </p:nvCxnSpPr>
        <p:spPr>
          <a:xfrm xmlns:a="http://schemas.openxmlformats.org/drawingml/2006/main" rot="10800000" flipH="1">
            <a:off x="5291250" y="2583956"/>
            <a:ext cx="735900" cy="411300"/>
          </a:xfrm>
          <a:prstGeom xmlns:a="http://schemas.openxmlformats.org/drawingml/2006/main" prst="curvedConnector3">
            <a:avLst>
              <a:gd name="adj1" fmla="val 50007"/>
            </a:avLst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6" name="Google Shape;1740;p38"/>
          <p:cNvCxnSpPr>
            <a:stCxn xmlns:a="http://schemas.openxmlformats.org/drawingml/2006/main" id="1721" idx="3"/>
            <a:endCxn xmlns:a="http://schemas.openxmlformats.org/drawingml/2006/main" id="1736" idx="1"/>
          </p:cNvCxnSpPr>
          <p:nvPr/>
        </p:nvCxnSpPr>
        <p:spPr>
          <a:xfrm xmlns:a="http://schemas.openxmlformats.org/drawingml/2006/main">
            <a:off x="5291250" y="2995256"/>
            <a:ext cx="735900" cy="411300"/>
          </a:xfrm>
          <a:prstGeom xmlns:a="http://schemas.openxmlformats.org/drawingml/2006/main" prst="curvedConnector3">
            <a:avLst>
              <a:gd name="adj1" fmla="val 50007"/>
            </a:avLst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084224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3" name="Google Shape;1793;p43">
            <a:extLst xmlns:a="http://schemas.openxmlformats.org/drawingml/2006/main">
              <a:ext uri="{FF2B5EF4-FFF2-40B4-BE49-F238E27FC236}">
                <a16:creationId xmlns:a16="http://schemas.microsoft.com/office/drawing/2014/main" id="{1E1B56FB-A8C1-4B14-AEF6-09DB089DC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Conclusions</a:t>
            </a:r>
            <a:endParaRPr/>
          </a:p>
        </p:txBody>
      </p:sp>
      <p:sp>
        <p:nvSpPr>
          <p:cNvPr id="1794" name="Google Shape;1794;p43">
            <a:extLst xmlns:a="http://schemas.openxmlformats.org/drawingml/2006/main">
              <a:ext uri="{FF2B5EF4-FFF2-40B4-BE49-F238E27FC236}">
                <a16:creationId xmlns:a16="http://schemas.microsoft.com/office/drawing/2014/main" id="{C06D6DC6-3A07-49A1-9DC7-00AEA6CDC2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87200" y="1527225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Understanding health studies holistically aids informed decision-making, fostering proactive well-being management</a:t>
            </a:r>
            <a:endParaRPr/>
          </a:p>
        </p:txBody>
      </p:sp>
      <p:sp>
        <p:nvSpPr>
          <p:cNvPr id="1795" name="Google Shape;1795;p43">
            <a:extLst xmlns:a="http://schemas.openxmlformats.org/drawingml/2006/main">
              <a:ext uri="{FF2B5EF4-FFF2-40B4-BE49-F238E27FC236}">
                <a16:creationId xmlns:a16="http://schemas.microsoft.com/office/drawing/2014/main" id="{EE027BEE-B533-459F-AAA0-A5DE2BE7922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187200" y="3272300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Witnessing practical applications, from community wellness to personalized care, highlights the transformative impact of health studies in real-world contexts</a:t>
            </a:r>
            <a:endParaRPr/>
          </a:p>
        </p:txBody>
      </p:sp>
      <p:sp>
        <p:nvSpPr>
          <p:cNvPr id="1796" name="Google Shape;1796;p43">
            <a:extLst xmlns:a="http://schemas.openxmlformats.org/drawingml/2006/main">
              <a:ext uri="{FF2B5EF4-FFF2-40B4-BE49-F238E27FC236}">
                <a16:creationId xmlns:a16="http://schemas.microsoft.com/office/drawing/2014/main" id="{18DD3CD1-5BBA-4899-928A-ED5F0F5C4DF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055150" y="2399763"/>
            <a:ext cx="3375600" cy="13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the dynamic realm of health studies, ongoing learning ensures our ability to contribute meaningfully to the ever-evolving landscape, promoting global health advancement</a:t>
            </a:r>
            <a:endParaRPr/>
          </a:p>
        </p:txBody>
      </p:sp>
      <p:sp>
        <p:nvSpPr>
          <p:cNvPr id="1797" name="Google Shape;1797;p43">
            <a:extLst xmlns:a="http://schemas.openxmlformats.org/drawingml/2006/main">
              <a:ext uri="{FF2B5EF4-FFF2-40B4-BE49-F238E27FC236}">
                <a16:creationId xmlns:a16="http://schemas.microsoft.com/office/drawing/2014/main" id="{E63EC5F4-F84D-4622-AEAB-3F503D65974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87200" y="1138350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Holistic health perspective</a:t>
            </a:r>
            <a:endParaRPr/>
          </a:p>
        </p:txBody>
      </p:sp>
      <p:sp>
        <p:nvSpPr>
          <p:cNvPr id="1798" name="Google Shape;1798;p43">
            <a:extLst xmlns:a="http://schemas.openxmlformats.org/drawingml/2006/main">
              <a:ext uri="{FF2B5EF4-FFF2-40B4-BE49-F238E27FC236}">
                <a16:creationId xmlns:a16="http://schemas.microsoft.com/office/drawing/2014/main" id="{815C353A-6F36-411D-A4DA-DDA7CAA8631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187225" y="2883425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Impactful applications</a:t>
            </a:r>
            <a:endParaRPr/>
          </a:p>
        </p:txBody>
      </p:sp>
      <p:sp>
        <p:nvSpPr>
          <p:cNvPr id="1799" name="Google Shape;1799;p43">
            <a:extLst xmlns:a="http://schemas.openxmlformats.org/drawingml/2006/main">
              <a:ext uri="{FF2B5EF4-FFF2-40B4-BE49-F238E27FC236}">
                <a16:creationId xmlns:a16="http://schemas.microsoft.com/office/drawing/2014/main" id="{01F276D4-52A5-4A0F-B7D1-8ADB260B846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055175" y="2010888"/>
            <a:ext cx="33756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Continual learning</a:t>
            </a:r>
            <a:endParaRPr/>
          </a:p>
        </p:txBody>
      </p:sp>
      <p:sp>
        <p:nvSpPr>
          <p:cNvPr id="1800" name="Google Shape;1800;p43">
            <a:extLst xmlns:a="http://schemas.openxmlformats.org/drawingml/2006/main">
              <a:ext uri="{FF2B5EF4-FFF2-40B4-BE49-F238E27FC236}">
                <a16:creationId xmlns:a16="http://schemas.microsoft.com/office/drawing/2014/main" id="{A5DF4FBE-C635-4B33-81FE-F4DB0292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13" y="1234450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43">
            <a:extLst xmlns:a="http://schemas.openxmlformats.org/drawingml/2006/main">
              <a:ext uri="{FF2B5EF4-FFF2-40B4-BE49-F238E27FC236}">
                <a16:creationId xmlns:a16="http://schemas.microsoft.com/office/drawing/2014/main" id="{70734E33-2E68-4C95-8D0F-9CF44CF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13" y="2979538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43">
            <a:extLst xmlns:a="http://schemas.openxmlformats.org/drawingml/2006/main">
              <a:ext uri="{FF2B5EF4-FFF2-40B4-BE49-F238E27FC236}">
                <a16:creationId xmlns:a16="http://schemas.microsoft.com/office/drawing/2014/main" id="{4F03565E-DA76-4F52-A2BB-953FF1A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336" y="2106994"/>
            <a:ext cx="467200" cy="468075"/>
          </a:xfrm>
          <a:custGeom xmlns:a="http://schemas.openxmlformats.org/drawingml/2006/main">
            <a:rect l="l" t="t" r="r" b="b"/>
            <a:pathLst>
              <a:path w="18688" h="18723">
                <a:moveTo>
                  <a:pt x="4094" y="0"/>
                </a:moveTo>
                <a:lnTo>
                  <a:pt x="3667" y="36"/>
                </a:lnTo>
                <a:lnTo>
                  <a:pt x="3275" y="107"/>
                </a:lnTo>
                <a:lnTo>
                  <a:pt x="2884" y="178"/>
                </a:lnTo>
                <a:lnTo>
                  <a:pt x="2492" y="321"/>
                </a:lnTo>
                <a:lnTo>
                  <a:pt x="2136" y="499"/>
                </a:lnTo>
                <a:lnTo>
                  <a:pt x="1816" y="712"/>
                </a:lnTo>
                <a:lnTo>
                  <a:pt x="1495" y="961"/>
                </a:lnTo>
                <a:lnTo>
                  <a:pt x="1211" y="1211"/>
                </a:lnTo>
                <a:lnTo>
                  <a:pt x="926" y="1495"/>
                </a:lnTo>
                <a:lnTo>
                  <a:pt x="712" y="1816"/>
                </a:lnTo>
                <a:lnTo>
                  <a:pt x="499" y="2172"/>
                </a:lnTo>
                <a:lnTo>
                  <a:pt x="321" y="2528"/>
                </a:lnTo>
                <a:lnTo>
                  <a:pt x="178" y="2884"/>
                </a:lnTo>
                <a:lnTo>
                  <a:pt x="72" y="3275"/>
                </a:lnTo>
                <a:lnTo>
                  <a:pt x="36" y="3702"/>
                </a:lnTo>
                <a:lnTo>
                  <a:pt x="0" y="4094"/>
                </a:lnTo>
                <a:lnTo>
                  <a:pt x="0" y="14630"/>
                </a:lnTo>
                <a:lnTo>
                  <a:pt x="36" y="15057"/>
                </a:lnTo>
                <a:lnTo>
                  <a:pt x="72" y="15448"/>
                </a:lnTo>
                <a:lnTo>
                  <a:pt x="178" y="15840"/>
                </a:lnTo>
                <a:lnTo>
                  <a:pt x="321" y="16231"/>
                </a:lnTo>
                <a:lnTo>
                  <a:pt x="499" y="16587"/>
                </a:lnTo>
                <a:lnTo>
                  <a:pt x="712" y="16908"/>
                </a:lnTo>
                <a:lnTo>
                  <a:pt x="926" y="17228"/>
                </a:lnTo>
                <a:lnTo>
                  <a:pt x="1211" y="17513"/>
                </a:lnTo>
                <a:lnTo>
                  <a:pt x="1495" y="17798"/>
                </a:lnTo>
                <a:lnTo>
                  <a:pt x="1816" y="18011"/>
                </a:lnTo>
                <a:lnTo>
                  <a:pt x="2136" y="18225"/>
                </a:lnTo>
                <a:lnTo>
                  <a:pt x="2492" y="18403"/>
                </a:lnTo>
                <a:lnTo>
                  <a:pt x="2884" y="18545"/>
                </a:lnTo>
                <a:lnTo>
                  <a:pt x="3275" y="18616"/>
                </a:lnTo>
                <a:lnTo>
                  <a:pt x="3667" y="18687"/>
                </a:lnTo>
                <a:lnTo>
                  <a:pt x="4094" y="18723"/>
                </a:lnTo>
                <a:lnTo>
                  <a:pt x="14594" y="18723"/>
                </a:lnTo>
                <a:lnTo>
                  <a:pt x="15021" y="18687"/>
                </a:lnTo>
                <a:lnTo>
                  <a:pt x="15448" y="18616"/>
                </a:lnTo>
                <a:lnTo>
                  <a:pt x="15840" y="18545"/>
                </a:lnTo>
                <a:lnTo>
                  <a:pt x="16196" y="18403"/>
                </a:lnTo>
                <a:lnTo>
                  <a:pt x="16552" y="18225"/>
                </a:lnTo>
                <a:lnTo>
                  <a:pt x="16908" y="18011"/>
                </a:lnTo>
                <a:lnTo>
                  <a:pt x="17228" y="17798"/>
                </a:lnTo>
                <a:lnTo>
                  <a:pt x="17513" y="17513"/>
                </a:lnTo>
                <a:lnTo>
                  <a:pt x="17762" y="17228"/>
                </a:lnTo>
                <a:lnTo>
                  <a:pt x="18011" y="16908"/>
                </a:lnTo>
                <a:lnTo>
                  <a:pt x="18225" y="16587"/>
                </a:lnTo>
                <a:lnTo>
                  <a:pt x="18367" y="16231"/>
                </a:lnTo>
                <a:lnTo>
                  <a:pt x="18509" y="15840"/>
                </a:lnTo>
                <a:lnTo>
                  <a:pt x="18616" y="15448"/>
                </a:lnTo>
                <a:lnTo>
                  <a:pt x="18687" y="15057"/>
                </a:lnTo>
                <a:lnTo>
                  <a:pt x="18687" y="14630"/>
                </a:lnTo>
                <a:lnTo>
                  <a:pt x="18687" y="4094"/>
                </a:lnTo>
                <a:lnTo>
                  <a:pt x="18687" y="3702"/>
                </a:lnTo>
                <a:lnTo>
                  <a:pt x="18616" y="3275"/>
                </a:lnTo>
                <a:lnTo>
                  <a:pt x="18509" y="2884"/>
                </a:lnTo>
                <a:lnTo>
                  <a:pt x="18367" y="2528"/>
                </a:lnTo>
                <a:lnTo>
                  <a:pt x="18225" y="2172"/>
                </a:lnTo>
                <a:lnTo>
                  <a:pt x="18011" y="1816"/>
                </a:lnTo>
                <a:lnTo>
                  <a:pt x="17762" y="1495"/>
                </a:lnTo>
                <a:lnTo>
                  <a:pt x="17513" y="1211"/>
                </a:lnTo>
                <a:lnTo>
                  <a:pt x="17228" y="961"/>
                </a:lnTo>
                <a:lnTo>
                  <a:pt x="16908" y="712"/>
                </a:lnTo>
                <a:lnTo>
                  <a:pt x="16552" y="499"/>
                </a:lnTo>
                <a:lnTo>
                  <a:pt x="16196" y="321"/>
                </a:lnTo>
                <a:lnTo>
                  <a:pt x="15840" y="178"/>
                </a:lnTo>
                <a:lnTo>
                  <a:pt x="15448" y="107"/>
                </a:lnTo>
                <a:lnTo>
                  <a:pt x="15021" y="36"/>
                </a:lnTo>
                <a:lnTo>
                  <a:pt x="14594" y="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43">
            <a:extLst xmlns:a="http://schemas.openxmlformats.org/drawingml/2006/main">
              <a:ext uri="{FF2B5EF4-FFF2-40B4-BE49-F238E27FC236}">
                <a16:creationId xmlns:a16="http://schemas.microsoft.com/office/drawing/2014/main" id="{6EBC110D-3E0C-4008-9004-1338BC7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116" y="3166120"/>
            <a:ext cx="315959" cy="111773"/>
          </a:xfrm>
          <a:custGeom xmlns:a="http://schemas.openxmlformats.org/drawingml/2006/main">
            <a:rect l="l" t="t" r="r" b="b"/>
            <a:pathLst>
              <a:path w="11847" h="4191">
                <a:moveTo>
                  <a:pt x="5230" y="0"/>
                </a:moveTo>
                <a:cubicBezTo>
                  <a:pt x="5073" y="0"/>
                  <a:pt x="4947" y="63"/>
                  <a:pt x="4915" y="189"/>
                </a:cubicBezTo>
                <a:lnTo>
                  <a:pt x="4096" y="2080"/>
                </a:lnTo>
                <a:lnTo>
                  <a:pt x="347" y="2080"/>
                </a:lnTo>
                <a:cubicBezTo>
                  <a:pt x="158" y="2080"/>
                  <a:pt x="0" y="2237"/>
                  <a:pt x="0" y="2426"/>
                </a:cubicBezTo>
                <a:cubicBezTo>
                  <a:pt x="0" y="2615"/>
                  <a:pt x="158" y="2773"/>
                  <a:pt x="347" y="2773"/>
                </a:cubicBezTo>
                <a:lnTo>
                  <a:pt x="4316" y="2773"/>
                </a:lnTo>
                <a:cubicBezTo>
                  <a:pt x="4411" y="2773"/>
                  <a:pt x="4505" y="2710"/>
                  <a:pt x="4600" y="2584"/>
                </a:cubicBezTo>
                <a:lnTo>
                  <a:pt x="5199" y="1292"/>
                </a:lnTo>
                <a:lnTo>
                  <a:pt x="6238" y="3970"/>
                </a:lnTo>
                <a:cubicBezTo>
                  <a:pt x="6301" y="4096"/>
                  <a:pt x="6396" y="4159"/>
                  <a:pt x="6522" y="4191"/>
                </a:cubicBezTo>
                <a:lnTo>
                  <a:pt x="6553" y="4191"/>
                </a:lnTo>
                <a:cubicBezTo>
                  <a:pt x="6679" y="4191"/>
                  <a:pt x="6805" y="4127"/>
                  <a:pt x="6868" y="4033"/>
                </a:cubicBezTo>
                <a:lnTo>
                  <a:pt x="7624" y="2836"/>
                </a:lnTo>
                <a:lnTo>
                  <a:pt x="11500" y="2836"/>
                </a:lnTo>
                <a:cubicBezTo>
                  <a:pt x="11689" y="2836"/>
                  <a:pt x="11846" y="2678"/>
                  <a:pt x="11846" y="2458"/>
                </a:cubicBezTo>
                <a:cubicBezTo>
                  <a:pt x="11846" y="2269"/>
                  <a:pt x="11689" y="2111"/>
                  <a:pt x="11500" y="2111"/>
                </a:cubicBezTo>
                <a:lnTo>
                  <a:pt x="7435" y="2111"/>
                </a:lnTo>
                <a:cubicBezTo>
                  <a:pt x="7309" y="2111"/>
                  <a:pt x="7183" y="2206"/>
                  <a:pt x="7120" y="2269"/>
                </a:cubicBezTo>
                <a:lnTo>
                  <a:pt x="6648" y="3056"/>
                </a:lnTo>
                <a:lnTo>
                  <a:pt x="5545" y="221"/>
                </a:lnTo>
                <a:cubicBezTo>
                  <a:pt x="5514" y="95"/>
                  <a:pt x="5388" y="0"/>
                  <a:pt x="523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43">
            <a:extLst xmlns:a="http://schemas.openxmlformats.org/drawingml/2006/main">
              <a:ext uri="{FF2B5EF4-FFF2-40B4-BE49-F238E27FC236}">
                <a16:creationId xmlns:a16="http://schemas.microsoft.com/office/drawing/2014/main" id="{CB5C9393-9517-4F0D-B272-02F0067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582" y="3075362"/>
            <a:ext cx="315132" cy="133643"/>
          </a:xfrm>
          <a:custGeom xmlns:a="http://schemas.openxmlformats.org/drawingml/2006/main">
            <a:rect l="l" t="t" r="r" b="b"/>
            <a:pathLst>
              <a:path w="11816" h="5011">
                <a:moveTo>
                  <a:pt x="3151" y="1"/>
                </a:moveTo>
                <a:cubicBezTo>
                  <a:pt x="1387" y="1"/>
                  <a:pt x="1" y="1419"/>
                  <a:pt x="1" y="3277"/>
                </a:cubicBezTo>
                <a:cubicBezTo>
                  <a:pt x="1" y="3876"/>
                  <a:pt x="158" y="4349"/>
                  <a:pt x="442" y="4821"/>
                </a:cubicBezTo>
                <a:lnTo>
                  <a:pt x="3655" y="4821"/>
                </a:lnTo>
                <a:lnTo>
                  <a:pt x="4285" y="3340"/>
                </a:lnTo>
                <a:cubicBezTo>
                  <a:pt x="4443" y="2994"/>
                  <a:pt x="4821" y="2773"/>
                  <a:pt x="5199" y="2710"/>
                </a:cubicBezTo>
                <a:cubicBezTo>
                  <a:pt x="5672" y="2710"/>
                  <a:pt x="6018" y="2994"/>
                  <a:pt x="6176" y="3403"/>
                </a:cubicBezTo>
                <a:lnTo>
                  <a:pt x="6806" y="5010"/>
                </a:lnTo>
                <a:cubicBezTo>
                  <a:pt x="6963" y="4884"/>
                  <a:pt x="7215" y="4821"/>
                  <a:pt x="7404" y="4821"/>
                </a:cubicBezTo>
                <a:lnTo>
                  <a:pt x="11374" y="4821"/>
                </a:lnTo>
                <a:cubicBezTo>
                  <a:pt x="11626" y="4349"/>
                  <a:pt x="11815" y="3813"/>
                  <a:pt x="11815" y="3277"/>
                </a:cubicBezTo>
                <a:cubicBezTo>
                  <a:pt x="11815" y="1419"/>
                  <a:pt x="10429" y="1"/>
                  <a:pt x="8665" y="1"/>
                </a:cubicBezTo>
                <a:cubicBezTo>
                  <a:pt x="7247" y="1"/>
                  <a:pt x="6396" y="977"/>
                  <a:pt x="5924" y="1860"/>
                </a:cubicBezTo>
                <a:cubicBezTo>
                  <a:pt x="5451" y="977"/>
                  <a:pt x="4537" y="1"/>
                  <a:pt x="315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43">
            <a:extLst xmlns:a="http://schemas.openxmlformats.org/drawingml/2006/main">
              <a:ext uri="{FF2B5EF4-FFF2-40B4-BE49-F238E27FC236}">
                <a16:creationId xmlns:a16="http://schemas.microsoft.com/office/drawing/2014/main" id="{6D6A9C2B-0186-4D68-8592-B410895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096" y="3246770"/>
            <a:ext cx="199144" cy="105053"/>
          </a:xfrm>
          <a:custGeom xmlns:a="http://schemas.openxmlformats.org/drawingml/2006/main">
            <a:rect l="l" t="t" r="r" b="b"/>
            <a:pathLst>
              <a:path w="7467" h="3939">
                <a:moveTo>
                  <a:pt x="2962" y="1"/>
                </a:moveTo>
                <a:cubicBezTo>
                  <a:pt x="2773" y="284"/>
                  <a:pt x="2458" y="442"/>
                  <a:pt x="2111" y="442"/>
                </a:cubicBezTo>
                <a:lnTo>
                  <a:pt x="0" y="442"/>
                </a:lnTo>
                <a:cubicBezTo>
                  <a:pt x="158" y="599"/>
                  <a:pt x="347" y="757"/>
                  <a:pt x="536" y="914"/>
                </a:cubicBezTo>
                <a:cubicBezTo>
                  <a:pt x="1449" y="1734"/>
                  <a:pt x="2426" y="2647"/>
                  <a:pt x="3434" y="3813"/>
                </a:cubicBezTo>
                <a:cubicBezTo>
                  <a:pt x="3529" y="3907"/>
                  <a:pt x="3592" y="3939"/>
                  <a:pt x="3718" y="3939"/>
                </a:cubicBezTo>
                <a:cubicBezTo>
                  <a:pt x="3844" y="3939"/>
                  <a:pt x="3907" y="3907"/>
                  <a:pt x="4001" y="3813"/>
                </a:cubicBezTo>
                <a:cubicBezTo>
                  <a:pt x="4978" y="2584"/>
                  <a:pt x="6018" y="1734"/>
                  <a:pt x="6900" y="914"/>
                </a:cubicBezTo>
                <a:cubicBezTo>
                  <a:pt x="7120" y="757"/>
                  <a:pt x="7278" y="599"/>
                  <a:pt x="7467" y="442"/>
                </a:cubicBezTo>
                <a:lnTo>
                  <a:pt x="5860" y="442"/>
                </a:lnTo>
                <a:lnTo>
                  <a:pt x="5293" y="1324"/>
                </a:lnTo>
                <a:cubicBezTo>
                  <a:pt x="5104" y="1639"/>
                  <a:pt x="4789" y="1860"/>
                  <a:pt x="4379" y="1860"/>
                </a:cubicBezTo>
                <a:lnTo>
                  <a:pt x="4316" y="1860"/>
                </a:lnTo>
                <a:cubicBezTo>
                  <a:pt x="3907" y="1797"/>
                  <a:pt x="3592" y="1576"/>
                  <a:pt x="3434" y="1167"/>
                </a:cubicBezTo>
                <a:lnTo>
                  <a:pt x="2962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43">
            <a:extLst xmlns:a="http://schemas.openxmlformats.org/drawingml/2006/main">
              <a:ext uri="{FF2B5EF4-FFF2-40B4-BE49-F238E27FC236}">
                <a16:creationId xmlns:a16="http://schemas.microsoft.com/office/drawing/2014/main" id="{DCDF3773-6BC4-4A84-8E10-064B301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312464"/>
            <a:ext cx="36991" cy="56300"/>
          </a:xfrm>
          <a:custGeom xmlns:a="http://schemas.openxmlformats.org/drawingml/2006/main">
            <a:rect l="l" t="t" r="r" b="b"/>
            <a:pathLst>
              <a:path w="1387" h="2111">
                <a:moveTo>
                  <a:pt x="0" y="0"/>
                </a:moveTo>
                <a:lnTo>
                  <a:pt x="0" y="2111"/>
                </a:lnTo>
                <a:lnTo>
                  <a:pt x="1386" y="2111"/>
                </a:lnTo>
                <a:lnTo>
                  <a:pt x="1386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43">
            <a:extLst xmlns:a="http://schemas.openxmlformats.org/drawingml/2006/main">
              <a:ext uri="{FF2B5EF4-FFF2-40B4-BE49-F238E27FC236}">
                <a16:creationId xmlns:a16="http://schemas.microsoft.com/office/drawing/2014/main" id="{8939801D-6BF8-4D80-93FA-8843F0D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388073"/>
            <a:ext cx="56300" cy="18508"/>
          </a:xfrm>
          <a:custGeom xmlns:a="http://schemas.openxmlformats.org/drawingml/2006/main">
            <a:rect l="l" t="t" r="r" b="b"/>
            <a:pathLst>
              <a:path w="2111" h="694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6"/>
                  <a:pt x="2111" y="347"/>
                </a:cubicBezTo>
                <a:cubicBezTo>
                  <a:pt x="2111" y="158"/>
                  <a:pt x="1954" y="1"/>
                  <a:pt x="173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43">
            <a:extLst xmlns:a="http://schemas.openxmlformats.org/drawingml/2006/main">
              <a:ext uri="{FF2B5EF4-FFF2-40B4-BE49-F238E27FC236}">
                <a16:creationId xmlns:a16="http://schemas.microsoft.com/office/drawing/2014/main" id="{7674A147-772A-4519-9A90-5A9D4F8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5559" y="2275473"/>
            <a:ext cx="56300" cy="18535"/>
          </a:xfrm>
          <a:custGeom xmlns:a="http://schemas.openxmlformats.org/drawingml/2006/main">
            <a:rect l="l" t="t" r="r" b="b"/>
            <a:pathLst>
              <a:path w="2111" h="695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7"/>
                  <a:pt x="2111" y="348"/>
                </a:cubicBezTo>
                <a:cubicBezTo>
                  <a:pt x="2111" y="159"/>
                  <a:pt x="1954" y="1"/>
                  <a:pt x="173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43">
            <a:extLst xmlns:a="http://schemas.openxmlformats.org/drawingml/2006/main">
              <a:ext uri="{FF2B5EF4-FFF2-40B4-BE49-F238E27FC236}">
                <a16:creationId xmlns:a16="http://schemas.microsoft.com/office/drawing/2014/main" id="{0FF1C9D7-DB3F-400A-B576-86F28773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6386" y="2183061"/>
            <a:ext cx="315959" cy="315959"/>
          </a:xfrm>
          <a:custGeom xmlns:a="http://schemas.openxmlformats.org/drawingml/2006/main">
            <a:rect l="l" t="t" r="r" b="b"/>
            <a:pathLst>
              <a:path w="11847" h="11847">
                <a:moveTo>
                  <a:pt x="2427" y="0"/>
                </a:moveTo>
                <a:cubicBezTo>
                  <a:pt x="1072" y="0"/>
                  <a:pt x="1" y="1103"/>
                  <a:pt x="1" y="2426"/>
                </a:cubicBezTo>
                <a:lnTo>
                  <a:pt x="1" y="2804"/>
                </a:lnTo>
                <a:lnTo>
                  <a:pt x="1355" y="2804"/>
                </a:lnTo>
                <a:lnTo>
                  <a:pt x="1355" y="2426"/>
                </a:lnTo>
                <a:cubicBezTo>
                  <a:pt x="1355" y="1859"/>
                  <a:pt x="1828" y="1418"/>
                  <a:pt x="2395" y="1418"/>
                </a:cubicBezTo>
                <a:lnTo>
                  <a:pt x="9358" y="1418"/>
                </a:lnTo>
                <a:cubicBezTo>
                  <a:pt x="9956" y="1418"/>
                  <a:pt x="10366" y="1891"/>
                  <a:pt x="10366" y="2426"/>
                </a:cubicBezTo>
                <a:lnTo>
                  <a:pt x="10366" y="9420"/>
                </a:lnTo>
                <a:cubicBezTo>
                  <a:pt x="10366" y="9987"/>
                  <a:pt x="9893" y="10429"/>
                  <a:pt x="9358" y="10429"/>
                </a:cubicBezTo>
                <a:lnTo>
                  <a:pt x="2395" y="10429"/>
                </a:lnTo>
                <a:cubicBezTo>
                  <a:pt x="1797" y="10429"/>
                  <a:pt x="1355" y="9956"/>
                  <a:pt x="1355" y="9420"/>
                </a:cubicBezTo>
                <a:lnTo>
                  <a:pt x="1355" y="9042"/>
                </a:lnTo>
                <a:lnTo>
                  <a:pt x="1" y="9042"/>
                </a:lnTo>
                <a:lnTo>
                  <a:pt x="1" y="9420"/>
                </a:lnTo>
                <a:cubicBezTo>
                  <a:pt x="1" y="10744"/>
                  <a:pt x="1103" y="11846"/>
                  <a:pt x="2427" y="11846"/>
                </a:cubicBezTo>
                <a:lnTo>
                  <a:pt x="9389" y="11846"/>
                </a:lnTo>
                <a:cubicBezTo>
                  <a:pt x="10744" y="11846"/>
                  <a:pt x="11847" y="10744"/>
                  <a:pt x="11847" y="9420"/>
                </a:cubicBezTo>
                <a:lnTo>
                  <a:pt x="11847" y="2426"/>
                </a:lnTo>
                <a:cubicBezTo>
                  <a:pt x="11847" y="1103"/>
                  <a:pt x="10744" y="0"/>
                  <a:pt x="938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43">
            <a:extLst xmlns:a="http://schemas.openxmlformats.org/drawingml/2006/main">
              <a:ext uri="{FF2B5EF4-FFF2-40B4-BE49-F238E27FC236}">
                <a16:creationId xmlns:a16="http://schemas.microsoft.com/office/drawing/2014/main" id="{68523751-3920-4972-A9E9-17789D2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6534" y="2293982"/>
            <a:ext cx="92464" cy="92438"/>
          </a:xfrm>
          <a:custGeom xmlns:a="http://schemas.openxmlformats.org/drawingml/2006/main">
            <a:rect l="l" t="t" r="r" b="b"/>
            <a:pathLst>
              <a:path w="3467" h="3466">
                <a:moveTo>
                  <a:pt x="1387" y="0"/>
                </a:moveTo>
                <a:lnTo>
                  <a:pt x="1387" y="1040"/>
                </a:lnTo>
                <a:cubicBezTo>
                  <a:pt x="1387" y="1229"/>
                  <a:pt x="1230" y="1386"/>
                  <a:pt x="1041" y="1386"/>
                </a:cubicBezTo>
                <a:lnTo>
                  <a:pt x="1" y="1386"/>
                </a:lnTo>
                <a:lnTo>
                  <a:pt x="1" y="2111"/>
                </a:lnTo>
                <a:lnTo>
                  <a:pt x="1041" y="2111"/>
                </a:lnTo>
                <a:cubicBezTo>
                  <a:pt x="1230" y="2111"/>
                  <a:pt x="1387" y="2268"/>
                  <a:pt x="1387" y="2457"/>
                </a:cubicBezTo>
                <a:lnTo>
                  <a:pt x="1387" y="3466"/>
                </a:lnTo>
                <a:lnTo>
                  <a:pt x="2080" y="3466"/>
                </a:lnTo>
                <a:lnTo>
                  <a:pt x="2080" y="2457"/>
                </a:lnTo>
                <a:cubicBezTo>
                  <a:pt x="2080" y="2268"/>
                  <a:pt x="2238" y="2111"/>
                  <a:pt x="2458" y="2111"/>
                </a:cubicBezTo>
                <a:lnTo>
                  <a:pt x="3467" y="2111"/>
                </a:lnTo>
                <a:lnTo>
                  <a:pt x="3467" y="1386"/>
                </a:lnTo>
                <a:lnTo>
                  <a:pt x="2458" y="1386"/>
                </a:lnTo>
                <a:cubicBezTo>
                  <a:pt x="2238" y="1386"/>
                  <a:pt x="2080" y="1229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43">
            <a:extLst xmlns:a="http://schemas.openxmlformats.org/drawingml/2006/main">
              <a:ext uri="{FF2B5EF4-FFF2-40B4-BE49-F238E27FC236}">
                <a16:creationId xmlns:a16="http://schemas.microsoft.com/office/drawing/2014/main" id="{CA5B874D-92B1-4C18-8319-8CFC8CC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1859" y="2238508"/>
            <a:ext cx="204185" cy="205038"/>
          </a:xfrm>
          <a:custGeom xmlns:a="http://schemas.openxmlformats.org/drawingml/2006/main">
            <a:rect l="l" t="t" r="r" b="b"/>
            <a:pathLst>
              <a:path w="7656" h="7688">
                <a:moveTo>
                  <a:pt x="4883" y="1418"/>
                </a:moveTo>
                <a:cubicBezTo>
                  <a:pt x="5072" y="1418"/>
                  <a:pt x="5230" y="1576"/>
                  <a:pt x="5230" y="1765"/>
                </a:cubicBezTo>
                <a:lnTo>
                  <a:pt x="5230" y="2805"/>
                </a:lnTo>
                <a:lnTo>
                  <a:pt x="6238" y="2805"/>
                </a:lnTo>
                <a:cubicBezTo>
                  <a:pt x="6459" y="2805"/>
                  <a:pt x="6616" y="2962"/>
                  <a:pt x="6616" y="3151"/>
                </a:cubicBezTo>
                <a:lnTo>
                  <a:pt x="6616" y="4537"/>
                </a:lnTo>
                <a:cubicBezTo>
                  <a:pt x="6616" y="4726"/>
                  <a:pt x="6459" y="4884"/>
                  <a:pt x="6238" y="4884"/>
                </a:cubicBezTo>
                <a:lnTo>
                  <a:pt x="5230" y="4884"/>
                </a:lnTo>
                <a:lnTo>
                  <a:pt x="5230" y="5924"/>
                </a:lnTo>
                <a:cubicBezTo>
                  <a:pt x="5230" y="6113"/>
                  <a:pt x="5072" y="6270"/>
                  <a:pt x="4883" y="6270"/>
                </a:cubicBezTo>
                <a:lnTo>
                  <a:pt x="3497" y="6270"/>
                </a:lnTo>
                <a:cubicBezTo>
                  <a:pt x="3308" y="6270"/>
                  <a:pt x="3151" y="6113"/>
                  <a:pt x="3151" y="5924"/>
                </a:cubicBezTo>
                <a:lnTo>
                  <a:pt x="3151" y="4884"/>
                </a:lnTo>
                <a:lnTo>
                  <a:pt x="2111" y="4884"/>
                </a:lnTo>
                <a:cubicBezTo>
                  <a:pt x="1922" y="4884"/>
                  <a:pt x="1764" y="4726"/>
                  <a:pt x="1764" y="4537"/>
                </a:cubicBezTo>
                <a:lnTo>
                  <a:pt x="1764" y="3151"/>
                </a:lnTo>
                <a:cubicBezTo>
                  <a:pt x="1764" y="2962"/>
                  <a:pt x="1922" y="2805"/>
                  <a:pt x="2111" y="2805"/>
                </a:cubicBezTo>
                <a:lnTo>
                  <a:pt x="3151" y="2805"/>
                </a:lnTo>
                <a:lnTo>
                  <a:pt x="3151" y="1765"/>
                </a:lnTo>
                <a:cubicBezTo>
                  <a:pt x="3151" y="1576"/>
                  <a:pt x="3308" y="1418"/>
                  <a:pt x="3497" y="141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757"/>
                </a:lnTo>
                <a:cubicBezTo>
                  <a:pt x="378" y="914"/>
                  <a:pt x="693" y="1261"/>
                  <a:pt x="693" y="1734"/>
                </a:cubicBezTo>
                <a:cubicBezTo>
                  <a:pt x="693" y="2175"/>
                  <a:pt x="378" y="2553"/>
                  <a:pt x="0" y="2710"/>
                </a:cubicBezTo>
                <a:lnTo>
                  <a:pt x="0" y="4979"/>
                </a:lnTo>
                <a:cubicBezTo>
                  <a:pt x="378" y="5136"/>
                  <a:pt x="693" y="5483"/>
                  <a:pt x="693" y="5955"/>
                </a:cubicBezTo>
                <a:cubicBezTo>
                  <a:pt x="693" y="6396"/>
                  <a:pt x="441" y="6774"/>
                  <a:pt x="0" y="6932"/>
                </a:cubicBezTo>
                <a:lnTo>
                  <a:pt x="0" y="7341"/>
                </a:lnTo>
                <a:cubicBezTo>
                  <a:pt x="0" y="7530"/>
                  <a:pt x="158" y="7688"/>
                  <a:pt x="347" y="7688"/>
                </a:cubicBezTo>
                <a:lnTo>
                  <a:pt x="7309" y="7688"/>
                </a:lnTo>
                <a:cubicBezTo>
                  <a:pt x="7498" y="7688"/>
                  <a:pt x="7656" y="7530"/>
                  <a:pt x="7656" y="7341"/>
                </a:cubicBezTo>
                <a:lnTo>
                  <a:pt x="7656" y="347"/>
                </a:lnTo>
                <a:cubicBezTo>
                  <a:pt x="7656" y="158"/>
                  <a:pt x="7498" y="1"/>
                  <a:pt x="730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43">
            <a:extLst xmlns:a="http://schemas.openxmlformats.org/drawingml/2006/main">
              <a:ext uri="{FF2B5EF4-FFF2-40B4-BE49-F238E27FC236}">
                <a16:creationId xmlns:a16="http://schemas.microsoft.com/office/drawing/2014/main" id="{05BD02B5-09B3-4CDB-B905-F1F76AF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717" y="1442431"/>
            <a:ext cx="55500" cy="54646"/>
          </a:xfrm>
          <a:custGeom xmlns:a="http://schemas.openxmlformats.org/drawingml/2006/main">
            <a:rect l="l" t="t" r="r" b="b"/>
            <a:pathLst>
              <a:path w="2081" h="2049">
                <a:moveTo>
                  <a:pt x="1041" y="1"/>
                </a:moveTo>
                <a:cubicBezTo>
                  <a:pt x="505" y="1"/>
                  <a:pt x="32" y="473"/>
                  <a:pt x="32" y="1040"/>
                </a:cubicBezTo>
                <a:cubicBezTo>
                  <a:pt x="1" y="1576"/>
                  <a:pt x="473" y="2049"/>
                  <a:pt x="1041" y="2049"/>
                </a:cubicBezTo>
                <a:cubicBezTo>
                  <a:pt x="1639" y="2049"/>
                  <a:pt x="2080" y="1576"/>
                  <a:pt x="2080" y="1040"/>
                </a:cubicBezTo>
                <a:cubicBezTo>
                  <a:pt x="2080" y="442"/>
                  <a:pt x="1608" y="1"/>
                  <a:pt x="104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43">
            <a:extLst xmlns:a="http://schemas.openxmlformats.org/drawingml/2006/main">
              <a:ext uri="{FF2B5EF4-FFF2-40B4-BE49-F238E27FC236}">
                <a16:creationId xmlns:a16="http://schemas.microsoft.com/office/drawing/2014/main" id="{E55AF4EF-E0A9-43B0-82B1-7121438D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208" y="1310521"/>
            <a:ext cx="309239" cy="315959"/>
          </a:xfrm>
          <a:custGeom xmlns:a="http://schemas.openxmlformats.org/drawingml/2006/main">
            <a:rect l="l" t="t" r="r" b="b"/>
            <a:pathLst>
              <a:path w="11595" h="11847">
                <a:moveTo>
                  <a:pt x="5672" y="757"/>
                </a:moveTo>
                <a:cubicBezTo>
                  <a:pt x="6144" y="757"/>
                  <a:pt x="6680" y="1544"/>
                  <a:pt x="7026" y="2710"/>
                </a:cubicBezTo>
                <a:cubicBezTo>
                  <a:pt x="6585" y="2867"/>
                  <a:pt x="6176" y="3025"/>
                  <a:pt x="5672" y="3214"/>
                </a:cubicBezTo>
                <a:cubicBezTo>
                  <a:pt x="5262" y="3025"/>
                  <a:pt x="4789" y="2836"/>
                  <a:pt x="4348" y="2710"/>
                </a:cubicBezTo>
                <a:cubicBezTo>
                  <a:pt x="4695" y="1481"/>
                  <a:pt x="5199" y="757"/>
                  <a:pt x="5672" y="757"/>
                </a:cubicBezTo>
                <a:close/>
                <a:moveTo>
                  <a:pt x="4191" y="3372"/>
                </a:moveTo>
                <a:cubicBezTo>
                  <a:pt x="4411" y="3466"/>
                  <a:pt x="4632" y="3529"/>
                  <a:pt x="4852" y="3624"/>
                </a:cubicBezTo>
                <a:cubicBezTo>
                  <a:pt x="4159" y="3970"/>
                  <a:pt x="4726" y="3655"/>
                  <a:pt x="4065" y="4096"/>
                </a:cubicBezTo>
                <a:lnTo>
                  <a:pt x="4191" y="3372"/>
                </a:lnTo>
                <a:close/>
                <a:moveTo>
                  <a:pt x="7184" y="3372"/>
                </a:moveTo>
                <a:lnTo>
                  <a:pt x="7310" y="4096"/>
                </a:lnTo>
                <a:cubicBezTo>
                  <a:pt x="6585" y="3655"/>
                  <a:pt x="7184" y="4002"/>
                  <a:pt x="6522" y="3624"/>
                </a:cubicBezTo>
                <a:cubicBezTo>
                  <a:pt x="6743" y="3529"/>
                  <a:pt x="6995" y="3466"/>
                  <a:pt x="7184" y="3372"/>
                </a:cubicBezTo>
                <a:close/>
                <a:moveTo>
                  <a:pt x="9191" y="3001"/>
                </a:moveTo>
                <a:cubicBezTo>
                  <a:pt x="9631" y="3001"/>
                  <a:pt x="10026" y="3084"/>
                  <a:pt x="10177" y="3340"/>
                </a:cubicBezTo>
                <a:cubicBezTo>
                  <a:pt x="10208" y="3435"/>
                  <a:pt x="10240" y="3529"/>
                  <a:pt x="10208" y="3655"/>
                </a:cubicBezTo>
                <a:cubicBezTo>
                  <a:pt x="9925" y="3687"/>
                  <a:pt x="9673" y="3907"/>
                  <a:pt x="9515" y="4159"/>
                </a:cubicBezTo>
                <a:cubicBezTo>
                  <a:pt x="9358" y="4474"/>
                  <a:pt x="9295" y="4852"/>
                  <a:pt x="9452" y="5104"/>
                </a:cubicBezTo>
                <a:cubicBezTo>
                  <a:pt x="9358" y="5230"/>
                  <a:pt x="9263" y="5356"/>
                  <a:pt x="9137" y="5482"/>
                </a:cubicBezTo>
                <a:cubicBezTo>
                  <a:pt x="8791" y="5167"/>
                  <a:pt x="8444" y="4884"/>
                  <a:pt x="8034" y="4600"/>
                </a:cubicBezTo>
                <a:cubicBezTo>
                  <a:pt x="8003" y="4128"/>
                  <a:pt x="7940" y="3655"/>
                  <a:pt x="7845" y="3183"/>
                </a:cubicBezTo>
                <a:cubicBezTo>
                  <a:pt x="8174" y="3100"/>
                  <a:pt x="8710" y="3001"/>
                  <a:pt x="9191" y="3001"/>
                </a:cubicBezTo>
                <a:close/>
                <a:moveTo>
                  <a:pt x="2994" y="3119"/>
                </a:moveTo>
                <a:cubicBezTo>
                  <a:pt x="3151" y="3151"/>
                  <a:pt x="3309" y="3151"/>
                  <a:pt x="3466" y="3214"/>
                </a:cubicBezTo>
                <a:cubicBezTo>
                  <a:pt x="3403" y="3655"/>
                  <a:pt x="3309" y="4128"/>
                  <a:pt x="3277" y="4632"/>
                </a:cubicBezTo>
                <a:cubicBezTo>
                  <a:pt x="2899" y="4915"/>
                  <a:pt x="2490" y="5230"/>
                  <a:pt x="2174" y="5514"/>
                </a:cubicBezTo>
                <a:cubicBezTo>
                  <a:pt x="1733" y="5010"/>
                  <a:pt x="851" y="3939"/>
                  <a:pt x="1166" y="3340"/>
                </a:cubicBezTo>
                <a:cubicBezTo>
                  <a:pt x="1198" y="3277"/>
                  <a:pt x="1261" y="3183"/>
                  <a:pt x="1387" y="3151"/>
                </a:cubicBezTo>
                <a:cubicBezTo>
                  <a:pt x="1576" y="3372"/>
                  <a:pt x="1859" y="3529"/>
                  <a:pt x="2174" y="3529"/>
                </a:cubicBezTo>
                <a:cubicBezTo>
                  <a:pt x="2521" y="3529"/>
                  <a:pt x="2836" y="3372"/>
                  <a:pt x="2994" y="3119"/>
                </a:cubicBezTo>
                <a:close/>
                <a:moveTo>
                  <a:pt x="3277" y="5482"/>
                </a:moveTo>
                <a:lnTo>
                  <a:pt x="3277" y="5482"/>
                </a:lnTo>
                <a:cubicBezTo>
                  <a:pt x="3246" y="6144"/>
                  <a:pt x="3246" y="5986"/>
                  <a:pt x="3277" y="6428"/>
                </a:cubicBezTo>
                <a:cubicBezTo>
                  <a:pt x="3088" y="6270"/>
                  <a:pt x="2899" y="6112"/>
                  <a:pt x="2742" y="5955"/>
                </a:cubicBezTo>
                <a:cubicBezTo>
                  <a:pt x="2899" y="5797"/>
                  <a:pt x="3088" y="5640"/>
                  <a:pt x="3277" y="5482"/>
                </a:cubicBezTo>
                <a:close/>
                <a:moveTo>
                  <a:pt x="8097" y="5514"/>
                </a:moveTo>
                <a:cubicBezTo>
                  <a:pt x="8286" y="5671"/>
                  <a:pt x="8475" y="5829"/>
                  <a:pt x="8633" y="5986"/>
                </a:cubicBezTo>
                <a:cubicBezTo>
                  <a:pt x="8475" y="6144"/>
                  <a:pt x="8286" y="6301"/>
                  <a:pt x="8097" y="6459"/>
                </a:cubicBezTo>
                <a:lnTo>
                  <a:pt x="8097" y="5514"/>
                </a:lnTo>
                <a:close/>
                <a:moveTo>
                  <a:pt x="5703" y="4002"/>
                </a:moveTo>
                <a:cubicBezTo>
                  <a:pt x="6333" y="4317"/>
                  <a:pt x="6743" y="4569"/>
                  <a:pt x="7373" y="5010"/>
                </a:cubicBezTo>
                <a:cubicBezTo>
                  <a:pt x="7436" y="5671"/>
                  <a:pt x="7436" y="6238"/>
                  <a:pt x="7373" y="6963"/>
                </a:cubicBezTo>
                <a:cubicBezTo>
                  <a:pt x="6837" y="7310"/>
                  <a:pt x="6333" y="7625"/>
                  <a:pt x="5703" y="7940"/>
                </a:cubicBezTo>
                <a:cubicBezTo>
                  <a:pt x="5073" y="7625"/>
                  <a:pt x="4537" y="7373"/>
                  <a:pt x="4002" y="6963"/>
                </a:cubicBezTo>
                <a:cubicBezTo>
                  <a:pt x="3907" y="6270"/>
                  <a:pt x="3907" y="5671"/>
                  <a:pt x="4002" y="5010"/>
                </a:cubicBezTo>
                <a:cubicBezTo>
                  <a:pt x="4600" y="4600"/>
                  <a:pt x="5041" y="4317"/>
                  <a:pt x="5703" y="4002"/>
                </a:cubicBezTo>
                <a:close/>
                <a:moveTo>
                  <a:pt x="4065" y="7845"/>
                </a:moveTo>
                <a:cubicBezTo>
                  <a:pt x="4506" y="8097"/>
                  <a:pt x="4254" y="8003"/>
                  <a:pt x="4852" y="8318"/>
                </a:cubicBezTo>
                <a:cubicBezTo>
                  <a:pt x="4632" y="8381"/>
                  <a:pt x="4380" y="8507"/>
                  <a:pt x="4191" y="8538"/>
                </a:cubicBezTo>
                <a:lnTo>
                  <a:pt x="4065" y="7845"/>
                </a:lnTo>
                <a:close/>
                <a:moveTo>
                  <a:pt x="7278" y="7845"/>
                </a:moveTo>
                <a:cubicBezTo>
                  <a:pt x="7247" y="8066"/>
                  <a:pt x="7215" y="8318"/>
                  <a:pt x="7152" y="8538"/>
                </a:cubicBezTo>
                <a:cubicBezTo>
                  <a:pt x="6900" y="8475"/>
                  <a:pt x="6711" y="8381"/>
                  <a:pt x="6491" y="8318"/>
                </a:cubicBezTo>
                <a:cubicBezTo>
                  <a:pt x="6837" y="8097"/>
                  <a:pt x="6869" y="8097"/>
                  <a:pt x="7278" y="7845"/>
                </a:cubicBezTo>
                <a:close/>
                <a:moveTo>
                  <a:pt x="2237" y="6459"/>
                </a:moveTo>
                <a:cubicBezTo>
                  <a:pt x="2584" y="6774"/>
                  <a:pt x="2931" y="7058"/>
                  <a:pt x="3340" y="7310"/>
                </a:cubicBezTo>
                <a:cubicBezTo>
                  <a:pt x="3372" y="7845"/>
                  <a:pt x="3435" y="8255"/>
                  <a:pt x="3529" y="8727"/>
                </a:cubicBezTo>
                <a:cubicBezTo>
                  <a:pt x="3008" y="8861"/>
                  <a:pt x="2544" y="8927"/>
                  <a:pt x="2165" y="8927"/>
                </a:cubicBezTo>
                <a:cubicBezTo>
                  <a:pt x="1650" y="8927"/>
                  <a:pt x="1293" y="8806"/>
                  <a:pt x="1166" y="8570"/>
                </a:cubicBezTo>
                <a:cubicBezTo>
                  <a:pt x="851" y="8003"/>
                  <a:pt x="1733" y="6932"/>
                  <a:pt x="2237" y="6459"/>
                </a:cubicBezTo>
                <a:close/>
                <a:moveTo>
                  <a:pt x="9137" y="6459"/>
                </a:moveTo>
                <a:cubicBezTo>
                  <a:pt x="9610" y="6932"/>
                  <a:pt x="10523" y="8003"/>
                  <a:pt x="10177" y="8570"/>
                </a:cubicBezTo>
                <a:cubicBezTo>
                  <a:pt x="10032" y="8806"/>
                  <a:pt x="9678" y="8927"/>
                  <a:pt x="9169" y="8927"/>
                </a:cubicBezTo>
                <a:cubicBezTo>
                  <a:pt x="8794" y="8927"/>
                  <a:pt x="8335" y="8861"/>
                  <a:pt x="7814" y="8727"/>
                </a:cubicBezTo>
                <a:cubicBezTo>
                  <a:pt x="7940" y="8318"/>
                  <a:pt x="8003" y="7845"/>
                  <a:pt x="8034" y="7310"/>
                </a:cubicBezTo>
                <a:cubicBezTo>
                  <a:pt x="8444" y="7058"/>
                  <a:pt x="8822" y="6743"/>
                  <a:pt x="9137" y="6459"/>
                </a:cubicBezTo>
                <a:close/>
                <a:moveTo>
                  <a:pt x="5640" y="8696"/>
                </a:moveTo>
                <a:cubicBezTo>
                  <a:pt x="6081" y="8885"/>
                  <a:pt x="6554" y="9074"/>
                  <a:pt x="6995" y="9200"/>
                </a:cubicBezTo>
                <a:cubicBezTo>
                  <a:pt x="6680" y="10429"/>
                  <a:pt x="6176" y="11185"/>
                  <a:pt x="5672" y="11185"/>
                </a:cubicBezTo>
                <a:cubicBezTo>
                  <a:pt x="5609" y="11185"/>
                  <a:pt x="5482" y="11090"/>
                  <a:pt x="5356" y="11059"/>
                </a:cubicBezTo>
                <a:cubicBezTo>
                  <a:pt x="5482" y="10775"/>
                  <a:pt x="5451" y="10460"/>
                  <a:pt x="5293" y="10177"/>
                </a:cubicBezTo>
                <a:cubicBezTo>
                  <a:pt x="5136" y="9862"/>
                  <a:pt x="4821" y="9736"/>
                  <a:pt x="4474" y="9673"/>
                </a:cubicBezTo>
                <a:cubicBezTo>
                  <a:pt x="4411" y="9515"/>
                  <a:pt x="4348" y="9357"/>
                  <a:pt x="4317" y="9200"/>
                </a:cubicBezTo>
                <a:cubicBezTo>
                  <a:pt x="4726" y="9042"/>
                  <a:pt x="5167" y="8885"/>
                  <a:pt x="5640" y="8696"/>
                </a:cubicBezTo>
                <a:close/>
                <a:moveTo>
                  <a:pt x="5640" y="1"/>
                </a:moveTo>
                <a:cubicBezTo>
                  <a:pt x="4758" y="1"/>
                  <a:pt x="4065" y="1072"/>
                  <a:pt x="3655" y="2489"/>
                </a:cubicBezTo>
                <a:cubicBezTo>
                  <a:pt x="3498" y="2426"/>
                  <a:pt x="3340" y="2395"/>
                  <a:pt x="3214" y="2395"/>
                </a:cubicBezTo>
                <a:cubicBezTo>
                  <a:pt x="3183" y="1859"/>
                  <a:pt x="2742" y="1418"/>
                  <a:pt x="2174" y="1418"/>
                </a:cubicBezTo>
                <a:cubicBezTo>
                  <a:pt x="1607" y="1418"/>
                  <a:pt x="1166" y="1891"/>
                  <a:pt x="1166" y="2426"/>
                </a:cubicBezTo>
                <a:cubicBezTo>
                  <a:pt x="883" y="2552"/>
                  <a:pt x="694" y="2710"/>
                  <a:pt x="568" y="2962"/>
                </a:cubicBezTo>
                <a:cubicBezTo>
                  <a:pt x="32" y="3907"/>
                  <a:pt x="977" y="5104"/>
                  <a:pt x="1702" y="5892"/>
                </a:cubicBezTo>
                <a:cubicBezTo>
                  <a:pt x="946" y="6743"/>
                  <a:pt x="1" y="8003"/>
                  <a:pt x="568" y="8885"/>
                </a:cubicBezTo>
                <a:cubicBezTo>
                  <a:pt x="879" y="9433"/>
                  <a:pt x="1519" y="9600"/>
                  <a:pt x="2210" y="9600"/>
                </a:cubicBezTo>
                <a:cubicBezTo>
                  <a:pt x="2710" y="9600"/>
                  <a:pt x="3237" y="9513"/>
                  <a:pt x="3687" y="9420"/>
                </a:cubicBezTo>
                <a:cubicBezTo>
                  <a:pt x="3718" y="9578"/>
                  <a:pt x="3750" y="9673"/>
                  <a:pt x="3844" y="9830"/>
                </a:cubicBezTo>
                <a:cubicBezTo>
                  <a:pt x="3403" y="10145"/>
                  <a:pt x="3246" y="10744"/>
                  <a:pt x="3529" y="11216"/>
                </a:cubicBezTo>
                <a:cubicBezTo>
                  <a:pt x="3718" y="11531"/>
                  <a:pt x="4065" y="11720"/>
                  <a:pt x="4411" y="11720"/>
                </a:cubicBezTo>
                <a:cubicBezTo>
                  <a:pt x="4600" y="11720"/>
                  <a:pt x="4789" y="11689"/>
                  <a:pt x="4947" y="11563"/>
                </a:cubicBezTo>
                <a:cubicBezTo>
                  <a:pt x="5167" y="11720"/>
                  <a:pt x="5419" y="11846"/>
                  <a:pt x="5703" y="11846"/>
                </a:cubicBezTo>
                <a:cubicBezTo>
                  <a:pt x="6585" y="11846"/>
                  <a:pt x="7278" y="10775"/>
                  <a:pt x="7688" y="9357"/>
                </a:cubicBezTo>
                <a:cubicBezTo>
                  <a:pt x="8143" y="9478"/>
                  <a:pt x="8678" y="9576"/>
                  <a:pt x="9184" y="9576"/>
                </a:cubicBezTo>
                <a:cubicBezTo>
                  <a:pt x="9868" y="9576"/>
                  <a:pt x="10499" y="9397"/>
                  <a:pt x="10807" y="8853"/>
                </a:cubicBezTo>
                <a:cubicBezTo>
                  <a:pt x="11374" y="7908"/>
                  <a:pt x="10429" y="6680"/>
                  <a:pt x="9673" y="5892"/>
                </a:cubicBezTo>
                <a:cubicBezTo>
                  <a:pt x="9799" y="5797"/>
                  <a:pt x="9862" y="5671"/>
                  <a:pt x="9988" y="5545"/>
                </a:cubicBezTo>
                <a:cubicBezTo>
                  <a:pt x="10145" y="5640"/>
                  <a:pt x="10271" y="5671"/>
                  <a:pt x="10429" y="5671"/>
                </a:cubicBezTo>
                <a:cubicBezTo>
                  <a:pt x="10775" y="5671"/>
                  <a:pt x="11122" y="5482"/>
                  <a:pt x="11311" y="5167"/>
                </a:cubicBezTo>
                <a:cubicBezTo>
                  <a:pt x="11594" y="4632"/>
                  <a:pt x="11437" y="4002"/>
                  <a:pt x="10933" y="3750"/>
                </a:cubicBezTo>
                <a:cubicBezTo>
                  <a:pt x="10964" y="3466"/>
                  <a:pt x="10901" y="3183"/>
                  <a:pt x="10775" y="2962"/>
                </a:cubicBezTo>
                <a:cubicBezTo>
                  <a:pt x="10457" y="2432"/>
                  <a:pt x="9842" y="2259"/>
                  <a:pt x="9179" y="2259"/>
                </a:cubicBezTo>
                <a:cubicBezTo>
                  <a:pt x="8661" y="2259"/>
                  <a:pt x="8113" y="2365"/>
                  <a:pt x="7656" y="2489"/>
                </a:cubicBezTo>
                <a:cubicBezTo>
                  <a:pt x="7278" y="1072"/>
                  <a:pt x="6585" y="1"/>
                  <a:pt x="564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5791555"/>
      </p:ext>
    </p:extLst>
  </p:cSld>
</p:sld>
</file>

<file path=ppt/theme/theme1.xml><?xml version="1.0" encoding="utf-8"?>
<a:theme xmlns:a="http://schemas.openxmlformats.org/drawingml/2006/main" name="Social and Behavioral Sciences in Public Health - Bachelor of Science in Public Health by Slidesgo">
  <a:themeElements>
    <a:clrScheme name="Simple Light">
      <a:dk1>
        <a:srgbClr val="161614"/>
      </a:dk1>
      <a:lt1>
        <a:srgbClr val="FCF9F3"/>
      </a:lt1>
      <a:dk2>
        <a:srgbClr val="F0E4C2"/>
      </a:dk2>
      <a:lt2>
        <a:srgbClr val="8E9FE5"/>
      </a:lt2>
      <a:accent1>
        <a:srgbClr val="CAD6CA"/>
      </a:accent1>
      <a:accent2>
        <a:srgbClr val="74816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2026-08-14T07:34:57.3530000Z</dcterms:created>
  <dcterms:modified xsi:type="dcterms:W3CDTF">2026-08-14T07:34:57.3540000Z</dcterms:modified>
</coreProperties>
</file>