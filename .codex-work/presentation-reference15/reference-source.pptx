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0" r:id="rId5"/>
    <p:sldMasterId id="214748367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9BC5C5E-50A8-44A1-9ACD-4B974FBEBC95}">
  <a:tblStyle styleId="{A9BC5C5E-50A8-44A1-9ACD-4B974FBEBC9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CE2B4E7F-DDDB-4641-A8C6-7E990AFC53F2}"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20" Type="http://schemas.openxmlformats.org/officeDocument/2006/relationships/slide" Target="slides/slide13.xml"/><Relationship Id="rId42" Type="http://schemas.openxmlformats.org/officeDocument/2006/relationships/slide" Target="slides/slide35.xml"/><Relationship Id="rId41" Type="http://schemas.openxmlformats.org/officeDocument/2006/relationships/slide" Target="slides/slide34.xml"/><Relationship Id="rId22" Type="http://schemas.openxmlformats.org/officeDocument/2006/relationships/slide" Target="slides/slide15.xml"/><Relationship Id="rId44" Type="http://schemas.openxmlformats.org/officeDocument/2006/relationships/slide" Target="slides/slide37.xml"/><Relationship Id="rId21" Type="http://schemas.openxmlformats.org/officeDocument/2006/relationships/slide" Target="slides/slide14.xml"/><Relationship Id="rId43" Type="http://schemas.openxmlformats.org/officeDocument/2006/relationships/slide" Target="slides/slide36.xml"/><Relationship Id="rId24" Type="http://schemas.openxmlformats.org/officeDocument/2006/relationships/slide" Target="slides/slide17.xml"/><Relationship Id="rId46" Type="http://schemas.openxmlformats.org/officeDocument/2006/relationships/slide" Target="slides/slide39.xml"/><Relationship Id="rId23" Type="http://schemas.openxmlformats.org/officeDocument/2006/relationships/slide" Target="slides/slide16.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26" Type="http://schemas.openxmlformats.org/officeDocument/2006/relationships/slide" Target="slides/slide19.xml"/><Relationship Id="rId25" Type="http://schemas.openxmlformats.org/officeDocument/2006/relationships/slide" Target="slides/slide18.xml"/><Relationship Id="rId47" Type="http://schemas.openxmlformats.org/officeDocument/2006/relationships/slide" Target="slides/slide40.xml"/><Relationship Id="rId28" Type="http://schemas.openxmlformats.org/officeDocument/2006/relationships/slide" Target="slides/slide21.xml"/><Relationship Id="rId27" Type="http://schemas.openxmlformats.org/officeDocument/2006/relationships/slide" Target="slides/slide20.xml"/><Relationship Id="rId5" Type="http://schemas.openxmlformats.org/officeDocument/2006/relationships/slideMaster" Target="slideMasters/slideMaster1.xml"/><Relationship Id="rId6" Type="http://schemas.openxmlformats.org/officeDocument/2006/relationships/slideMaster" Target="slideMasters/slideMaster2.xml"/><Relationship Id="rId29" Type="http://schemas.openxmlformats.org/officeDocument/2006/relationships/slide" Target="slides/slide2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11" Type="http://schemas.openxmlformats.org/officeDocument/2006/relationships/slide" Target="slides/slide4.xml"/><Relationship Id="rId33" Type="http://schemas.openxmlformats.org/officeDocument/2006/relationships/slide" Target="slides/slide26.xml"/><Relationship Id="rId10" Type="http://schemas.openxmlformats.org/officeDocument/2006/relationships/slide" Target="slides/slide3.xml"/><Relationship Id="rId32" Type="http://schemas.openxmlformats.org/officeDocument/2006/relationships/slide" Target="slides/slide25.xml"/><Relationship Id="rId13" Type="http://schemas.openxmlformats.org/officeDocument/2006/relationships/slide" Target="slides/slide6.xml"/><Relationship Id="rId35" Type="http://schemas.openxmlformats.org/officeDocument/2006/relationships/slide" Target="slides/slide28.xml"/><Relationship Id="rId12" Type="http://schemas.openxmlformats.org/officeDocument/2006/relationships/slide" Target="slides/slide5.xml"/><Relationship Id="rId34" Type="http://schemas.openxmlformats.org/officeDocument/2006/relationships/slide" Target="slides/slide27.xml"/><Relationship Id="rId15" Type="http://schemas.openxmlformats.org/officeDocument/2006/relationships/slide" Target="slides/slide8.xml"/><Relationship Id="rId37" Type="http://schemas.openxmlformats.org/officeDocument/2006/relationships/slide" Target="slides/slide30.xml"/><Relationship Id="rId14" Type="http://schemas.openxmlformats.org/officeDocument/2006/relationships/slide" Target="slides/slide7.xml"/><Relationship Id="rId36" Type="http://schemas.openxmlformats.org/officeDocument/2006/relationships/slide" Target="slides/slide29.xml"/><Relationship Id="rId17" Type="http://schemas.openxmlformats.org/officeDocument/2006/relationships/slide" Target="slides/slide10.xml"/><Relationship Id="rId39" Type="http://schemas.openxmlformats.org/officeDocument/2006/relationships/slide" Target="slides/slide32.xml"/><Relationship Id="rId16" Type="http://schemas.openxmlformats.org/officeDocument/2006/relationships/slide" Target="slides/slide9.xml"/><Relationship Id="rId38" Type="http://schemas.openxmlformats.org/officeDocument/2006/relationships/slide" Target="slides/slide31.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 name="Shape 1223"/>
        <p:cNvGrpSpPr/>
        <p:nvPr/>
      </p:nvGrpSpPr>
      <p:grpSpPr>
        <a:xfrm>
          <a:off x="0" y="0"/>
          <a:ext cx="0" cy="0"/>
          <a:chOff x="0" y="0"/>
          <a:chExt cx="0" cy="0"/>
        </a:xfrm>
      </p:grpSpPr>
      <p:sp>
        <p:nvSpPr>
          <p:cNvPr id="1224" name="Google Shape;1224;g2ab9497b5ec_0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5" name="Google Shape;1225;g2ab9497b5ec_0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 name="Shape 1237"/>
        <p:cNvGrpSpPr/>
        <p:nvPr/>
      </p:nvGrpSpPr>
      <p:grpSpPr>
        <a:xfrm>
          <a:off x="0" y="0"/>
          <a:ext cx="0" cy="0"/>
          <a:chOff x="0" y="0"/>
          <a:chExt cx="0" cy="0"/>
        </a:xfrm>
      </p:grpSpPr>
      <p:sp>
        <p:nvSpPr>
          <p:cNvPr id="1238" name="Google Shape;123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 name="Google Shape;123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6" name="Shape 1246"/>
        <p:cNvGrpSpPr/>
        <p:nvPr/>
      </p:nvGrpSpPr>
      <p:grpSpPr>
        <a:xfrm>
          <a:off x="0" y="0"/>
          <a:ext cx="0" cy="0"/>
          <a:chOff x="0" y="0"/>
          <a:chExt cx="0" cy="0"/>
        </a:xfrm>
      </p:grpSpPr>
      <p:sp>
        <p:nvSpPr>
          <p:cNvPr id="1247" name="Google Shape;124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 name="Google Shape;124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 name="Shape 1263"/>
        <p:cNvGrpSpPr/>
        <p:nvPr/>
      </p:nvGrpSpPr>
      <p:grpSpPr>
        <a:xfrm>
          <a:off x="0" y="0"/>
          <a:ext cx="0" cy="0"/>
          <a:chOff x="0" y="0"/>
          <a:chExt cx="0" cy="0"/>
        </a:xfrm>
      </p:grpSpPr>
      <p:sp>
        <p:nvSpPr>
          <p:cNvPr id="1264" name="Google Shape;1264;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 name="Google Shape;1265;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 name="Shape 1278"/>
        <p:cNvGrpSpPr/>
        <p:nvPr/>
      </p:nvGrpSpPr>
      <p:grpSpPr>
        <a:xfrm>
          <a:off x="0" y="0"/>
          <a:ext cx="0" cy="0"/>
          <a:chOff x="0" y="0"/>
          <a:chExt cx="0" cy="0"/>
        </a:xfrm>
      </p:grpSpPr>
      <p:sp>
        <p:nvSpPr>
          <p:cNvPr id="1279" name="Google Shape;1279;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 name="Google Shape;1280;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 name="Shape 1292"/>
        <p:cNvGrpSpPr/>
        <p:nvPr/>
      </p:nvGrpSpPr>
      <p:grpSpPr>
        <a:xfrm>
          <a:off x="0" y="0"/>
          <a:ext cx="0" cy="0"/>
          <a:chOff x="0" y="0"/>
          <a:chExt cx="0" cy="0"/>
        </a:xfrm>
      </p:grpSpPr>
      <p:sp>
        <p:nvSpPr>
          <p:cNvPr id="1293" name="Google Shape;1293;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4" name="Google Shape;1294;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 name="Shape 1309"/>
        <p:cNvGrpSpPr/>
        <p:nvPr/>
      </p:nvGrpSpPr>
      <p:grpSpPr>
        <a:xfrm>
          <a:off x="0" y="0"/>
          <a:ext cx="0" cy="0"/>
          <a:chOff x="0" y="0"/>
          <a:chExt cx="0" cy="0"/>
        </a:xfrm>
      </p:grpSpPr>
      <p:sp>
        <p:nvSpPr>
          <p:cNvPr id="1310" name="Google Shape;1310;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1" name="Google Shape;1311;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4" name="Shape 1314"/>
        <p:cNvGrpSpPr/>
        <p:nvPr/>
      </p:nvGrpSpPr>
      <p:grpSpPr>
        <a:xfrm>
          <a:off x="0" y="0"/>
          <a:ext cx="0" cy="0"/>
          <a:chOff x="0" y="0"/>
          <a:chExt cx="0" cy="0"/>
        </a:xfrm>
      </p:grpSpPr>
      <p:sp>
        <p:nvSpPr>
          <p:cNvPr id="1315" name="Google Shape;1315;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6" name="Google Shape;1316;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8" name="Shape 1398"/>
        <p:cNvGrpSpPr/>
        <p:nvPr/>
      </p:nvGrpSpPr>
      <p:grpSpPr>
        <a:xfrm>
          <a:off x="0" y="0"/>
          <a:ext cx="0" cy="0"/>
          <a:chOff x="0" y="0"/>
          <a:chExt cx="0" cy="0"/>
        </a:xfrm>
      </p:grpSpPr>
      <p:sp>
        <p:nvSpPr>
          <p:cNvPr id="1399" name="Google Shape;1399;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0" name="Google Shape;1400;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6" name="Shape 1676"/>
        <p:cNvGrpSpPr/>
        <p:nvPr/>
      </p:nvGrpSpPr>
      <p:grpSpPr>
        <a:xfrm>
          <a:off x="0" y="0"/>
          <a:ext cx="0" cy="0"/>
          <a:chOff x="0" y="0"/>
          <a:chExt cx="0" cy="0"/>
        </a:xfrm>
      </p:grpSpPr>
      <p:sp>
        <p:nvSpPr>
          <p:cNvPr id="1677" name="Google Shape;167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8" name="Google Shape;167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1" name="Shape 1691"/>
        <p:cNvGrpSpPr/>
        <p:nvPr/>
      </p:nvGrpSpPr>
      <p:grpSpPr>
        <a:xfrm>
          <a:off x="0" y="0"/>
          <a:ext cx="0" cy="0"/>
          <a:chOff x="0" y="0"/>
          <a:chExt cx="0" cy="0"/>
        </a:xfrm>
      </p:grpSpPr>
      <p:sp>
        <p:nvSpPr>
          <p:cNvPr id="1692" name="Google Shape;1692;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3" name="Google Shape;1693;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1" name="Shape 1711"/>
        <p:cNvGrpSpPr/>
        <p:nvPr/>
      </p:nvGrpSpPr>
      <p:grpSpPr>
        <a:xfrm>
          <a:off x="0" y="0"/>
          <a:ext cx="0" cy="0"/>
          <a:chOff x="0" y="0"/>
          <a:chExt cx="0" cy="0"/>
        </a:xfrm>
      </p:grpSpPr>
      <p:sp>
        <p:nvSpPr>
          <p:cNvPr id="1712" name="Google Shape;1712;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3" name="Google Shape;1713;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1e71a4a866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1e71a4a866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1" name="Shape 1771"/>
        <p:cNvGrpSpPr/>
        <p:nvPr/>
      </p:nvGrpSpPr>
      <p:grpSpPr>
        <a:xfrm>
          <a:off x="0" y="0"/>
          <a:ext cx="0" cy="0"/>
          <a:chOff x="0" y="0"/>
          <a:chExt cx="0" cy="0"/>
        </a:xfrm>
      </p:grpSpPr>
      <p:sp>
        <p:nvSpPr>
          <p:cNvPr id="1772" name="Google Shape;1772;g1e71a4a866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3" name="Google Shape;1773;g1e71a4a866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 name="Shape 1781"/>
        <p:cNvGrpSpPr/>
        <p:nvPr/>
      </p:nvGrpSpPr>
      <p:grpSpPr>
        <a:xfrm>
          <a:off x="0" y="0"/>
          <a:ext cx="0" cy="0"/>
          <a:chOff x="0" y="0"/>
          <a:chExt cx="0" cy="0"/>
        </a:xfrm>
      </p:grpSpPr>
      <p:sp>
        <p:nvSpPr>
          <p:cNvPr id="1782" name="Google Shape;1782;g1e71a4a866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3" name="Google Shape;1783;g1e71a4a866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9" name="Shape 1789"/>
        <p:cNvGrpSpPr/>
        <p:nvPr/>
      </p:nvGrpSpPr>
      <p:grpSpPr>
        <a:xfrm>
          <a:off x="0" y="0"/>
          <a:ext cx="0" cy="0"/>
          <a:chOff x="0" y="0"/>
          <a:chExt cx="0" cy="0"/>
        </a:xfrm>
      </p:grpSpPr>
      <p:sp>
        <p:nvSpPr>
          <p:cNvPr id="1790" name="Google Shape;1790;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1" name="Google Shape;1791;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7" name="Shape 1817"/>
        <p:cNvGrpSpPr/>
        <p:nvPr/>
      </p:nvGrpSpPr>
      <p:grpSpPr>
        <a:xfrm>
          <a:off x="0" y="0"/>
          <a:ext cx="0" cy="0"/>
          <a:chOff x="0" y="0"/>
          <a:chExt cx="0" cy="0"/>
        </a:xfrm>
      </p:grpSpPr>
      <p:sp>
        <p:nvSpPr>
          <p:cNvPr id="1818" name="Google Shape;1818;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9" name="Google Shape;1819;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6" name="Shape 1836"/>
        <p:cNvGrpSpPr/>
        <p:nvPr/>
      </p:nvGrpSpPr>
      <p:grpSpPr>
        <a:xfrm>
          <a:off x="0" y="0"/>
          <a:ext cx="0" cy="0"/>
          <a:chOff x="0" y="0"/>
          <a:chExt cx="0" cy="0"/>
        </a:xfrm>
      </p:grpSpPr>
      <p:sp>
        <p:nvSpPr>
          <p:cNvPr id="1837" name="Google Shape;1837;g2abdcf4e287_1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8" name="Google Shape;1838;g2abdcf4e287_1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4" name="Shape 1914"/>
        <p:cNvGrpSpPr/>
        <p:nvPr/>
      </p:nvGrpSpPr>
      <p:grpSpPr>
        <a:xfrm>
          <a:off x="0" y="0"/>
          <a:ext cx="0" cy="0"/>
          <a:chOff x="0" y="0"/>
          <a:chExt cx="0" cy="0"/>
        </a:xfrm>
      </p:grpSpPr>
      <p:sp>
        <p:nvSpPr>
          <p:cNvPr id="1915" name="Google Shape;1915;g2abdcf4e287_1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6" name="Google Shape;1916;g2abdcf4e287_1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0" name="Shape 1920"/>
        <p:cNvGrpSpPr/>
        <p:nvPr/>
      </p:nvGrpSpPr>
      <p:grpSpPr>
        <a:xfrm>
          <a:off x="0" y="0"/>
          <a:ext cx="0" cy="0"/>
          <a:chOff x="0" y="0"/>
          <a:chExt cx="0" cy="0"/>
        </a:xfrm>
      </p:grpSpPr>
      <p:sp>
        <p:nvSpPr>
          <p:cNvPr id="1921" name="Google Shape;1921;g2abdcf4e287_1_5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2" name="Google Shape;1922;g2abdcf4e287_1_5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6" name="Shape 1926"/>
        <p:cNvGrpSpPr/>
        <p:nvPr/>
      </p:nvGrpSpPr>
      <p:grpSpPr>
        <a:xfrm>
          <a:off x="0" y="0"/>
          <a:ext cx="0" cy="0"/>
          <a:chOff x="0" y="0"/>
          <a:chExt cx="0" cy="0"/>
        </a:xfrm>
      </p:grpSpPr>
      <p:sp>
        <p:nvSpPr>
          <p:cNvPr id="1927" name="Google Shape;1927;g2abdcf4e287_1_5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8" name="Google Shape;1928;g2abdcf4e287_1_5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2" name="Shape 1932"/>
        <p:cNvGrpSpPr/>
        <p:nvPr/>
      </p:nvGrpSpPr>
      <p:grpSpPr>
        <a:xfrm>
          <a:off x="0" y="0"/>
          <a:ext cx="0" cy="0"/>
          <a:chOff x="0" y="0"/>
          <a:chExt cx="0" cy="0"/>
        </a:xfrm>
      </p:grpSpPr>
      <p:sp>
        <p:nvSpPr>
          <p:cNvPr id="1933" name="Google Shape;1933;g2abdcf4e287_1_5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4" name="Google Shape;1934;g2abdcf4e287_1_5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 name="Shape 1950"/>
        <p:cNvGrpSpPr/>
        <p:nvPr/>
      </p:nvGrpSpPr>
      <p:grpSpPr>
        <a:xfrm>
          <a:off x="0" y="0"/>
          <a:ext cx="0" cy="0"/>
          <a:chOff x="0" y="0"/>
          <a:chExt cx="0" cy="0"/>
        </a:xfrm>
      </p:grpSpPr>
      <p:sp>
        <p:nvSpPr>
          <p:cNvPr id="1951" name="Google Shape;1951;g2abdcf4e287_1_5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2" name="Google Shape;1952;g2abdcf4e287_1_5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6" name="Shape 1966"/>
        <p:cNvGrpSpPr/>
        <p:nvPr/>
      </p:nvGrpSpPr>
      <p:grpSpPr>
        <a:xfrm>
          <a:off x="0" y="0"/>
          <a:ext cx="0" cy="0"/>
          <a:chOff x="0" y="0"/>
          <a:chExt cx="0" cy="0"/>
        </a:xfrm>
      </p:grpSpPr>
      <p:sp>
        <p:nvSpPr>
          <p:cNvPr id="1967" name="Google Shape;1967;g2abdcf4e287_1_5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8" name="Google Shape;1968;g2abdcf4e287_1_5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5" name="Shape 2305"/>
        <p:cNvGrpSpPr/>
        <p:nvPr/>
      </p:nvGrpSpPr>
      <p:grpSpPr>
        <a:xfrm>
          <a:off x="0" y="0"/>
          <a:ext cx="0" cy="0"/>
          <a:chOff x="0" y="0"/>
          <a:chExt cx="0" cy="0"/>
        </a:xfrm>
      </p:grpSpPr>
      <p:sp>
        <p:nvSpPr>
          <p:cNvPr id="2306" name="Google Shape;2306;g2abdcf4e287_1_5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7" name="Google Shape;2307;g2abdcf4e287_1_5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6" name="Shape 4506"/>
        <p:cNvGrpSpPr/>
        <p:nvPr/>
      </p:nvGrpSpPr>
      <p:grpSpPr>
        <a:xfrm>
          <a:off x="0" y="0"/>
          <a:ext cx="0" cy="0"/>
          <a:chOff x="0" y="0"/>
          <a:chExt cx="0" cy="0"/>
        </a:xfrm>
      </p:grpSpPr>
      <p:sp>
        <p:nvSpPr>
          <p:cNvPr id="4507" name="Google Shape;4507;g2abdcf4e287_1_7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8" name="Google Shape;4508;g2abdcf4e287_1_7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5" name="Shape 4925"/>
        <p:cNvGrpSpPr/>
        <p:nvPr/>
      </p:nvGrpSpPr>
      <p:grpSpPr>
        <a:xfrm>
          <a:off x="0" y="0"/>
          <a:ext cx="0" cy="0"/>
          <a:chOff x="0" y="0"/>
          <a:chExt cx="0" cy="0"/>
        </a:xfrm>
      </p:grpSpPr>
      <p:sp>
        <p:nvSpPr>
          <p:cNvPr id="4926" name="Google Shape;4926;g2abdcf4e287_1_8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7" name="Google Shape;4927;g2abdcf4e287_1_8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5" name="Shape 5095"/>
        <p:cNvGrpSpPr/>
        <p:nvPr/>
      </p:nvGrpSpPr>
      <p:grpSpPr>
        <a:xfrm>
          <a:off x="0" y="0"/>
          <a:ext cx="0" cy="0"/>
          <a:chOff x="0" y="0"/>
          <a:chExt cx="0" cy="0"/>
        </a:xfrm>
      </p:grpSpPr>
      <p:sp>
        <p:nvSpPr>
          <p:cNvPr id="5096" name="Google Shape;5096;g2abdcf4e287_1_8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7" name="Google Shape;5097;g2abdcf4e287_1_8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0" name="Shape 5500"/>
        <p:cNvGrpSpPr/>
        <p:nvPr/>
      </p:nvGrpSpPr>
      <p:grpSpPr>
        <a:xfrm>
          <a:off x="0" y="0"/>
          <a:ext cx="0" cy="0"/>
          <a:chOff x="0" y="0"/>
          <a:chExt cx="0" cy="0"/>
        </a:xfrm>
      </p:grpSpPr>
      <p:sp>
        <p:nvSpPr>
          <p:cNvPr id="5501" name="Google Shape;5501;g2abdcf4e287_1_8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2" name="Google Shape;5502;g2abdcf4e287_1_8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0" name="Shape 5880"/>
        <p:cNvGrpSpPr/>
        <p:nvPr/>
      </p:nvGrpSpPr>
      <p:grpSpPr>
        <a:xfrm>
          <a:off x="0" y="0"/>
          <a:ext cx="0" cy="0"/>
          <a:chOff x="0" y="0"/>
          <a:chExt cx="0" cy="0"/>
        </a:xfrm>
      </p:grpSpPr>
      <p:sp>
        <p:nvSpPr>
          <p:cNvPr id="5881" name="Google Shape;5881;g2abdcf4e287_1_9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2" name="Google Shape;5882;g2abdcf4e287_1_9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6" name="Shape 6306"/>
        <p:cNvGrpSpPr/>
        <p:nvPr/>
      </p:nvGrpSpPr>
      <p:grpSpPr>
        <a:xfrm>
          <a:off x="0" y="0"/>
          <a:ext cx="0" cy="0"/>
          <a:chOff x="0" y="0"/>
          <a:chExt cx="0" cy="0"/>
        </a:xfrm>
      </p:grpSpPr>
      <p:sp>
        <p:nvSpPr>
          <p:cNvPr id="6307" name="Google Shape;6307;g2abdcf4e287_1_9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8" name="Google Shape;6308;g2abdcf4e287_1_9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7" name="Shape 6667"/>
        <p:cNvGrpSpPr/>
        <p:nvPr/>
      </p:nvGrpSpPr>
      <p:grpSpPr>
        <a:xfrm>
          <a:off x="0" y="0"/>
          <a:ext cx="0" cy="0"/>
          <a:chOff x="0" y="0"/>
          <a:chExt cx="0" cy="0"/>
        </a:xfrm>
      </p:grpSpPr>
      <p:sp>
        <p:nvSpPr>
          <p:cNvPr id="6668" name="Google Shape;6668;g2abdcf4e287_1_9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9" name="Google Shape;6669;g2abdcf4e287_1_9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7" name="Shape 7177"/>
        <p:cNvGrpSpPr/>
        <p:nvPr/>
      </p:nvGrpSpPr>
      <p:grpSpPr>
        <a:xfrm>
          <a:off x="0" y="0"/>
          <a:ext cx="0" cy="0"/>
          <a:chOff x="0" y="0"/>
          <a:chExt cx="0" cy="0"/>
        </a:xfrm>
      </p:grpSpPr>
      <p:sp>
        <p:nvSpPr>
          <p:cNvPr id="7178" name="Google Shape;7178;g2abdcf4e287_1_10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9" name="Google Shape;7179;g2abdcf4e287_1_10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7" name="Shape 7797"/>
        <p:cNvGrpSpPr/>
        <p:nvPr/>
      </p:nvGrpSpPr>
      <p:grpSpPr>
        <a:xfrm>
          <a:off x="0" y="0"/>
          <a:ext cx="0" cy="0"/>
          <a:chOff x="0" y="0"/>
          <a:chExt cx="0" cy="0"/>
        </a:xfrm>
      </p:grpSpPr>
      <p:sp>
        <p:nvSpPr>
          <p:cNvPr id="7798" name="Google Shape;7798;g2abdcf4e287_1_10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9" name="Google Shape;7799;g2abdcf4e287_1_10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1" name="Shape 8391"/>
        <p:cNvGrpSpPr/>
        <p:nvPr/>
      </p:nvGrpSpPr>
      <p:grpSpPr>
        <a:xfrm>
          <a:off x="0" y="0"/>
          <a:ext cx="0" cy="0"/>
          <a:chOff x="0" y="0"/>
          <a:chExt cx="0" cy="0"/>
        </a:xfrm>
      </p:grpSpPr>
      <p:sp>
        <p:nvSpPr>
          <p:cNvPr id="8392" name="Google Shape;8392;g2abdcf4e287_1_115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3" name="Google Shape;8393;g2abdcf4e287_1_115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2" name="Shape 8712"/>
        <p:cNvGrpSpPr/>
        <p:nvPr/>
      </p:nvGrpSpPr>
      <p:grpSpPr>
        <a:xfrm>
          <a:off x="0" y="0"/>
          <a:ext cx="0" cy="0"/>
          <a:chOff x="0" y="0"/>
          <a:chExt cx="0" cy="0"/>
        </a:xfrm>
      </p:grpSpPr>
      <p:sp>
        <p:nvSpPr>
          <p:cNvPr id="8713" name="Google Shape;8713;g2abdcf4e287_1_11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4" name="Google Shape;8714;g2abdcf4e287_1_11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0" name="Shape 9020"/>
        <p:cNvGrpSpPr/>
        <p:nvPr/>
      </p:nvGrpSpPr>
      <p:grpSpPr>
        <a:xfrm>
          <a:off x="0" y="0"/>
          <a:ext cx="0" cy="0"/>
          <a:chOff x="0" y="0"/>
          <a:chExt cx="0" cy="0"/>
        </a:xfrm>
      </p:grpSpPr>
      <p:sp>
        <p:nvSpPr>
          <p:cNvPr id="9021" name="Google Shape;9021;g2abdcf4e287_1_13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2" name="Google Shape;9022;g2abdcf4e287_1_13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438950"/>
            <a:ext cx="7717500" cy="18045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7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225" y="3333454"/>
            <a:ext cx="4515900" cy="3711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703072" y="-2618043"/>
            <a:ext cx="9928256" cy="8948231"/>
            <a:chOff x="-703072" y="-2618043"/>
            <a:chExt cx="9928256" cy="8948231"/>
          </a:xfrm>
        </p:grpSpPr>
        <p:sp>
          <p:nvSpPr>
            <p:cNvPr id="12" name="Google Shape;12;p2"/>
            <p:cNvSpPr/>
            <p:nvPr/>
          </p:nvSpPr>
          <p:spPr>
            <a:xfrm>
              <a:off x="5659060" y="49139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rot="5400000">
              <a:off x="-1777990" y="-15431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 name="Google Shape;14;p2"/>
          <p:cNvGrpSpPr/>
          <p:nvPr/>
        </p:nvGrpSpPr>
        <p:grpSpPr>
          <a:xfrm>
            <a:off x="114288" y="145396"/>
            <a:ext cx="8921385" cy="4878943"/>
            <a:chOff x="114288" y="145396"/>
            <a:chExt cx="8921385" cy="4878943"/>
          </a:xfrm>
        </p:grpSpPr>
        <p:sp>
          <p:nvSpPr>
            <p:cNvPr id="15" name="Google Shape;15;p2"/>
            <p:cNvSpPr/>
            <p:nvPr/>
          </p:nvSpPr>
          <p:spPr>
            <a:xfrm>
              <a:off x="6960976" y="460399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flipH="1">
              <a:off x="982708" y="145396"/>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14288" y="42916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 name="Google Shape;18;p2"/>
            <p:cNvGrpSpPr/>
            <p:nvPr/>
          </p:nvGrpSpPr>
          <p:grpSpPr>
            <a:xfrm>
              <a:off x="176538" y="614250"/>
              <a:ext cx="467200" cy="468075"/>
              <a:chOff x="4036413" y="3603425"/>
              <a:chExt cx="467200" cy="468075"/>
            </a:xfrm>
          </p:grpSpPr>
          <p:sp>
            <p:nvSpPr>
              <p:cNvPr id="19" name="Google Shape;19;p2"/>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2"/>
            <p:cNvGrpSpPr/>
            <p:nvPr/>
          </p:nvGrpSpPr>
          <p:grpSpPr>
            <a:xfrm flipH="1">
              <a:off x="422650" y="4668390"/>
              <a:ext cx="355949" cy="355949"/>
              <a:chOff x="616127" y="3955825"/>
              <a:chExt cx="256300" cy="256300"/>
            </a:xfrm>
          </p:grpSpPr>
          <p:sp>
            <p:nvSpPr>
              <p:cNvPr id="22" name="Google Shape;22;p2"/>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2"/>
            <p:cNvGrpSpPr/>
            <p:nvPr/>
          </p:nvGrpSpPr>
          <p:grpSpPr>
            <a:xfrm>
              <a:off x="8426947" y="4010933"/>
              <a:ext cx="355989" cy="355989"/>
              <a:chOff x="296746" y="611364"/>
              <a:chExt cx="416411" cy="416411"/>
            </a:xfrm>
          </p:grpSpPr>
          <p:sp>
            <p:nvSpPr>
              <p:cNvPr id="25" name="Google Shape;25;p2"/>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 name="Google Shape;27;p2"/>
            <p:cNvGrpSpPr/>
            <p:nvPr/>
          </p:nvGrpSpPr>
          <p:grpSpPr>
            <a:xfrm>
              <a:off x="8679699" y="871563"/>
              <a:ext cx="355973" cy="355079"/>
              <a:chOff x="3185850" y="4486173"/>
              <a:chExt cx="565216" cy="563886"/>
            </a:xfrm>
          </p:grpSpPr>
          <p:sp>
            <p:nvSpPr>
              <p:cNvPr id="28" name="Google Shape;28;p2"/>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 name="Google Shape;30;p2"/>
            <p:cNvSpPr/>
            <p:nvPr/>
          </p:nvSpPr>
          <p:spPr>
            <a:xfrm>
              <a:off x="8530175" y="46472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659153" y="-254177"/>
            <a:ext cx="9859764" cy="6274495"/>
            <a:chOff x="-659153" y="-254177"/>
            <a:chExt cx="9859764" cy="6274495"/>
          </a:xfrm>
        </p:grpSpPr>
        <p:grpSp>
          <p:nvGrpSpPr>
            <p:cNvPr id="32" name="Google Shape;32;p2"/>
            <p:cNvGrpSpPr/>
            <p:nvPr/>
          </p:nvGrpSpPr>
          <p:grpSpPr>
            <a:xfrm rot="5400000">
              <a:off x="8193897" y="5013604"/>
              <a:ext cx="1416309" cy="597119"/>
              <a:chOff x="7367961" y="5155313"/>
              <a:chExt cx="937084" cy="395103"/>
            </a:xfrm>
          </p:grpSpPr>
          <p:sp>
            <p:nvSpPr>
              <p:cNvPr id="33" name="Google Shape;33;p2"/>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 name="Google Shape;65;p2"/>
            <p:cNvGrpSpPr/>
            <p:nvPr/>
          </p:nvGrpSpPr>
          <p:grpSpPr>
            <a:xfrm>
              <a:off x="-659153" y="-254177"/>
              <a:ext cx="1416309" cy="597119"/>
              <a:chOff x="7367961" y="5155313"/>
              <a:chExt cx="937084" cy="395103"/>
            </a:xfrm>
          </p:grpSpPr>
          <p:sp>
            <p:nvSpPr>
              <p:cNvPr id="66" name="Google Shape;66;p2"/>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 name="Google Shape;98;p2"/>
          <p:cNvGrpSpPr/>
          <p:nvPr/>
        </p:nvGrpSpPr>
        <p:grpSpPr>
          <a:xfrm flipH="1">
            <a:off x="7267942" y="111517"/>
            <a:ext cx="3114534" cy="855965"/>
            <a:chOff x="-283500" y="210688"/>
            <a:chExt cx="2392850" cy="657625"/>
          </a:xfrm>
        </p:grpSpPr>
        <p:sp>
          <p:nvSpPr>
            <p:cNvPr id="99" name="Google Shape;99;p2"/>
            <p:cNvSpPr/>
            <p:nvPr/>
          </p:nvSpPr>
          <p:spPr>
            <a:xfrm>
              <a:off x="-283500" y="210688"/>
              <a:ext cx="2279850" cy="422700"/>
            </a:xfrm>
            <a:custGeom>
              <a:rect b="b" l="l" r="r" t="t"/>
              <a:pathLst>
                <a:path extrusionOk="0" h="16908" w="91194">
                  <a:moveTo>
                    <a:pt x="1" y="0"/>
                  </a:moveTo>
                  <a:lnTo>
                    <a:pt x="1" y="890"/>
                  </a:lnTo>
                  <a:lnTo>
                    <a:pt x="80017" y="890"/>
                  </a:lnTo>
                  <a:lnTo>
                    <a:pt x="80586" y="961"/>
                  </a:lnTo>
                  <a:lnTo>
                    <a:pt x="81120" y="997"/>
                  </a:lnTo>
                  <a:lnTo>
                    <a:pt x="81654" y="1104"/>
                  </a:lnTo>
                  <a:lnTo>
                    <a:pt x="82188" y="1246"/>
                  </a:lnTo>
                  <a:lnTo>
                    <a:pt x="82686" y="1389"/>
                  </a:lnTo>
                  <a:lnTo>
                    <a:pt x="83184" y="1531"/>
                  </a:lnTo>
                  <a:lnTo>
                    <a:pt x="83683" y="1745"/>
                  </a:lnTo>
                  <a:lnTo>
                    <a:pt x="84181" y="1958"/>
                  </a:lnTo>
                  <a:lnTo>
                    <a:pt x="84644" y="2207"/>
                  </a:lnTo>
                  <a:lnTo>
                    <a:pt x="85107" y="2456"/>
                  </a:lnTo>
                  <a:lnTo>
                    <a:pt x="85534" y="2741"/>
                  </a:lnTo>
                  <a:lnTo>
                    <a:pt x="85961" y="3062"/>
                  </a:lnTo>
                  <a:lnTo>
                    <a:pt x="86352" y="3382"/>
                  </a:lnTo>
                  <a:lnTo>
                    <a:pt x="86779" y="3702"/>
                  </a:lnTo>
                  <a:lnTo>
                    <a:pt x="87135" y="4058"/>
                  </a:lnTo>
                  <a:lnTo>
                    <a:pt x="87491" y="4450"/>
                  </a:lnTo>
                  <a:lnTo>
                    <a:pt x="87847" y="4841"/>
                  </a:lnTo>
                  <a:lnTo>
                    <a:pt x="88168" y="5268"/>
                  </a:lnTo>
                  <a:lnTo>
                    <a:pt x="88452" y="5695"/>
                  </a:lnTo>
                  <a:lnTo>
                    <a:pt x="88737" y="6123"/>
                  </a:lnTo>
                  <a:lnTo>
                    <a:pt x="89022" y="6585"/>
                  </a:lnTo>
                  <a:lnTo>
                    <a:pt x="89235" y="7048"/>
                  </a:lnTo>
                  <a:lnTo>
                    <a:pt x="89485" y="7511"/>
                  </a:lnTo>
                  <a:lnTo>
                    <a:pt x="89663" y="8009"/>
                  </a:lnTo>
                  <a:lnTo>
                    <a:pt x="89841" y="8507"/>
                  </a:lnTo>
                  <a:lnTo>
                    <a:pt x="89983" y="9041"/>
                  </a:lnTo>
                  <a:lnTo>
                    <a:pt x="90090" y="9575"/>
                  </a:lnTo>
                  <a:lnTo>
                    <a:pt x="90196" y="10109"/>
                  </a:lnTo>
                  <a:lnTo>
                    <a:pt x="90268" y="10643"/>
                  </a:lnTo>
                  <a:lnTo>
                    <a:pt x="90303" y="11177"/>
                  </a:lnTo>
                  <a:lnTo>
                    <a:pt x="90339" y="11746"/>
                  </a:lnTo>
                  <a:lnTo>
                    <a:pt x="90339" y="16908"/>
                  </a:lnTo>
                  <a:lnTo>
                    <a:pt x="91193" y="16908"/>
                  </a:lnTo>
                  <a:lnTo>
                    <a:pt x="91193" y="11746"/>
                  </a:lnTo>
                  <a:lnTo>
                    <a:pt x="91193" y="11141"/>
                  </a:lnTo>
                  <a:lnTo>
                    <a:pt x="91158" y="10536"/>
                  </a:lnTo>
                  <a:lnTo>
                    <a:pt x="91051" y="9967"/>
                  </a:lnTo>
                  <a:lnTo>
                    <a:pt x="90980" y="9397"/>
                  </a:lnTo>
                  <a:lnTo>
                    <a:pt x="90837" y="8828"/>
                  </a:lnTo>
                  <a:lnTo>
                    <a:pt x="90659" y="8258"/>
                  </a:lnTo>
                  <a:lnTo>
                    <a:pt x="90481" y="7724"/>
                  </a:lnTo>
                  <a:lnTo>
                    <a:pt x="90268" y="7190"/>
                  </a:lnTo>
                  <a:lnTo>
                    <a:pt x="90054" y="6657"/>
                  </a:lnTo>
                  <a:lnTo>
                    <a:pt x="89769" y="6158"/>
                  </a:lnTo>
                  <a:lnTo>
                    <a:pt x="89485" y="5660"/>
                  </a:lnTo>
                  <a:lnTo>
                    <a:pt x="89200" y="5197"/>
                  </a:lnTo>
                  <a:lnTo>
                    <a:pt x="88879" y="4734"/>
                  </a:lnTo>
                  <a:lnTo>
                    <a:pt x="88524" y="4272"/>
                  </a:lnTo>
                  <a:lnTo>
                    <a:pt x="88132" y="3845"/>
                  </a:lnTo>
                  <a:lnTo>
                    <a:pt x="87776" y="3453"/>
                  </a:lnTo>
                  <a:lnTo>
                    <a:pt x="87349" y="3062"/>
                  </a:lnTo>
                  <a:lnTo>
                    <a:pt x="86922" y="2706"/>
                  </a:lnTo>
                  <a:lnTo>
                    <a:pt x="86495" y="2350"/>
                  </a:lnTo>
                  <a:lnTo>
                    <a:pt x="86032" y="2029"/>
                  </a:lnTo>
                  <a:lnTo>
                    <a:pt x="85534" y="1709"/>
                  </a:lnTo>
                  <a:lnTo>
                    <a:pt x="85071" y="1424"/>
                  </a:lnTo>
                  <a:lnTo>
                    <a:pt x="84537" y="1175"/>
                  </a:lnTo>
                  <a:lnTo>
                    <a:pt x="84039" y="926"/>
                  </a:lnTo>
                  <a:lnTo>
                    <a:pt x="83505" y="712"/>
                  </a:lnTo>
                  <a:lnTo>
                    <a:pt x="82935" y="534"/>
                  </a:lnTo>
                  <a:lnTo>
                    <a:pt x="82401" y="392"/>
                  </a:lnTo>
                  <a:lnTo>
                    <a:pt x="81832" y="250"/>
                  </a:lnTo>
                  <a:lnTo>
                    <a:pt x="81262" y="143"/>
                  </a:lnTo>
                  <a:lnTo>
                    <a:pt x="80657" y="72"/>
                  </a:lnTo>
                  <a:lnTo>
                    <a:pt x="80052" y="36"/>
                  </a:lnTo>
                  <a:lnTo>
                    <a:pt x="794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1941150" y="587088"/>
              <a:ext cx="89000" cy="64100"/>
            </a:xfrm>
            <a:custGeom>
              <a:rect b="b" l="l" r="r" t="t"/>
              <a:pathLst>
                <a:path extrusionOk="0" h="2564" w="3560">
                  <a:moveTo>
                    <a:pt x="926" y="1"/>
                  </a:moveTo>
                  <a:lnTo>
                    <a:pt x="712" y="36"/>
                  </a:lnTo>
                  <a:lnTo>
                    <a:pt x="570" y="72"/>
                  </a:lnTo>
                  <a:lnTo>
                    <a:pt x="392" y="143"/>
                  </a:lnTo>
                  <a:lnTo>
                    <a:pt x="285" y="250"/>
                  </a:lnTo>
                  <a:lnTo>
                    <a:pt x="143" y="392"/>
                  </a:lnTo>
                  <a:lnTo>
                    <a:pt x="71" y="535"/>
                  </a:lnTo>
                  <a:lnTo>
                    <a:pt x="36" y="713"/>
                  </a:lnTo>
                  <a:lnTo>
                    <a:pt x="0" y="891"/>
                  </a:lnTo>
                  <a:lnTo>
                    <a:pt x="0" y="1638"/>
                  </a:lnTo>
                  <a:lnTo>
                    <a:pt x="36" y="1852"/>
                  </a:lnTo>
                  <a:lnTo>
                    <a:pt x="71" y="1994"/>
                  </a:lnTo>
                  <a:lnTo>
                    <a:pt x="143" y="2172"/>
                  </a:lnTo>
                  <a:lnTo>
                    <a:pt x="285" y="2279"/>
                  </a:lnTo>
                  <a:lnTo>
                    <a:pt x="392" y="2421"/>
                  </a:lnTo>
                  <a:lnTo>
                    <a:pt x="570" y="2492"/>
                  </a:lnTo>
                  <a:lnTo>
                    <a:pt x="712" y="2528"/>
                  </a:lnTo>
                  <a:lnTo>
                    <a:pt x="926" y="2564"/>
                  </a:lnTo>
                  <a:lnTo>
                    <a:pt x="2634" y="2564"/>
                  </a:lnTo>
                  <a:lnTo>
                    <a:pt x="2812" y="2528"/>
                  </a:lnTo>
                  <a:lnTo>
                    <a:pt x="2990" y="2492"/>
                  </a:lnTo>
                  <a:lnTo>
                    <a:pt x="3133" y="2421"/>
                  </a:lnTo>
                  <a:lnTo>
                    <a:pt x="3275" y="2279"/>
                  </a:lnTo>
                  <a:lnTo>
                    <a:pt x="3382" y="2172"/>
                  </a:lnTo>
                  <a:lnTo>
                    <a:pt x="3488" y="1994"/>
                  </a:lnTo>
                  <a:lnTo>
                    <a:pt x="3524" y="1852"/>
                  </a:lnTo>
                  <a:lnTo>
                    <a:pt x="3560" y="1638"/>
                  </a:lnTo>
                  <a:lnTo>
                    <a:pt x="3560" y="891"/>
                  </a:lnTo>
                  <a:lnTo>
                    <a:pt x="3524" y="713"/>
                  </a:lnTo>
                  <a:lnTo>
                    <a:pt x="3488" y="535"/>
                  </a:lnTo>
                  <a:lnTo>
                    <a:pt x="3382" y="392"/>
                  </a:lnTo>
                  <a:lnTo>
                    <a:pt x="3275" y="250"/>
                  </a:lnTo>
                  <a:lnTo>
                    <a:pt x="3133" y="143"/>
                  </a:lnTo>
                  <a:lnTo>
                    <a:pt x="2990" y="72"/>
                  </a:lnTo>
                  <a:lnTo>
                    <a:pt x="2812" y="36"/>
                  </a:lnTo>
                  <a:lnTo>
                    <a:pt x="2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1861950" y="621788"/>
              <a:ext cx="247400" cy="246525"/>
            </a:xfrm>
            <a:custGeom>
              <a:rect b="b" l="l" r="r" t="t"/>
              <a:pathLst>
                <a:path extrusionOk="0" h="9861" w="9896">
                  <a:moveTo>
                    <a:pt x="4948" y="1"/>
                  </a:moveTo>
                  <a:lnTo>
                    <a:pt x="4450" y="36"/>
                  </a:lnTo>
                  <a:lnTo>
                    <a:pt x="3951" y="108"/>
                  </a:lnTo>
                  <a:lnTo>
                    <a:pt x="3489" y="214"/>
                  </a:lnTo>
                  <a:lnTo>
                    <a:pt x="3026" y="392"/>
                  </a:lnTo>
                  <a:lnTo>
                    <a:pt x="2599" y="606"/>
                  </a:lnTo>
                  <a:lnTo>
                    <a:pt x="2172" y="855"/>
                  </a:lnTo>
                  <a:lnTo>
                    <a:pt x="1816" y="1140"/>
                  </a:lnTo>
                  <a:lnTo>
                    <a:pt x="1460" y="1460"/>
                  </a:lnTo>
                  <a:lnTo>
                    <a:pt x="1139" y="1816"/>
                  </a:lnTo>
                  <a:lnTo>
                    <a:pt x="855" y="2172"/>
                  </a:lnTo>
                  <a:lnTo>
                    <a:pt x="605" y="2599"/>
                  </a:lnTo>
                  <a:lnTo>
                    <a:pt x="392" y="3026"/>
                  </a:lnTo>
                  <a:lnTo>
                    <a:pt x="250" y="3489"/>
                  </a:lnTo>
                  <a:lnTo>
                    <a:pt x="107" y="3952"/>
                  </a:lnTo>
                  <a:lnTo>
                    <a:pt x="36" y="4450"/>
                  </a:lnTo>
                  <a:lnTo>
                    <a:pt x="0" y="4948"/>
                  </a:lnTo>
                  <a:lnTo>
                    <a:pt x="36" y="5447"/>
                  </a:lnTo>
                  <a:lnTo>
                    <a:pt x="107" y="5945"/>
                  </a:lnTo>
                  <a:lnTo>
                    <a:pt x="250" y="6408"/>
                  </a:lnTo>
                  <a:lnTo>
                    <a:pt x="392" y="6871"/>
                  </a:lnTo>
                  <a:lnTo>
                    <a:pt x="605" y="7298"/>
                  </a:lnTo>
                  <a:lnTo>
                    <a:pt x="855" y="7689"/>
                  </a:lnTo>
                  <a:lnTo>
                    <a:pt x="1139" y="8081"/>
                  </a:lnTo>
                  <a:lnTo>
                    <a:pt x="1460" y="8437"/>
                  </a:lnTo>
                  <a:lnTo>
                    <a:pt x="1816" y="8757"/>
                  </a:lnTo>
                  <a:lnTo>
                    <a:pt x="2172" y="9042"/>
                  </a:lnTo>
                  <a:lnTo>
                    <a:pt x="2599" y="9291"/>
                  </a:lnTo>
                  <a:lnTo>
                    <a:pt x="3026" y="9505"/>
                  </a:lnTo>
                  <a:lnTo>
                    <a:pt x="3489" y="9647"/>
                  </a:lnTo>
                  <a:lnTo>
                    <a:pt x="3951" y="9789"/>
                  </a:lnTo>
                  <a:lnTo>
                    <a:pt x="4450" y="9860"/>
                  </a:lnTo>
                  <a:lnTo>
                    <a:pt x="5446" y="9860"/>
                  </a:lnTo>
                  <a:lnTo>
                    <a:pt x="5945" y="9789"/>
                  </a:lnTo>
                  <a:lnTo>
                    <a:pt x="6407" y="9647"/>
                  </a:lnTo>
                  <a:lnTo>
                    <a:pt x="6870" y="9505"/>
                  </a:lnTo>
                  <a:lnTo>
                    <a:pt x="7297" y="9291"/>
                  </a:lnTo>
                  <a:lnTo>
                    <a:pt x="7689" y="9042"/>
                  </a:lnTo>
                  <a:lnTo>
                    <a:pt x="8080" y="8757"/>
                  </a:lnTo>
                  <a:lnTo>
                    <a:pt x="8436" y="8437"/>
                  </a:lnTo>
                  <a:lnTo>
                    <a:pt x="8757" y="8081"/>
                  </a:lnTo>
                  <a:lnTo>
                    <a:pt x="9041" y="7689"/>
                  </a:lnTo>
                  <a:lnTo>
                    <a:pt x="9290" y="7298"/>
                  </a:lnTo>
                  <a:lnTo>
                    <a:pt x="9504" y="6871"/>
                  </a:lnTo>
                  <a:lnTo>
                    <a:pt x="9646" y="6408"/>
                  </a:lnTo>
                  <a:lnTo>
                    <a:pt x="9789" y="5945"/>
                  </a:lnTo>
                  <a:lnTo>
                    <a:pt x="9860" y="5447"/>
                  </a:lnTo>
                  <a:lnTo>
                    <a:pt x="9896" y="4948"/>
                  </a:lnTo>
                  <a:lnTo>
                    <a:pt x="9860" y="4450"/>
                  </a:lnTo>
                  <a:lnTo>
                    <a:pt x="9789" y="3952"/>
                  </a:lnTo>
                  <a:lnTo>
                    <a:pt x="9646" y="3489"/>
                  </a:lnTo>
                  <a:lnTo>
                    <a:pt x="9504" y="3026"/>
                  </a:lnTo>
                  <a:lnTo>
                    <a:pt x="9290" y="2599"/>
                  </a:lnTo>
                  <a:lnTo>
                    <a:pt x="9041" y="2172"/>
                  </a:lnTo>
                  <a:lnTo>
                    <a:pt x="8757" y="1816"/>
                  </a:lnTo>
                  <a:lnTo>
                    <a:pt x="8436" y="1460"/>
                  </a:lnTo>
                  <a:lnTo>
                    <a:pt x="8080" y="1140"/>
                  </a:lnTo>
                  <a:lnTo>
                    <a:pt x="7689" y="855"/>
                  </a:lnTo>
                  <a:lnTo>
                    <a:pt x="7297" y="606"/>
                  </a:lnTo>
                  <a:lnTo>
                    <a:pt x="6870" y="392"/>
                  </a:lnTo>
                  <a:lnTo>
                    <a:pt x="6407" y="214"/>
                  </a:lnTo>
                  <a:lnTo>
                    <a:pt x="5945" y="108"/>
                  </a:lnTo>
                  <a:lnTo>
                    <a:pt x="5446" y="36"/>
                  </a:lnTo>
                  <a:lnTo>
                    <a:pt x="49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883300" y="643163"/>
              <a:ext cx="204700" cy="203800"/>
            </a:xfrm>
            <a:custGeom>
              <a:rect b="b" l="l" r="r" t="t"/>
              <a:pathLst>
                <a:path extrusionOk="0" h="8152" w="8188">
                  <a:moveTo>
                    <a:pt x="4094" y="0"/>
                  </a:moveTo>
                  <a:lnTo>
                    <a:pt x="3667" y="36"/>
                  </a:lnTo>
                  <a:lnTo>
                    <a:pt x="3275" y="107"/>
                  </a:lnTo>
                  <a:lnTo>
                    <a:pt x="2884" y="178"/>
                  </a:lnTo>
                  <a:lnTo>
                    <a:pt x="2492" y="321"/>
                  </a:lnTo>
                  <a:lnTo>
                    <a:pt x="2136" y="498"/>
                  </a:lnTo>
                  <a:lnTo>
                    <a:pt x="1816" y="712"/>
                  </a:lnTo>
                  <a:lnTo>
                    <a:pt x="1496" y="926"/>
                  </a:lnTo>
                  <a:lnTo>
                    <a:pt x="1211" y="1210"/>
                  </a:lnTo>
                  <a:lnTo>
                    <a:pt x="926" y="1495"/>
                  </a:lnTo>
                  <a:lnTo>
                    <a:pt x="713" y="1815"/>
                  </a:lnTo>
                  <a:lnTo>
                    <a:pt x="499" y="2136"/>
                  </a:lnTo>
                  <a:lnTo>
                    <a:pt x="321" y="2492"/>
                  </a:lnTo>
                  <a:lnTo>
                    <a:pt x="179" y="2883"/>
                  </a:lnTo>
                  <a:lnTo>
                    <a:pt x="107" y="3275"/>
                  </a:lnTo>
                  <a:lnTo>
                    <a:pt x="36" y="3666"/>
                  </a:lnTo>
                  <a:lnTo>
                    <a:pt x="1" y="4093"/>
                  </a:lnTo>
                  <a:lnTo>
                    <a:pt x="36" y="4521"/>
                  </a:lnTo>
                  <a:lnTo>
                    <a:pt x="107" y="4912"/>
                  </a:lnTo>
                  <a:lnTo>
                    <a:pt x="179" y="5304"/>
                  </a:lnTo>
                  <a:lnTo>
                    <a:pt x="321" y="5660"/>
                  </a:lnTo>
                  <a:lnTo>
                    <a:pt x="499" y="6016"/>
                  </a:lnTo>
                  <a:lnTo>
                    <a:pt x="713" y="6372"/>
                  </a:lnTo>
                  <a:lnTo>
                    <a:pt x="926" y="6692"/>
                  </a:lnTo>
                  <a:lnTo>
                    <a:pt x="1211" y="6977"/>
                  </a:lnTo>
                  <a:lnTo>
                    <a:pt x="1496" y="7226"/>
                  </a:lnTo>
                  <a:lnTo>
                    <a:pt x="1816" y="7475"/>
                  </a:lnTo>
                  <a:lnTo>
                    <a:pt x="2136" y="7689"/>
                  </a:lnTo>
                  <a:lnTo>
                    <a:pt x="2492" y="7831"/>
                  </a:lnTo>
                  <a:lnTo>
                    <a:pt x="2884" y="7973"/>
                  </a:lnTo>
                  <a:lnTo>
                    <a:pt x="3275" y="8080"/>
                  </a:lnTo>
                  <a:lnTo>
                    <a:pt x="3667" y="8151"/>
                  </a:lnTo>
                  <a:lnTo>
                    <a:pt x="4521" y="8151"/>
                  </a:lnTo>
                  <a:lnTo>
                    <a:pt x="4913" y="8080"/>
                  </a:lnTo>
                  <a:lnTo>
                    <a:pt x="5304" y="7973"/>
                  </a:lnTo>
                  <a:lnTo>
                    <a:pt x="5696" y="7831"/>
                  </a:lnTo>
                  <a:lnTo>
                    <a:pt x="6052" y="7689"/>
                  </a:lnTo>
                  <a:lnTo>
                    <a:pt x="6372" y="7475"/>
                  </a:lnTo>
                  <a:lnTo>
                    <a:pt x="6692" y="7226"/>
                  </a:lnTo>
                  <a:lnTo>
                    <a:pt x="6977" y="6977"/>
                  </a:lnTo>
                  <a:lnTo>
                    <a:pt x="7226" y="6692"/>
                  </a:lnTo>
                  <a:lnTo>
                    <a:pt x="7475" y="6372"/>
                  </a:lnTo>
                  <a:lnTo>
                    <a:pt x="7689" y="6016"/>
                  </a:lnTo>
                  <a:lnTo>
                    <a:pt x="7867" y="5660"/>
                  </a:lnTo>
                  <a:lnTo>
                    <a:pt x="7974" y="5304"/>
                  </a:lnTo>
                  <a:lnTo>
                    <a:pt x="8081" y="4912"/>
                  </a:lnTo>
                  <a:lnTo>
                    <a:pt x="8152" y="4521"/>
                  </a:lnTo>
                  <a:lnTo>
                    <a:pt x="8187" y="4093"/>
                  </a:lnTo>
                  <a:lnTo>
                    <a:pt x="8152" y="3666"/>
                  </a:lnTo>
                  <a:lnTo>
                    <a:pt x="8081" y="3275"/>
                  </a:lnTo>
                  <a:lnTo>
                    <a:pt x="7974" y="2883"/>
                  </a:lnTo>
                  <a:lnTo>
                    <a:pt x="7867" y="2492"/>
                  </a:lnTo>
                  <a:lnTo>
                    <a:pt x="7689" y="2136"/>
                  </a:lnTo>
                  <a:lnTo>
                    <a:pt x="7475" y="1815"/>
                  </a:lnTo>
                  <a:lnTo>
                    <a:pt x="7226" y="1495"/>
                  </a:lnTo>
                  <a:lnTo>
                    <a:pt x="6977" y="1210"/>
                  </a:lnTo>
                  <a:lnTo>
                    <a:pt x="6692" y="926"/>
                  </a:lnTo>
                  <a:lnTo>
                    <a:pt x="6372" y="712"/>
                  </a:lnTo>
                  <a:lnTo>
                    <a:pt x="6052" y="498"/>
                  </a:lnTo>
                  <a:lnTo>
                    <a:pt x="5696" y="321"/>
                  </a:lnTo>
                  <a:lnTo>
                    <a:pt x="5304" y="178"/>
                  </a:lnTo>
                  <a:lnTo>
                    <a:pt x="4913" y="107"/>
                  </a:lnTo>
                  <a:lnTo>
                    <a:pt x="4521" y="36"/>
                  </a:lnTo>
                  <a:lnTo>
                    <a:pt x="40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1968725" y="728588"/>
              <a:ext cx="33850" cy="32950"/>
            </a:xfrm>
            <a:custGeom>
              <a:rect b="b" l="l" r="r" t="t"/>
              <a:pathLst>
                <a:path extrusionOk="0" h="1318" w="1354">
                  <a:moveTo>
                    <a:pt x="677" y="0"/>
                  </a:moveTo>
                  <a:lnTo>
                    <a:pt x="535" y="36"/>
                  </a:lnTo>
                  <a:lnTo>
                    <a:pt x="428" y="71"/>
                  </a:lnTo>
                  <a:lnTo>
                    <a:pt x="321" y="107"/>
                  </a:lnTo>
                  <a:lnTo>
                    <a:pt x="214" y="214"/>
                  </a:lnTo>
                  <a:lnTo>
                    <a:pt x="107" y="285"/>
                  </a:lnTo>
                  <a:lnTo>
                    <a:pt x="72" y="427"/>
                  </a:lnTo>
                  <a:lnTo>
                    <a:pt x="36" y="534"/>
                  </a:lnTo>
                  <a:lnTo>
                    <a:pt x="1" y="676"/>
                  </a:lnTo>
                  <a:lnTo>
                    <a:pt x="36" y="819"/>
                  </a:lnTo>
                  <a:lnTo>
                    <a:pt x="72" y="926"/>
                  </a:lnTo>
                  <a:lnTo>
                    <a:pt x="107" y="1032"/>
                  </a:lnTo>
                  <a:lnTo>
                    <a:pt x="214" y="1139"/>
                  </a:lnTo>
                  <a:lnTo>
                    <a:pt x="321" y="1210"/>
                  </a:lnTo>
                  <a:lnTo>
                    <a:pt x="428" y="1282"/>
                  </a:lnTo>
                  <a:lnTo>
                    <a:pt x="535" y="1317"/>
                  </a:lnTo>
                  <a:lnTo>
                    <a:pt x="819" y="1317"/>
                  </a:lnTo>
                  <a:lnTo>
                    <a:pt x="926" y="1282"/>
                  </a:lnTo>
                  <a:lnTo>
                    <a:pt x="1033" y="1210"/>
                  </a:lnTo>
                  <a:lnTo>
                    <a:pt x="1140" y="1139"/>
                  </a:lnTo>
                  <a:lnTo>
                    <a:pt x="1211" y="1032"/>
                  </a:lnTo>
                  <a:lnTo>
                    <a:pt x="1282" y="926"/>
                  </a:lnTo>
                  <a:lnTo>
                    <a:pt x="1318" y="819"/>
                  </a:lnTo>
                  <a:lnTo>
                    <a:pt x="1353" y="676"/>
                  </a:lnTo>
                  <a:lnTo>
                    <a:pt x="1318" y="534"/>
                  </a:lnTo>
                  <a:lnTo>
                    <a:pt x="1282" y="427"/>
                  </a:lnTo>
                  <a:lnTo>
                    <a:pt x="1211" y="285"/>
                  </a:lnTo>
                  <a:lnTo>
                    <a:pt x="1140" y="214"/>
                  </a:lnTo>
                  <a:lnTo>
                    <a:pt x="1033" y="107"/>
                  </a:lnTo>
                  <a:lnTo>
                    <a:pt x="926" y="71"/>
                  </a:lnTo>
                  <a:lnTo>
                    <a:pt x="819" y="36"/>
                  </a:lnTo>
                  <a:lnTo>
                    <a:pt x="6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4" name="Shape 104"/>
        <p:cNvGrpSpPr/>
        <p:nvPr/>
      </p:nvGrpSpPr>
      <p:grpSpPr>
        <a:xfrm>
          <a:off x="0" y="0"/>
          <a:ext cx="0" cy="0"/>
          <a:chOff x="0" y="0"/>
          <a:chExt cx="0" cy="0"/>
        </a:xfrm>
      </p:grpSpPr>
      <p:sp>
        <p:nvSpPr>
          <p:cNvPr id="105" name="Google Shape;105;p3"/>
          <p:cNvSpPr txBox="1"/>
          <p:nvPr>
            <p:ph type="title"/>
          </p:nvPr>
        </p:nvSpPr>
        <p:spPr>
          <a:xfrm>
            <a:off x="713225" y="1984425"/>
            <a:ext cx="6217800" cy="15114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06" name="Google Shape;106;p3"/>
          <p:cNvSpPr txBox="1"/>
          <p:nvPr>
            <p:ph hasCustomPrompt="1" idx="2" type="title"/>
          </p:nvPr>
        </p:nvSpPr>
        <p:spPr>
          <a:xfrm>
            <a:off x="713225" y="91777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7" name="Google Shape;107;p3"/>
          <p:cNvSpPr txBox="1"/>
          <p:nvPr>
            <p:ph idx="1" type="subTitle"/>
          </p:nvPr>
        </p:nvSpPr>
        <p:spPr>
          <a:xfrm>
            <a:off x="713225" y="3495825"/>
            <a:ext cx="6217800" cy="72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8" name="Google Shape;108;p3"/>
          <p:cNvGrpSpPr/>
          <p:nvPr/>
        </p:nvGrpSpPr>
        <p:grpSpPr>
          <a:xfrm>
            <a:off x="-208430" y="-649275"/>
            <a:ext cx="10139599" cy="6979463"/>
            <a:chOff x="-208430" y="-649275"/>
            <a:chExt cx="10139599" cy="6979463"/>
          </a:xfrm>
        </p:grpSpPr>
        <p:sp>
          <p:nvSpPr>
            <p:cNvPr id="109" name="Google Shape;109;p3"/>
            <p:cNvSpPr/>
            <p:nvPr/>
          </p:nvSpPr>
          <p:spPr>
            <a:xfrm flipH="1">
              <a:off x="-208430" y="49139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flipH="1" rot="10800000">
              <a:off x="6365045" y="-64927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 name="Google Shape;111;p3"/>
          <p:cNvGrpSpPr/>
          <p:nvPr/>
        </p:nvGrpSpPr>
        <p:grpSpPr>
          <a:xfrm>
            <a:off x="-456377" y="-446622"/>
            <a:ext cx="9855439" cy="5657164"/>
            <a:chOff x="-456377" y="-446622"/>
            <a:chExt cx="9855439" cy="5657164"/>
          </a:xfrm>
        </p:grpSpPr>
        <p:grpSp>
          <p:nvGrpSpPr>
            <p:cNvPr id="112" name="Google Shape;112;p3"/>
            <p:cNvGrpSpPr/>
            <p:nvPr/>
          </p:nvGrpSpPr>
          <p:grpSpPr>
            <a:xfrm flipH="1" rot="-5400000">
              <a:off x="8392348" y="-37027"/>
              <a:ext cx="1416309" cy="597119"/>
              <a:chOff x="7367961" y="5155313"/>
              <a:chExt cx="937084" cy="395103"/>
            </a:xfrm>
          </p:grpSpPr>
          <p:sp>
            <p:nvSpPr>
              <p:cNvPr id="113" name="Google Shape;113;p3"/>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 name="Google Shape;145;p3"/>
            <p:cNvGrpSpPr/>
            <p:nvPr/>
          </p:nvGrpSpPr>
          <p:grpSpPr>
            <a:xfrm flipH="1">
              <a:off x="-456377" y="4613423"/>
              <a:ext cx="1416309" cy="597119"/>
              <a:chOff x="7367961" y="5155313"/>
              <a:chExt cx="937084" cy="395103"/>
            </a:xfrm>
          </p:grpSpPr>
          <p:sp>
            <p:nvSpPr>
              <p:cNvPr id="146" name="Google Shape;146;p3"/>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 name="Google Shape;178;p3"/>
          <p:cNvGrpSpPr/>
          <p:nvPr/>
        </p:nvGrpSpPr>
        <p:grpSpPr>
          <a:xfrm>
            <a:off x="233242" y="128536"/>
            <a:ext cx="8794624" cy="4905754"/>
            <a:chOff x="233242" y="128536"/>
            <a:chExt cx="8794624" cy="4905754"/>
          </a:xfrm>
        </p:grpSpPr>
        <p:sp>
          <p:nvSpPr>
            <p:cNvPr id="179" name="Google Shape;179;p3"/>
            <p:cNvSpPr/>
            <p:nvPr/>
          </p:nvSpPr>
          <p:spPr>
            <a:xfrm flipH="1">
              <a:off x="694187" y="128536"/>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a:off x="3436128" y="4740083"/>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flipH="1">
              <a:off x="8430779" y="3786013"/>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 name="Google Shape;182;p3"/>
            <p:cNvGrpSpPr/>
            <p:nvPr/>
          </p:nvGrpSpPr>
          <p:grpSpPr>
            <a:xfrm flipH="1">
              <a:off x="8560667" y="3091425"/>
              <a:ext cx="467200" cy="468075"/>
              <a:chOff x="4036413" y="3603425"/>
              <a:chExt cx="467200" cy="468075"/>
            </a:xfrm>
          </p:grpSpPr>
          <p:sp>
            <p:nvSpPr>
              <p:cNvPr id="183" name="Google Shape;183;p3"/>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3"/>
            <p:cNvGrpSpPr/>
            <p:nvPr/>
          </p:nvGrpSpPr>
          <p:grpSpPr>
            <a:xfrm>
              <a:off x="5769417" y="183540"/>
              <a:ext cx="355949" cy="355949"/>
              <a:chOff x="456925" y="3955825"/>
              <a:chExt cx="256300" cy="256300"/>
            </a:xfrm>
          </p:grpSpPr>
          <p:sp>
            <p:nvSpPr>
              <p:cNvPr id="186" name="Google Shape;186;p3"/>
              <p:cNvSpPr/>
              <p:nvPr/>
            </p:nvSpPr>
            <p:spPr>
              <a:xfrm>
                <a:off x="456925"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521875"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3"/>
            <p:cNvGrpSpPr/>
            <p:nvPr/>
          </p:nvGrpSpPr>
          <p:grpSpPr>
            <a:xfrm flipH="1">
              <a:off x="233242" y="411045"/>
              <a:ext cx="355989" cy="355989"/>
              <a:chOff x="296746" y="611364"/>
              <a:chExt cx="416411" cy="416411"/>
            </a:xfrm>
          </p:grpSpPr>
          <p:sp>
            <p:nvSpPr>
              <p:cNvPr id="189" name="Google Shape;189;p3"/>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 name="Google Shape;191;p3"/>
            <p:cNvGrpSpPr/>
            <p:nvPr/>
          </p:nvGrpSpPr>
          <p:grpSpPr>
            <a:xfrm flipH="1">
              <a:off x="7779907" y="4664425"/>
              <a:ext cx="355973" cy="355079"/>
              <a:chOff x="3185850" y="4486173"/>
              <a:chExt cx="565216" cy="563886"/>
            </a:xfrm>
          </p:grpSpPr>
          <p:sp>
            <p:nvSpPr>
              <p:cNvPr id="192" name="Google Shape;192;p3"/>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 name="Google Shape;194;p3"/>
            <p:cNvSpPr/>
            <p:nvPr/>
          </p:nvSpPr>
          <p:spPr>
            <a:xfrm flipH="1">
              <a:off x="1365754" y="466442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5" name="Shape 195"/>
        <p:cNvGrpSpPr/>
        <p:nvPr/>
      </p:nvGrpSpPr>
      <p:grpSpPr>
        <a:xfrm>
          <a:off x="0" y="0"/>
          <a:ext cx="0" cy="0"/>
          <a:chOff x="0" y="0"/>
          <a:chExt cx="0" cy="0"/>
        </a:xfrm>
      </p:grpSpPr>
      <p:sp>
        <p:nvSpPr>
          <p:cNvPr id="196" name="Google Shape;19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7" name="Google Shape;197;p4"/>
          <p:cNvSpPr txBox="1"/>
          <p:nvPr>
            <p:ph idx="1" type="body"/>
          </p:nvPr>
        </p:nvSpPr>
        <p:spPr>
          <a:xfrm>
            <a:off x="720000" y="1091925"/>
            <a:ext cx="7704000" cy="365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198" name="Google Shape;198;p4"/>
          <p:cNvSpPr/>
          <p:nvPr/>
        </p:nvSpPr>
        <p:spPr>
          <a:xfrm flipH="1" rot="10800000">
            <a:off x="8603420" y="-39857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4"/>
          <p:cNvGrpSpPr/>
          <p:nvPr/>
        </p:nvGrpSpPr>
        <p:grpSpPr>
          <a:xfrm>
            <a:off x="7385797" y="-256171"/>
            <a:ext cx="1416309" cy="597119"/>
            <a:chOff x="7367961" y="5155313"/>
            <a:chExt cx="937084" cy="395103"/>
          </a:xfrm>
        </p:grpSpPr>
        <p:sp>
          <p:nvSpPr>
            <p:cNvPr id="200" name="Google Shape;200;p4"/>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4"/>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4"/>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4"/>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4"/>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4"/>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4"/>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4"/>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4"/>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4"/>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4"/>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4"/>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4"/>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4"/>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4"/>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4"/>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4"/>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4"/>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4"/>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4"/>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4"/>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4"/>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4"/>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4"/>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4"/>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4"/>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4"/>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4"/>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4"/>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4"/>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 name="Google Shape;232;p4"/>
          <p:cNvGrpSpPr/>
          <p:nvPr/>
        </p:nvGrpSpPr>
        <p:grpSpPr>
          <a:xfrm>
            <a:off x="8430763" y="579500"/>
            <a:ext cx="581292" cy="877827"/>
            <a:chOff x="8430763" y="579500"/>
            <a:chExt cx="581292" cy="877827"/>
          </a:xfrm>
        </p:grpSpPr>
        <p:grpSp>
          <p:nvGrpSpPr>
            <p:cNvPr id="233" name="Google Shape;233;p4"/>
            <p:cNvGrpSpPr/>
            <p:nvPr/>
          </p:nvGrpSpPr>
          <p:grpSpPr>
            <a:xfrm>
              <a:off x="8430763" y="579500"/>
              <a:ext cx="467200" cy="468075"/>
              <a:chOff x="4036413" y="3603425"/>
              <a:chExt cx="467200" cy="468075"/>
            </a:xfrm>
          </p:grpSpPr>
          <p:sp>
            <p:nvSpPr>
              <p:cNvPr id="234" name="Google Shape;234;p4"/>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4"/>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 name="Google Shape;236;p4"/>
            <p:cNvSpPr/>
            <p:nvPr/>
          </p:nvSpPr>
          <p:spPr>
            <a:xfrm>
              <a:off x="8802101" y="1247373"/>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7" name="Shape 237"/>
        <p:cNvGrpSpPr/>
        <p:nvPr/>
      </p:nvGrpSpPr>
      <p:grpSpPr>
        <a:xfrm>
          <a:off x="0" y="0"/>
          <a:ext cx="0" cy="0"/>
          <a:chOff x="0" y="0"/>
          <a:chExt cx="0" cy="0"/>
        </a:xfrm>
      </p:grpSpPr>
      <p:sp>
        <p:nvSpPr>
          <p:cNvPr id="238" name="Google Shape;238;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9" name="Google Shape;239;p5"/>
          <p:cNvSpPr txBox="1"/>
          <p:nvPr>
            <p:ph idx="1" type="subTitle"/>
          </p:nvPr>
        </p:nvSpPr>
        <p:spPr>
          <a:xfrm>
            <a:off x="1263400" y="3450800"/>
            <a:ext cx="5489100" cy="871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0" name="Google Shape;240;p5"/>
          <p:cNvSpPr txBox="1"/>
          <p:nvPr>
            <p:ph idx="2" type="subTitle"/>
          </p:nvPr>
        </p:nvSpPr>
        <p:spPr>
          <a:xfrm>
            <a:off x="1263400" y="1924374"/>
            <a:ext cx="5489100" cy="871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1" name="Google Shape;241;p5"/>
          <p:cNvSpPr txBox="1"/>
          <p:nvPr>
            <p:ph idx="3" type="subTitle"/>
          </p:nvPr>
        </p:nvSpPr>
        <p:spPr>
          <a:xfrm>
            <a:off x="1263403" y="1496300"/>
            <a:ext cx="5489100" cy="495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242" name="Google Shape;242;p5"/>
          <p:cNvSpPr txBox="1"/>
          <p:nvPr>
            <p:ph idx="4" type="subTitle"/>
          </p:nvPr>
        </p:nvSpPr>
        <p:spPr>
          <a:xfrm>
            <a:off x="1263400" y="3022729"/>
            <a:ext cx="5489100" cy="495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243" name="Google Shape;243;p5"/>
          <p:cNvSpPr/>
          <p:nvPr/>
        </p:nvSpPr>
        <p:spPr>
          <a:xfrm rot="-5400000">
            <a:off x="7355850" y="-329133"/>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 name="Google Shape;244;p5"/>
          <p:cNvGrpSpPr/>
          <p:nvPr/>
        </p:nvGrpSpPr>
        <p:grpSpPr>
          <a:xfrm rot="5400000">
            <a:off x="8206275" y="1669381"/>
            <a:ext cx="1416309" cy="597119"/>
            <a:chOff x="7367961" y="5155313"/>
            <a:chExt cx="937084" cy="395103"/>
          </a:xfrm>
        </p:grpSpPr>
        <p:sp>
          <p:nvSpPr>
            <p:cNvPr id="245" name="Google Shape;245;p5"/>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5"/>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5"/>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5"/>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5"/>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5"/>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5"/>
          <p:cNvGrpSpPr/>
          <p:nvPr/>
        </p:nvGrpSpPr>
        <p:grpSpPr>
          <a:xfrm>
            <a:off x="8528888" y="2980300"/>
            <a:ext cx="505510" cy="808792"/>
            <a:chOff x="8528888" y="2980300"/>
            <a:chExt cx="505510" cy="808792"/>
          </a:xfrm>
        </p:grpSpPr>
        <p:sp>
          <p:nvSpPr>
            <p:cNvPr id="278" name="Google Shape;278;p5"/>
            <p:cNvSpPr/>
            <p:nvPr/>
          </p:nvSpPr>
          <p:spPr>
            <a:xfrm>
              <a:off x="8528888" y="29803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 name="Google Shape;279;p5"/>
            <p:cNvGrpSpPr/>
            <p:nvPr/>
          </p:nvGrpSpPr>
          <p:grpSpPr>
            <a:xfrm>
              <a:off x="8678424" y="3434013"/>
              <a:ext cx="355973" cy="355079"/>
              <a:chOff x="3185850" y="4486173"/>
              <a:chExt cx="565216" cy="563886"/>
            </a:xfrm>
          </p:grpSpPr>
          <p:sp>
            <p:nvSpPr>
              <p:cNvPr id="280" name="Google Shape;280;p5"/>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5"/>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2" name="Shape 282"/>
        <p:cNvGrpSpPr/>
        <p:nvPr/>
      </p:nvGrpSpPr>
      <p:grpSpPr>
        <a:xfrm>
          <a:off x="0" y="0"/>
          <a:ext cx="0" cy="0"/>
          <a:chOff x="0" y="0"/>
          <a:chExt cx="0" cy="0"/>
        </a:xfrm>
      </p:grpSpPr>
      <p:sp>
        <p:nvSpPr>
          <p:cNvPr id="283" name="Google Shape;283;p6"/>
          <p:cNvSpPr/>
          <p:nvPr/>
        </p:nvSpPr>
        <p:spPr>
          <a:xfrm rot="10800000">
            <a:off x="-2139940" y="-9244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85" name="Google Shape;285;p6"/>
          <p:cNvGrpSpPr/>
          <p:nvPr/>
        </p:nvGrpSpPr>
        <p:grpSpPr>
          <a:xfrm>
            <a:off x="86847" y="-250827"/>
            <a:ext cx="1416309" cy="597119"/>
            <a:chOff x="7367961" y="5155313"/>
            <a:chExt cx="937084" cy="395103"/>
          </a:xfrm>
        </p:grpSpPr>
        <p:sp>
          <p:nvSpPr>
            <p:cNvPr id="286" name="Google Shape;286;p6"/>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6"/>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6"/>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6"/>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6"/>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6"/>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6"/>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6"/>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6"/>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6"/>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6"/>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6"/>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6"/>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6"/>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6"/>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6"/>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6"/>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6"/>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6"/>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 name="Google Shape;318;p6"/>
          <p:cNvGrpSpPr/>
          <p:nvPr/>
        </p:nvGrpSpPr>
        <p:grpSpPr>
          <a:xfrm>
            <a:off x="114300" y="114298"/>
            <a:ext cx="1903605" cy="1076991"/>
            <a:chOff x="114300" y="114298"/>
            <a:chExt cx="1903605" cy="1076991"/>
          </a:xfrm>
        </p:grpSpPr>
        <p:sp>
          <p:nvSpPr>
            <p:cNvPr id="319" name="Google Shape;319;p6"/>
            <p:cNvSpPr/>
            <p:nvPr/>
          </p:nvSpPr>
          <p:spPr>
            <a:xfrm>
              <a:off x="1807951" y="11429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 name="Google Shape;320;p6"/>
            <p:cNvGrpSpPr/>
            <p:nvPr/>
          </p:nvGrpSpPr>
          <p:grpSpPr>
            <a:xfrm flipH="1">
              <a:off x="114300" y="835340"/>
              <a:ext cx="355949" cy="355949"/>
              <a:chOff x="616127" y="3955825"/>
              <a:chExt cx="256300" cy="256300"/>
            </a:xfrm>
          </p:grpSpPr>
          <p:sp>
            <p:nvSpPr>
              <p:cNvPr id="321" name="Google Shape;321;p6"/>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3" name="Shape 323"/>
        <p:cNvGrpSpPr/>
        <p:nvPr/>
      </p:nvGrpSpPr>
      <p:grpSpPr>
        <a:xfrm>
          <a:off x="0" y="0"/>
          <a:ext cx="0" cy="0"/>
          <a:chOff x="0" y="0"/>
          <a:chExt cx="0" cy="0"/>
        </a:xfrm>
      </p:grpSpPr>
      <p:grpSp>
        <p:nvGrpSpPr>
          <p:cNvPr id="324" name="Google Shape;324;p7"/>
          <p:cNvGrpSpPr/>
          <p:nvPr/>
        </p:nvGrpSpPr>
        <p:grpSpPr>
          <a:xfrm>
            <a:off x="-703072" y="-2398968"/>
            <a:ext cx="11065681" cy="7752506"/>
            <a:chOff x="-703072" y="-2398968"/>
            <a:chExt cx="11065681" cy="7752506"/>
          </a:xfrm>
        </p:grpSpPr>
        <p:sp>
          <p:nvSpPr>
            <p:cNvPr id="325" name="Google Shape;325;p7"/>
            <p:cNvSpPr/>
            <p:nvPr/>
          </p:nvSpPr>
          <p:spPr>
            <a:xfrm flipH="1" rot="5400000">
              <a:off x="-1777990" y="-132405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7"/>
            <p:cNvSpPr/>
            <p:nvPr/>
          </p:nvSpPr>
          <p:spPr>
            <a:xfrm>
              <a:off x="6796485" y="393725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7"/>
          <p:cNvSpPr txBox="1"/>
          <p:nvPr>
            <p:ph type="title"/>
          </p:nvPr>
        </p:nvSpPr>
        <p:spPr>
          <a:xfrm>
            <a:off x="713225" y="808450"/>
            <a:ext cx="4223400" cy="1013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8" name="Google Shape;328;p7"/>
          <p:cNvSpPr txBox="1"/>
          <p:nvPr>
            <p:ph idx="1" type="subTitle"/>
          </p:nvPr>
        </p:nvSpPr>
        <p:spPr>
          <a:xfrm>
            <a:off x="713225" y="1903225"/>
            <a:ext cx="4223400" cy="2431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329" name="Google Shape;329;p7"/>
          <p:cNvSpPr/>
          <p:nvPr>
            <p:ph idx="2" type="pic"/>
          </p:nvPr>
        </p:nvSpPr>
        <p:spPr>
          <a:xfrm>
            <a:off x="5453850" y="678262"/>
            <a:ext cx="3253500" cy="3786900"/>
          </a:xfrm>
          <a:prstGeom prst="roundRect">
            <a:avLst>
              <a:gd fmla="val 16667" name="adj"/>
            </a:avLst>
          </a:prstGeom>
          <a:noFill/>
          <a:ln>
            <a:noFill/>
          </a:ln>
        </p:spPr>
      </p:sp>
      <p:grpSp>
        <p:nvGrpSpPr>
          <p:cNvPr id="330" name="Google Shape;330;p7"/>
          <p:cNvGrpSpPr/>
          <p:nvPr/>
        </p:nvGrpSpPr>
        <p:grpSpPr>
          <a:xfrm>
            <a:off x="117113" y="114308"/>
            <a:ext cx="6461105" cy="4914894"/>
            <a:chOff x="117113" y="114308"/>
            <a:chExt cx="6461105" cy="4914894"/>
          </a:xfrm>
        </p:grpSpPr>
        <p:grpSp>
          <p:nvGrpSpPr>
            <p:cNvPr id="331" name="Google Shape;331;p7"/>
            <p:cNvGrpSpPr/>
            <p:nvPr/>
          </p:nvGrpSpPr>
          <p:grpSpPr>
            <a:xfrm>
              <a:off x="117113" y="114308"/>
              <a:ext cx="1141074" cy="1598192"/>
              <a:chOff x="117113" y="114308"/>
              <a:chExt cx="1141074" cy="1598192"/>
            </a:xfrm>
          </p:grpSpPr>
          <p:grpSp>
            <p:nvGrpSpPr>
              <p:cNvPr id="332" name="Google Shape;332;p7"/>
              <p:cNvGrpSpPr/>
              <p:nvPr/>
            </p:nvGrpSpPr>
            <p:grpSpPr>
              <a:xfrm>
                <a:off x="902197" y="114308"/>
                <a:ext cx="355989" cy="355989"/>
                <a:chOff x="296746" y="611364"/>
                <a:chExt cx="416411" cy="416411"/>
              </a:xfrm>
            </p:grpSpPr>
            <p:sp>
              <p:nvSpPr>
                <p:cNvPr id="333" name="Google Shape;333;p7"/>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7"/>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 name="Google Shape;335;p7"/>
              <p:cNvSpPr/>
              <p:nvPr/>
            </p:nvSpPr>
            <p:spPr>
              <a:xfrm>
                <a:off x="117113" y="156297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 name="Google Shape;336;p7"/>
            <p:cNvSpPr/>
            <p:nvPr/>
          </p:nvSpPr>
          <p:spPr>
            <a:xfrm>
              <a:off x="6368263" y="481924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7"/>
          <p:cNvGrpSpPr/>
          <p:nvPr/>
        </p:nvGrpSpPr>
        <p:grpSpPr>
          <a:xfrm>
            <a:off x="-86226" y="-98553"/>
            <a:ext cx="9492832" cy="4608072"/>
            <a:chOff x="-106683" y="-98553"/>
            <a:chExt cx="9492832" cy="4608072"/>
          </a:xfrm>
        </p:grpSpPr>
        <p:grpSp>
          <p:nvGrpSpPr>
            <p:cNvPr id="338" name="Google Shape;338;p7"/>
            <p:cNvGrpSpPr/>
            <p:nvPr/>
          </p:nvGrpSpPr>
          <p:grpSpPr>
            <a:xfrm rot="5400000">
              <a:off x="-516278" y="311042"/>
              <a:ext cx="1416309" cy="597119"/>
              <a:chOff x="7367961" y="5155313"/>
              <a:chExt cx="937084" cy="395103"/>
            </a:xfrm>
          </p:grpSpPr>
          <p:sp>
            <p:nvSpPr>
              <p:cNvPr id="339" name="Google Shape;339;p7"/>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7"/>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7"/>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7"/>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7"/>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7"/>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7"/>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7"/>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7"/>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7"/>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7"/>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7"/>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7"/>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7"/>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7"/>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7"/>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7"/>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7"/>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7"/>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7"/>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7"/>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7"/>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7"/>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7"/>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7"/>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7"/>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7"/>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7"/>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7"/>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 name="Google Shape;371;p7"/>
            <p:cNvGrpSpPr/>
            <p:nvPr/>
          </p:nvGrpSpPr>
          <p:grpSpPr>
            <a:xfrm flipH="1" rot="5400000">
              <a:off x="8379436" y="3502805"/>
              <a:ext cx="1416309" cy="597119"/>
              <a:chOff x="7367961" y="5155313"/>
              <a:chExt cx="937084" cy="395103"/>
            </a:xfrm>
          </p:grpSpPr>
          <p:sp>
            <p:nvSpPr>
              <p:cNvPr id="372" name="Google Shape;372;p7"/>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7"/>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7"/>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7"/>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7"/>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7"/>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7"/>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7"/>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7"/>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7"/>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7"/>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7"/>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7"/>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7"/>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7"/>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7"/>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7"/>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7"/>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7"/>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7"/>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7"/>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7"/>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7"/>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7"/>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7"/>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7"/>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7"/>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7"/>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7"/>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7"/>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7"/>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7"/>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04" name="Shape 404"/>
        <p:cNvGrpSpPr/>
        <p:nvPr/>
      </p:nvGrpSpPr>
      <p:grpSpPr>
        <a:xfrm>
          <a:off x="0" y="0"/>
          <a:ext cx="0" cy="0"/>
          <a:chOff x="0" y="0"/>
          <a:chExt cx="0" cy="0"/>
        </a:xfrm>
      </p:grpSpPr>
      <p:grpSp>
        <p:nvGrpSpPr>
          <p:cNvPr id="405" name="Google Shape;405;p8"/>
          <p:cNvGrpSpPr/>
          <p:nvPr/>
        </p:nvGrpSpPr>
        <p:grpSpPr>
          <a:xfrm>
            <a:off x="-852497" y="-415855"/>
            <a:ext cx="10077681" cy="7127043"/>
            <a:chOff x="-852497" y="-415855"/>
            <a:chExt cx="10077681" cy="7127043"/>
          </a:xfrm>
        </p:grpSpPr>
        <p:sp>
          <p:nvSpPr>
            <p:cNvPr id="406" name="Google Shape;406;p8"/>
            <p:cNvSpPr/>
            <p:nvPr/>
          </p:nvSpPr>
          <p:spPr>
            <a:xfrm flipH="1" rot="10800000">
              <a:off x="5659060" y="-41585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rot="5400000">
              <a:off x="-1927415" y="4219982"/>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 name="Google Shape;408;p8"/>
          <p:cNvSpPr txBox="1"/>
          <p:nvPr>
            <p:ph type="title"/>
          </p:nvPr>
        </p:nvSpPr>
        <p:spPr>
          <a:xfrm>
            <a:off x="713325" y="1573195"/>
            <a:ext cx="7717500" cy="19971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3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409" name="Google Shape;409;p8"/>
          <p:cNvGrpSpPr/>
          <p:nvPr/>
        </p:nvGrpSpPr>
        <p:grpSpPr>
          <a:xfrm>
            <a:off x="114297" y="114311"/>
            <a:ext cx="8948032" cy="4914901"/>
            <a:chOff x="114297" y="114311"/>
            <a:chExt cx="8948032" cy="4914901"/>
          </a:xfrm>
        </p:grpSpPr>
        <p:sp>
          <p:nvSpPr>
            <p:cNvPr id="410" name="Google Shape;410;p8"/>
            <p:cNvSpPr/>
            <p:nvPr/>
          </p:nvSpPr>
          <p:spPr>
            <a:xfrm>
              <a:off x="8852376" y="2693246"/>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flipH="1">
              <a:off x="2017908" y="4604006"/>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563788" y="1870336"/>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 name="Google Shape;413;p8"/>
            <p:cNvGrpSpPr/>
            <p:nvPr/>
          </p:nvGrpSpPr>
          <p:grpSpPr>
            <a:xfrm>
              <a:off x="8562488" y="1801811"/>
              <a:ext cx="467200" cy="468075"/>
              <a:chOff x="4036413" y="3603425"/>
              <a:chExt cx="467200" cy="468075"/>
            </a:xfrm>
          </p:grpSpPr>
          <p:sp>
            <p:nvSpPr>
              <p:cNvPr id="414" name="Google Shape;414;p8"/>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8"/>
            <p:cNvGrpSpPr/>
            <p:nvPr/>
          </p:nvGrpSpPr>
          <p:grpSpPr>
            <a:xfrm flipH="1">
              <a:off x="1259025" y="4673263"/>
              <a:ext cx="355949" cy="355949"/>
              <a:chOff x="616127" y="3955825"/>
              <a:chExt cx="256300" cy="256300"/>
            </a:xfrm>
          </p:grpSpPr>
          <p:sp>
            <p:nvSpPr>
              <p:cNvPr id="417" name="Google Shape;417;p8"/>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8"/>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8"/>
            <p:cNvGrpSpPr/>
            <p:nvPr/>
          </p:nvGrpSpPr>
          <p:grpSpPr>
            <a:xfrm>
              <a:off x="114297" y="2393756"/>
              <a:ext cx="355989" cy="355989"/>
              <a:chOff x="296746" y="611364"/>
              <a:chExt cx="416411" cy="416411"/>
            </a:xfrm>
          </p:grpSpPr>
          <p:sp>
            <p:nvSpPr>
              <p:cNvPr id="420" name="Google Shape;420;p8"/>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8"/>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8"/>
            <p:cNvGrpSpPr/>
            <p:nvPr/>
          </p:nvGrpSpPr>
          <p:grpSpPr>
            <a:xfrm>
              <a:off x="4974937" y="184423"/>
              <a:ext cx="355973" cy="355079"/>
              <a:chOff x="3185850" y="4486173"/>
              <a:chExt cx="565216" cy="563886"/>
            </a:xfrm>
          </p:grpSpPr>
          <p:sp>
            <p:nvSpPr>
              <p:cNvPr id="423" name="Google Shape;423;p8"/>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 name="Google Shape;425;p8"/>
            <p:cNvSpPr/>
            <p:nvPr/>
          </p:nvSpPr>
          <p:spPr>
            <a:xfrm>
              <a:off x="4497238" y="114311"/>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8"/>
          <p:cNvGrpSpPr/>
          <p:nvPr/>
        </p:nvGrpSpPr>
        <p:grpSpPr>
          <a:xfrm>
            <a:off x="-696259" y="119184"/>
            <a:ext cx="9917814" cy="4241776"/>
            <a:chOff x="-696259" y="8890"/>
            <a:chExt cx="9917814" cy="4241776"/>
          </a:xfrm>
        </p:grpSpPr>
        <p:grpSp>
          <p:nvGrpSpPr>
            <p:cNvPr id="427" name="Google Shape;427;p8"/>
            <p:cNvGrpSpPr/>
            <p:nvPr/>
          </p:nvGrpSpPr>
          <p:grpSpPr>
            <a:xfrm flipH="1" rot="5400000">
              <a:off x="8214841" y="418485"/>
              <a:ext cx="1416309" cy="597119"/>
              <a:chOff x="7367961" y="5155313"/>
              <a:chExt cx="937084" cy="395103"/>
            </a:xfrm>
          </p:grpSpPr>
          <p:sp>
            <p:nvSpPr>
              <p:cNvPr id="428" name="Google Shape;428;p8"/>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8"/>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8"/>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8"/>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8"/>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8"/>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8"/>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8"/>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8"/>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8"/>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8"/>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8"/>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8"/>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8"/>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8"/>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8"/>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8"/>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8"/>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8"/>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8"/>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8"/>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8"/>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8"/>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8"/>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8"/>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8"/>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8"/>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8"/>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8"/>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8"/>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8"/>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 name="Google Shape;460;p8"/>
            <p:cNvGrpSpPr/>
            <p:nvPr/>
          </p:nvGrpSpPr>
          <p:grpSpPr>
            <a:xfrm flipH="1" rot="10800000">
              <a:off x="-696259" y="3653548"/>
              <a:ext cx="1416309" cy="597119"/>
              <a:chOff x="7367961" y="5155313"/>
              <a:chExt cx="937084" cy="395103"/>
            </a:xfrm>
          </p:grpSpPr>
          <p:sp>
            <p:nvSpPr>
              <p:cNvPr id="461" name="Google Shape;461;p8"/>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8"/>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8"/>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8"/>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8"/>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8"/>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8"/>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8"/>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8"/>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8"/>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8"/>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8"/>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8"/>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8"/>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8"/>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8"/>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8"/>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8"/>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8"/>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8"/>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8"/>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8"/>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8"/>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8"/>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8"/>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8"/>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8"/>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8"/>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8"/>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8"/>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8"/>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8"/>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93" name="Shape 493"/>
        <p:cNvGrpSpPr/>
        <p:nvPr/>
      </p:nvGrpSpPr>
      <p:grpSpPr>
        <a:xfrm>
          <a:off x="0" y="0"/>
          <a:ext cx="0" cy="0"/>
          <a:chOff x="0" y="0"/>
          <a:chExt cx="0" cy="0"/>
        </a:xfrm>
      </p:grpSpPr>
      <p:sp>
        <p:nvSpPr>
          <p:cNvPr id="494" name="Google Shape;494;p9"/>
          <p:cNvSpPr txBox="1"/>
          <p:nvPr>
            <p:ph type="title"/>
          </p:nvPr>
        </p:nvSpPr>
        <p:spPr>
          <a:xfrm>
            <a:off x="2135550" y="1655488"/>
            <a:ext cx="4872900" cy="1161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6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95" name="Google Shape;495;p9"/>
          <p:cNvSpPr txBox="1"/>
          <p:nvPr>
            <p:ph idx="1" type="subTitle"/>
          </p:nvPr>
        </p:nvSpPr>
        <p:spPr>
          <a:xfrm>
            <a:off x="2135550" y="2816913"/>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96" name="Google Shape;496;p9"/>
          <p:cNvGrpSpPr/>
          <p:nvPr/>
        </p:nvGrpSpPr>
        <p:grpSpPr>
          <a:xfrm>
            <a:off x="-208430" y="-649275"/>
            <a:ext cx="10139599" cy="6979463"/>
            <a:chOff x="-208430" y="-649275"/>
            <a:chExt cx="10139599" cy="6979463"/>
          </a:xfrm>
        </p:grpSpPr>
        <p:sp>
          <p:nvSpPr>
            <p:cNvPr id="497" name="Google Shape;497;p9"/>
            <p:cNvSpPr/>
            <p:nvPr/>
          </p:nvSpPr>
          <p:spPr>
            <a:xfrm flipH="1">
              <a:off x="-208430" y="49139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9"/>
            <p:cNvSpPr/>
            <p:nvPr/>
          </p:nvSpPr>
          <p:spPr>
            <a:xfrm flipH="1" rot="10800000">
              <a:off x="6365045" y="-64927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9"/>
          <p:cNvGrpSpPr/>
          <p:nvPr/>
        </p:nvGrpSpPr>
        <p:grpSpPr>
          <a:xfrm>
            <a:off x="-442739" y="-268140"/>
            <a:ext cx="9855439" cy="5478682"/>
            <a:chOff x="-442739" y="-268140"/>
            <a:chExt cx="9855439" cy="5478682"/>
          </a:xfrm>
        </p:grpSpPr>
        <p:grpSp>
          <p:nvGrpSpPr>
            <p:cNvPr id="500" name="Google Shape;500;p9"/>
            <p:cNvGrpSpPr/>
            <p:nvPr/>
          </p:nvGrpSpPr>
          <p:grpSpPr>
            <a:xfrm flipH="1" rot="-5400000">
              <a:off x="8405986" y="141455"/>
              <a:ext cx="1416309" cy="597119"/>
              <a:chOff x="7367961" y="5155313"/>
              <a:chExt cx="937084" cy="395103"/>
            </a:xfrm>
          </p:grpSpPr>
          <p:sp>
            <p:nvSpPr>
              <p:cNvPr id="501" name="Google Shape;501;p9"/>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9"/>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9"/>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9"/>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9"/>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9"/>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9"/>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9"/>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9"/>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9"/>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9"/>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9"/>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9"/>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9"/>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9"/>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9"/>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9"/>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9"/>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9"/>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9"/>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9"/>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9"/>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9"/>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9"/>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9"/>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9"/>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9"/>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9"/>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9"/>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9"/>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9"/>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9"/>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9"/>
            <p:cNvGrpSpPr/>
            <p:nvPr/>
          </p:nvGrpSpPr>
          <p:grpSpPr>
            <a:xfrm flipH="1">
              <a:off x="-442739" y="4613423"/>
              <a:ext cx="1416309" cy="597119"/>
              <a:chOff x="7367961" y="5155313"/>
              <a:chExt cx="937084" cy="395103"/>
            </a:xfrm>
          </p:grpSpPr>
          <p:sp>
            <p:nvSpPr>
              <p:cNvPr id="534" name="Google Shape;534;p9"/>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9"/>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9"/>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9"/>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9"/>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9"/>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9"/>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9"/>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9"/>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9"/>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9"/>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9"/>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9"/>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9"/>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9"/>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9"/>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9"/>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9"/>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9"/>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9"/>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9"/>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9"/>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9"/>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9"/>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9"/>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9"/>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9"/>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9"/>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9"/>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9"/>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9"/>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9"/>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6" name="Google Shape;566;p9"/>
          <p:cNvGrpSpPr/>
          <p:nvPr/>
        </p:nvGrpSpPr>
        <p:grpSpPr>
          <a:xfrm>
            <a:off x="233242" y="128536"/>
            <a:ext cx="8794624" cy="4905754"/>
            <a:chOff x="233242" y="128536"/>
            <a:chExt cx="8794624" cy="4905754"/>
          </a:xfrm>
        </p:grpSpPr>
        <p:sp>
          <p:nvSpPr>
            <p:cNvPr id="567" name="Google Shape;567;p9"/>
            <p:cNvSpPr/>
            <p:nvPr/>
          </p:nvSpPr>
          <p:spPr>
            <a:xfrm flipH="1">
              <a:off x="694187" y="128536"/>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9"/>
            <p:cNvSpPr/>
            <p:nvPr/>
          </p:nvSpPr>
          <p:spPr>
            <a:xfrm>
              <a:off x="3436128" y="4740083"/>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9"/>
            <p:cNvSpPr/>
            <p:nvPr/>
          </p:nvSpPr>
          <p:spPr>
            <a:xfrm flipH="1">
              <a:off x="8430779" y="3786013"/>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 name="Google Shape;570;p9"/>
            <p:cNvGrpSpPr/>
            <p:nvPr/>
          </p:nvGrpSpPr>
          <p:grpSpPr>
            <a:xfrm flipH="1">
              <a:off x="8560667" y="3091425"/>
              <a:ext cx="467200" cy="468075"/>
              <a:chOff x="4036413" y="3603425"/>
              <a:chExt cx="467200" cy="468075"/>
            </a:xfrm>
          </p:grpSpPr>
          <p:sp>
            <p:nvSpPr>
              <p:cNvPr id="571" name="Google Shape;571;p9"/>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9"/>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9"/>
            <p:cNvGrpSpPr/>
            <p:nvPr/>
          </p:nvGrpSpPr>
          <p:grpSpPr>
            <a:xfrm>
              <a:off x="5769417" y="183540"/>
              <a:ext cx="355949" cy="355949"/>
              <a:chOff x="456925" y="3955825"/>
              <a:chExt cx="256300" cy="256300"/>
            </a:xfrm>
          </p:grpSpPr>
          <p:sp>
            <p:nvSpPr>
              <p:cNvPr id="574" name="Google Shape;574;p9"/>
              <p:cNvSpPr/>
              <p:nvPr/>
            </p:nvSpPr>
            <p:spPr>
              <a:xfrm>
                <a:off x="456925"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9"/>
              <p:cNvSpPr/>
              <p:nvPr/>
            </p:nvSpPr>
            <p:spPr>
              <a:xfrm>
                <a:off x="521875"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 name="Google Shape;576;p9"/>
            <p:cNvGrpSpPr/>
            <p:nvPr/>
          </p:nvGrpSpPr>
          <p:grpSpPr>
            <a:xfrm flipH="1">
              <a:off x="233242" y="411045"/>
              <a:ext cx="355989" cy="355989"/>
              <a:chOff x="296746" y="611364"/>
              <a:chExt cx="416411" cy="416411"/>
            </a:xfrm>
          </p:grpSpPr>
          <p:sp>
            <p:nvSpPr>
              <p:cNvPr id="577" name="Google Shape;577;p9"/>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9"/>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9"/>
            <p:cNvGrpSpPr/>
            <p:nvPr/>
          </p:nvGrpSpPr>
          <p:grpSpPr>
            <a:xfrm flipH="1">
              <a:off x="7779907" y="4664425"/>
              <a:ext cx="355973" cy="355079"/>
              <a:chOff x="3185850" y="4486173"/>
              <a:chExt cx="565216" cy="563886"/>
            </a:xfrm>
          </p:grpSpPr>
          <p:sp>
            <p:nvSpPr>
              <p:cNvPr id="580" name="Google Shape;580;p9"/>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9"/>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9"/>
            <p:cNvSpPr/>
            <p:nvPr/>
          </p:nvSpPr>
          <p:spPr>
            <a:xfrm flipH="1">
              <a:off x="1365754" y="466442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83" name="Shape 583"/>
        <p:cNvGrpSpPr/>
        <p:nvPr/>
      </p:nvGrpSpPr>
      <p:grpSpPr>
        <a:xfrm>
          <a:off x="0" y="0"/>
          <a:ext cx="0" cy="0"/>
          <a:chOff x="0" y="0"/>
          <a:chExt cx="0" cy="0"/>
        </a:xfrm>
      </p:grpSpPr>
      <p:sp>
        <p:nvSpPr>
          <p:cNvPr id="584" name="Google Shape;584;p10"/>
          <p:cNvSpPr/>
          <p:nvPr>
            <p:ph idx="2" type="pic"/>
          </p:nvPr>
        </p:nvSpPr>
        <p:spPr>
          <a:xfrm>
            <a:off x="-25" y="-13725"/>
            <a:ext cx="9144000" cy="5157300"/>
          </a:xfrm>
          <a:prstGeom prst="rect">
            <a:avLst/>
          </a:prstGeom>
          <a:noFill/>
          <a:ln>
            <a:noFill/>
          </a:ln>
        </p:spPr>
      </p:sp>
      <p:sp>
        <p:nvSpPr>
          <p:cNvPr id="585" name="Google Shape;585;p10"/>
          <p:cNvSpPr txBox="1"/>
          <p:nvPr>
            <p:ph type="title"/>
          </p:nvPr>
        </p:nvSpPr>
        <p:spPr>
          <a:xfrm>
            <a:off x="1426800" y="3928675"/>
            <a:ext cx="6290400" cy="675300"/>
          </a:xfrm>
          <a:prstGeom prst="rect">
            <a:avLst/>
          </a:prstGeom>
          <a:solidFill>
            <a:schemeClr val="lt1"/>
          </a:solidFill>
        </p:spPr>
        <p:txBody>
          <a:bodyPr anchorCtr="0" anchor="b" bIns="91425" lIns="91425" spcFirstLastPara="1" rIns="91425" wrap="square" tIns="91425">
            <a:noAutofit/>
          </a:bodyPr>
          <a:lstStyle>
            <a:lvl1pPr lvl="0" rtl="0" algn="ctr">
              <a:spcBef>
                <a:spcPts val="0"/>
              </a:spcBef>
              <a:spcAft>
                <a:spcPts val="0"/>
              </a:spcAft>
              <a:buSzPts val="2800"/>
              <a:buNone/>
              <a:defRPr b="0" sz="1600">
                <a:latin typeface="Montserrat SemiBold"/>
                <a:ea typeface="Montserrat SemiBold"/>
                <a:cs typeface="Montserrat SemiBold"/>
                <a:sym typeface="Montserrat SemiBold"/>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86" name="Shape 586"/>
        <p:cNvGrpSpPr/>
        <p:nvPr/>
      </p:nvGrpSpPr>
      <p:grpSpPr>
        <a:xfrm>
          <a:off x="0" y="0"/>
          <a:ext cx="0" cy="0"/>
          <a:chOff x="0" y="0"/>
          <a:chExt cx="0" cy="0"/>
        </a:xfrm>
      </p:grpSpPr>
      <p:grpSp>
        <p:nvGrpSpPr>
          <p:cNvPr id="587" name="Google Shape;587;p11"/>
          <p:cNvGrpSpPr/>
          <p:nvPr/>
        </p:nvGrpSpPr>
        <p:grpSpPr>
          <a:xfrm>
            <a:off x="-703072" y="2361620"/>
            <a:ext cx="9928256" cy="3868618"/>
            <a:chOff x="-703072" y="2361620"/>
            <a:chExt cx="9928256" cy="3868618"/>
          </a:xfrm>
        </p:grpSpPr>
        <p:sp>
          <p:nvSpPr>
            <p:cNvPr id="588" name="Google Shape;588;p11"/>
            <p:cNvSpPr/>
            <p:nvPr/>
          </p:nvSpPr>
          <p:spPr>
            <a:xfrm>
              <a:off x="5659060" y="481395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1"/>
            <p:cNvSpPr/>
            <p:nvPr/>
          </p:nvSpPr>
          <p:spPr>
            <a:xfrm rot="5400000">
              <a:off x="-1777990" y="3436538"/>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11"/>
          <p:cNvSpPr txBox="1"/>
          <p:nvPr>
            <p:ph hasCustomPrompt="1" type="title"/>
          </p:nvPr>
        </p:nvSpPr>
        <p:spPr>
          <a:xfrm>
            <a:off x="1284000" y="1669532"/>
            <a:ext cx="6576000" cy="11070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91" name="Google Shape;591;p11"/>
          <p:cNvSpPr txBox="1"/>
          <p:nvPr>
            <p:ph idx="1" type="subTitle"/>
          </p:nvPr>
        </p:nvSpPr>
        <p:spPr>
          <a:xfrm>
            <a:off x="1284000" y="2776768"/>
            <a:ext cx="6576000" cy="69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92" name="Google Shape;592;p11"/>
          <p:cNvGrpSpPr/>
          <p:nvPr/>
        </p:nvGrpSpPr>
        <p:grpSpPr>
          <a:xfrm>
            <a:off x="114288" y="1395288"/>
            <a:ext cx="8921385" cy="3652440"/>
            <a:chOff x="114288" y="1395288"/>
            <a:chExt cx="8921385" cy="3652440"/>
          </a:xfrm>
        </p:grpSpPr>
        <p:sp>
          <p:nvSpPr>
            <p:cNvPr id="593" name="Google Shape;593;p11"/>
            <p:cNvSpPr/>
            <p:nvPr/>
          </p:nvSpPr>
          <p:spPr>
            <a:xfrm>
              <a:off x="8825713" y="3106173"/>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1"/>
            <p:cNvSpPr/>
            <p:nvPr/>
          </p:nvSpPr>
          <p:spPr>
            <a:xfrm flipH="1">
              <a:off x="1125583" y="4753521"/>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1"/>
            <p:cNvSpPr/>
            <p:nvPr/>
          </p:nvSpPr>
          <p:spPr>
            <a:xfrm>
              <a:off x="1818313" y="46040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 name="Google Shape;596;p11"/>
            <p:cNvGrpSpPr/>
            <p:nvPr/>
          </p:nvGrpSpPr>
          <p:grpSpPr>
            <a:xfrm>
              <a:off x="114288" y="1395300"/>
              <a:ext cx="467200" cy="468075"/>
              <a:chOff x="4036413" y="3603425"/>
              <a:chExt cx="467200" cy="468075"/>
            </a:xfrm>
          </p:grpSpPr>
          <p:sp>
            <p:nvSpPr>
              <p:cNvPr id="597" name="Google Shape;597;p11"/>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1"/>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11"/>
            <p:cNvGrpSpPr/>
            <p:nvPr/>
          </p:nvGrpSpPr>
          <p:grpSpPr>
            <a:xfrm flipH="1">
              <a:off x="8517337" y="2250302"/>
              <a:ext cx="355949" cy="355949"/>
              <a:chOff x="616127" y="3955825"/>
              <a:chExt cx="256300" cy="256300"/>
            </a:xfrm>
          </p:grpSpPr>
          <p:sp>
            <p:nvSpPr>
              <p:cNvPr id="600" name="Google Shape;600;p11"/>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1"/>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11"/>
            <p:cNvGrpSpPr/>
            <p:nvPr/>
          </p:nvGrpSpPr>
          <p:grpSpPr>
            <a:xfrm>
              <a:off x="8426947" y="3629933"/>
              <a:ext cx="355989" cy="355989"/>
              <a:chOff x="296746" y="611364"/>
              <a:chExt cx="416411" cy="416411"/>
            </a:xfrm>
          </p:grpSpPr>
          <p:sp>
            <p:nvSpPr>
              <p:cNvPr id="603" name="Google Shape;603;p11"/>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1"/>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11"/>
            <p:cNvGrpSpPr/>
            <p:nvPr/>
          </p:nvGrpSpPr>
          <p:grpSpPr>
            <a:xfrm>
              <a:off x="8679699" y="1395288"/>
              <a:ext cx="355973" cy="355079"/>
              <a:chOff x="3185850" y="4486173"/>
              <a:chExt cx="565216" cy="563886"/>
            </a:xfrm>
          </p:grpSpPr>
          <p:sp>
            <p:nvSpPr>
              <p:cNvPr id="606" name="Google Shape;606;p11"/>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1"/>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 name="Google Shape;608;p11"/>
            <p:cNvSpPr/>
            <p:nvPr/>
          </p:nvSpPr>
          <p:spPr>
            <a:xfrm>
              <a:off x="563700" y="2122313"/>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 name="Google Shape;609;p11"/>
          <p:cNvGrpSpPr/>
          <p:nvPr/>
        </p:nvGrpSpPr>
        <p:grpSpPr>
          <a:xfrm>
            <a:off x="-659153" y="4359992"/>
            <a:ext cx="9859764" cy="1431914"/>
            <a:chOff x="-582953" y="4305442"/>
            <a:chExt cx="9859764" cy="1431914"/>
          </a:xfrm>
        </p:grpSpPr>
        <p:grpSp>
          <p:nvGrpSpPr>
            <p:cNvPr id="610" name="Google Shape;610;p11"/>
            <p:cNvGrpSpPr/>
            <p:nvPr/>
          </p:nvGrpSpPr>
          <p:grpSpPr>
            <a:xfrm rot="5400000">
              <a:off x="8270097" y="4730642"/>
              <a:ext cx="1416309" cy="597119"/>
              <a:chOff x="7367961" y="5155313"/>
              <a:chExt cx="937084" cy="395103"/>
            </a:xfrm>
          </p:grpSpPr>
          <p:sp>
            <p:nvSpPr>
              <p:cNvPr id="611" name="Google Shape;611;p11"/>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1"/>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1"/>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1"/>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1"/>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1"/>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1"/>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1"/>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1"/>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1"/>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1"/>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1"/>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1"/>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1"/>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1"/>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1"/>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1"/>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1"/>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1"/>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1"/>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1"/>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1"/>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1"/>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1"/>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1"/>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1"/>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1"/>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1"/>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1"/>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1"/>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1"/>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1"/>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11"/>
            <p:cNvGrpSpPr/>
            <p:nvPr/>
          </p:nvGrpSpPr>
          <p:grpSpPr>
            <a:xfrm>
              <a:off x="-582953" y="4305442"/>
              <a:ext cx="1416309" cy="597119"/>
              <a:chOff x="7367961" y="5155313"/>
              <a:chExt cx="937084" cy="395103"/>
            </a:xfrm>
          </p:grpSpPr>
          <p:sp>
            <p:nvSpPr>
              <p:cNvPr id="644" name="Google Shape;644;p11"/>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1"/>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1"/>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1"/>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1"/>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1"/>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1"/>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1"/>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1"/>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1"/>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1"/>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1"/>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1"/>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1"/>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1"/>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1"/>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1"/>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1"/>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1"/>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1"/>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1"/>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1"/>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1"/>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1"/>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1"/>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1"/>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1"/>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1"/>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1"/>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1"/>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1"/>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1"/>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3"/>
        </a:solidFill>
      </p:bgPr>
    </p:bg>
    <p:spTree>
      <p:nvGrpSpPr>
        <p:cNvPr id="676" name="Shape 6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677" name="Shape 677"/>
        <p:cNvGrpSpPr/>
        <p:nvPr/>
      </p:nvGrpSpPr>
      <p:grpSpPr>
        <a:xfrm>
          <a:off x="0" y="0"/>
          <a:ext cx="0" cy="0"/>
          <a:chOff x="0" y="0"/>
          <a:chExt cx="0" cy="0"/>
        </a:xfrm>
      </p:grpSpPr>
      <p:sp>
        <p:nvSpPr>
          <p:cNvPr id="678" name="Google Shape;678;p13"/>
          <p:cNvSpPr/>
          <p:nvPr/>
        </p:nvSpPr>
        <p:spPr>
          <a:xfrm>
            <a:off x="7815660" y="46040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3"/>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680" name="Google Shape;680;p13"/>
          <p:cNvGrpSpPr/>
          <p:nvPr/>
        </p:nvGrpSpPr>
        <p:grpSpPr>
          <a:xfrm flipH="1" rot="5400000">
            <a:off x="8197161" y="4417205"/>
            <a:ext cx="1416309" cy="597119"/>
            <a:chOff x="7367961" y="5155313"/>
            <a:chExt cx="937084" cy="395103"/>
          </a:xfrm>
        </p:grpSpPr>
        <p:sp>
          <p:nvSpPr>
            <p:cNvPr id="681" name="Google Shape;681;p13"/>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3"/>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3"/>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3"/>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3"/>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3"/>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3"/>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3"/>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3"/>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3"/>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3"/>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3"/>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3"/>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3"/>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3"/>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3"/>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3"/>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3"/>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3"/>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3"/>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3"/>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3"/>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3"/>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3"/>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3"/>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3"/>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3"/>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3"/>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3"/>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3"/>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3"/>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3"/>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13"/>
          <p:cNvGrpSpPr/>
          <p:nvPr/>
        </p:nvGrpSpPr>
        <p:grpSpPr>
          <a:xfrm>
            <a:off x="7453850" y="3521370"/>
            <a:ext cx="1575862" cy="1448580"/>
            <a:chOff x="7453850" y="3521370"/>
            <a:chExt cx="1575862" cy="1448580"/>
          </a:xfrm>
        </p:grpSpPr>
        <p:grpSp>
          <p:nvGrpSpPr>
            <p:cNvPr id="714" name="Google Shape;714;p13"/>
            <p:cNvGrpSpPr/>
            <p:nvPr/>
          </p:nvGrpSpPr>
          <p:grpSpPr>
            <a:xfrm>
              <a:off x="8673722" y="3521370"/>
              <a:ext cx="355989" cy="355989"/>
              <a:chOff x="296746" y="611364"/>
              <a:chExt cx="416411" cy="416411"/>
            </a:xfrm>
          </p:grpSpPr>
          <p:sp>
            <p:nvSpPr>
              <p:cNvPr id="715" name="Google Shape;715;p13"/>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3"/>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 name="Google Shape;717;p13"/>
            <p:cNvSpPr/>
            <p:nvPr/>
          </p:nvSpPr>
          <p:spPr>
            <a:xfrm>
              <a:off x="7453850" y="482042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718" name="Shape 718"/>
        <p:cNvGrpSpPr/>
        <p:nvPr/>
      </p:nvGrpSpPr>
      <p:grpSpPr>
        <a:xfrm>
          <a:off x="0" y="0"/>
          <a:ext cx="0" cy="0"/>
          <a:chOff x="0" y="0"/>
          <a:chExt cx="0" cy="0"/>
        </a:xfrm>
      </p:grpSpPr>
      <p:sp>
        <p:nvSpPr>
          <p:cNvPr id="719" name="Google Shape;719;p14"/>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20" name="Google Shape;720;p14"/>
          <p:cNvSpPr/>
          <p:nvPr/>
        </p:nvSpPr>
        <p:spPr>
          <a:xfrm rot="5400000">
            <a:off x="-1981180" y="5200319"/>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 name="Google Shape;721;p14"/>
          <p:cNvGrpSpPr/>
          <p:nvPr/>
        </p:nvGrpSpPr>
        <p:grpSpPr>
          <a:xfrm>
            <a:off x="114291" y="3196157"/>
            <a:ext cx="1066129" cy="1833054"/>
            <a:chOff x="114291" y="3196157"/>
            <a:chExt cx="1066129" cy="1833054"/>
          </a:xfrm>
        </p:grpSpPr>
        <p:sp>
          <p:nvSpPr>
            <p:cNvPr id="722" name="Google Shape;722;p14"/>
            <p:cNvSpPr/>
            <p:nvPr/>
          </p:nvSpPr>
          <p:spPr>
            <a:xfrm flipH="1">
              <a:off x="713228" y="4735005"/>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 name="Google Shape;723;p14"/>
            <p:cNvGrpSpPr/>
            <p:nvPr/>
          </p:nvGrpSpPr>
          <p:grpSpPr>
            <a:xfrm>
              <a:off x="114291" y="3196157"/>
              <a:ext cx="467200" cy="468075"/>
              <a:chOff x="4036413" y="3603425"/>
              <a:chExt cx="467200" cy="468075"/>
            </a:xfrm>
          </p:grpSpPr>
          <p:sp>
            <p:nvSpPr>
              <p:cNvPr id="724" name="Google Shape;724;p14"/>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4"/>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 name="Google Shape;726;p14"/>
          <p:cNvGrpSpPr/>
          <p:nvPr/>
        </p:nvGrpSpPr>
        <p:grpSpPr>
          <a:xfrm rot="10800000">
            <a:off x="-856327" y="3982534"/>
            <a:ext cx="1416309" cy="597119"/>
            <a:chOff x="7367961" y="5155313"/>
            <a:chExt cx="937084" cy="395103"/>
          </a:xfrm>
        </p:grpSpPr>
        <p:sp>
          <p:nvSpPr>
            <p:cNvPr id="727" name="Google Shape;727;p14"/>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4"/>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4"/>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4"/>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4"/>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4"/>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4"/>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4"/>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4"/>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4"/>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4"/>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4"/>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4"/>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4"/>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4"/>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4"/>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4"/>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4"/>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4"/>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4"/>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4"/>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4"/>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4"/>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4"/>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4"/>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4"/>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4"/>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4"/>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4"/>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4"/>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4"/>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4"/>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_1">
    <p:spTree>
      <p:nvGrpSpPr>
        <p:cNvPr id="759" name="Shape 759"/>
        <p:cNvGrpSpPr/>
        <p:nvPr/>
      </p:nvGrpSpPr>
      <p:grpSpPr>
        <a:xfrm>
          <a:off x="0" y="0"/>
          <a:ext cx="0" cy="0"/>
          <a:chOff x="0" y="0"/>
          <a:chExt cx="0" cy="0"/>
        </a:xfrm>
      </p:grpSpPr>
      <p:sp>
        <p:nvSpPr>
          <p:cNvPr id="760" name="Google Shape;760;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61" name="Google Shape;761;p15"/>
          <p:cNvSpPr txBox="1"/>
          <p:nvPr>
            <p:ph idx="1" type="subTitle"/>
          </p:nvPr>
        </p:nvSpPr>
        <p:spPr>
          <a:xfrm>
            <a:off x="4731475" y="1228725"/>
            <a:ext cx="3699300" cy="311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2" name="Google Shape;762;p15"/>
          <p:cNvSpPr txBox="1"/>
          <p:nvPr>
            <p:ph idx="2" type="subTitle"/>
          </p:nvPr>
        </p:nvSpPr>
        <p:spPr>
          <a:xfrm>
            <a:off x="720000" y="1228725"/>
            <a:ext cx="3699300" cy="311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3" name="Google Shape;763;p15"/>
          <p:cNvSpPr/>
          <p:nvPr/>
        </p:nvSpPr>
        <p:spPr>
          <a:xfrm flipH="1">
            <a:off x="-586965" y="47885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 name="Google Shape;764;p15"/>
          <p:cNvGrpSpPr/>
          <p:nvPr/>
        </p:nvGrpSpPr>
        <p:grpSpPr>
          <a:xfrm>
            <a:off x="2753425" y="4639000"/>
            <a:ext cx="768524" cy="379610"/>
            <a:chOff x="2753425" y="4639000"/>
            <a:chExt cx="768524" cy="379610"/>
          </a:xfrm>
        </p:grpSpPr>
        <p:grpSp>
          <p:nvGrpSpPr>
            <p:cNvPr id="765" name="Google Shape;765;p15"/>
            <p:cNvGrpSpPr/>
            <p:nvPr/>
          </p:nvGrpSpPr>
          <p:grpSpPr>
            <a:xfrm>
              <a:off x="3165960" y="4662620"/>
              <a:ext cx="355989" cy="355989"/>
              <a:chOff x="296746" y="611364"/>
              <a:chExt cx="416411" cy="416411"/>
            </a:xfrm>
          </p:grpSpPr>
          <p:sp>
            <p:nvSpPr>
              <p:cNvPr id="766" name="Google Shape;766;p15"/>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5"/>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15"/>
            <p:cNvSpPr/>
            <p:nvPr/>
          </p:nvSpPr>
          <p:spPr>
            <a:xfrm>
              <a:off x="2753425" y="46390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15"/>
          <p:cNvGrpSpPr/>
          <p:nvPr/>
        </p:nvGrpSpPr>
        <p:grpSpPr>
          <a:xfrm>
            <a:off x="127747" y="4608998"/>
            <a:ext cx="1416309" cy="597119"/>
            <a:chOff x="7367961" y="5155313"/>
            <a:chExt cx="937084" cy="395103"/>
          </a:xfrm>
        </p:grpSpPr>
        <p:sp>
          <p:nvSpPr>
            <p:cNvPr id="770" name="Google Shape;770;p15"/>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5"/>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5"/>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5"/>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5"/>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5"/>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5"/>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5"/>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5"/>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5"/>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5"/>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5"/>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5"/>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5"/>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5"/>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5"/>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5"/>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5"/>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5"/>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5"/>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5"/>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5"/>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5"/>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5"/>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5"/>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5"/>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5"/>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5"/>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5"/>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5"/>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5"/>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5"/>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02" name="Shape 802"/>
        <p:cNvGrpSpPr/>
        <p:nvPr/>
      </p:nvGrpSpPr>
      <p:grpSpPr>
        <a:xfrm>
          <a:off x="0" y="0"/>
          <a:ext cx="0" cy="0"/>
          <a:chOff x="0" y="0"/>
          <a:chExt cx="0" cy="0"/>
        </a:xfrm>
      </p:grpSpPr>
      <p:sp>
        <p:nvSpPr>
          <p:cNvPr id="803" name="Google Shape;803;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4" name="Google Shape;804;p16"/>
          <p:cNvSpPr txBox="1"/>
          <p:nvPr>
            <p:ph idx="1" type="subTitle"/>
          </p:nvPr>
        </p:nvSpPr>
        <p:spPr>
          <a:xfrm>
            <a:off x="1187200" y="1527225"/>
            <a:ext cx="3375600" cy="1331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5" name="Google Shape;805;p16"/>
          <p:cNvSpPr txBox="1"/>
          <p:nvPr>
            <p:ph idx="2" type="subTitle"/>
          </p:nvPr>
        </p:nvSpPr>
        <p:spPr>
          <a:xfrm>
            <a:off x="1187200" y="3272300"/>
            <a:ext cx="3375600" cy="1331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6" name="Google Shape;806;p16"/>
          <p:cNvSpPr txBox="1"/>
          <p:nvPr>
            <p:ph idx="3" type="subTitle"/>
          </p:nvPr>
        </p:nvSpPr>
        <p:spPr>
          <a:xfrm>
            <a:off x="5055150" y="2399763"/>
            <a:ext cx="3375600" cy="1331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7" name="Google Shape;807;p16"/>
          <p:cNvSpPr txBox="1"/>
          <p:nvPr>
            <p:ph idx="4" type="subTitle"/>
          </p:nvPr>
        </p:nvSpPr>
        <p:spPr>
          <a:xfrm>
            <a:off x="1187200" y="1138350"/>
            <a:ext cx="3375600" cy="468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08" name="Google Shape;808;p16"/>
          <p:cNvSpPr txBox="1"/>
          <p:nvPr>
            <p:ph idx="5" type="subTitle"/>
          </p:nvPr>
        </p:nvSpPr>
        <p:spPr>
          <a:xfrm>
            <a:off x="1187225" y="2883425"/>
            <a:ext cx="3375600" cy="468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09" name="Google Shape;809;p16"/>
          <p:cNvSpPr txBox="1"/>
          <p:nvPr>
            <p:ph idx="6" type="subTitle"/>
          </p:nvPr>
        </p:nvSpPr>
        <p:spPr>
          <a:xfrm>
            <a:off x="5055175" y="2010888"/>
            <a:ext cx="3375600" cy="468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10" name="Google Shape;810;p16"/>
          <p:cNvSpPr/>
          <p:nvPr/>
        </p:nvSpPr>
        <p:spPr>
          <a:xfrm flipH="1" rot="10800000">
            <a:off x="6783010" y="-10768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 name="Google Shape;811;p16"/>
          <p:cNvGrpSpPr/>
          <p:nvPr/>
        </p:nvGrpSpPr>
        <p:grpSpPr>
          <a:xfrm rot="10800000">
            <a:off x="7263397" y="-70364"/>
            <a:ext cx="1416309" cy="597119"/>
            <a:chOff x="7367961" y="5155313"/>
            <a:chExt cx="937084" cy="395103"/>
          </a:xfrm>
        </p:grpSpPr>
        <p:sp>
          <p:nvSpPr>
            <p:cNvPr id="812" name="Google Shape;812;p16"/>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6"/>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6"/>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6"/>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6"/>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6"/>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6"/>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6"/>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6"/>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6"/>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6"/>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6"/>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6"/>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6"/>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6"/>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6"/>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6"/>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6"/>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6"/>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6"/>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6"/>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6"/>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6"/>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6"/>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6"/>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6"/>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6"/>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6"/>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6"/>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6"/>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6"/>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6"/>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16"/>
          <p:cNvGrpSpPr/>
          <p:nvPr/>
        </p:nvGrpSpPr>
        <p:grpSpPr>
          <a:xfrm>
            <a:off x="6573051" y="202898"/>
            <a:ext cx="2462636" cy="877899"/>
            <a:chOff x="6573051" y="202898"/>
            <a:chExt cx="2462636" cy="877899"/>
          </a:xfrm>
        </p:grpSpPr>
        <p:sp>
          <p:nvSpPr>
            <p:cNvPr id="845" name="Google Shape;845;p16"/>
            <p:cNvSpPr/>
            <p:nvPr/>
          </p:nvSpPr>
          <p:spPr>
            <a:xfrm>
              <a:off x="6573051" y="20289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 name="Google Shape;846;p16"/>
            <p:cNvGrpSpPr/>
            <p:nvPr/>
          </p:nvGrpSpPr>
          <p:grpSpPr>
            <a:xfrm>
              <a:off x="8679697" y="724808"/>
              <a:ext cx="355989" cy="355989"/>
              <a:chOff x="296746" y="611364"/>
              <a:chExt cx="416411" cy="416411"/>
            </a:xfrm>
          </p:grpSpPr>
          <p:sp>
            <p:nvSpPr>
              <p:cNvPr id="847" name="Google Shape;847;p16"/>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6"/>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2">
    <p:spTree>
      <p:nvGrpSpPr>
        <p:cNvPr id="849" name="Shape 849"/>
        <p:cNvGrpSpPr/>
        <p:nvPr/>
      </p:nvGrpSpPr>
      <p:grpSpPr>
        <a:xfrm>
          <a:off x="0" y="0"/>
          <a:ext cx="0" cy="0"/>
          <a:chOff x="0" y="0"/>
          <a:chExt cx="0" cy="0"/>
        </a:xfrm>
      </p:grpSpPr>
      <p:sp>
        <p:nvSpPr>
          <p:cNvPr id="850" name="Google Shape;850;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51" name="Google Shape;851;p17"/>
          <p:cNvSpPr txBox="1"/>
          <p:nvPr>
            <p:ph idx="1" type="subTitle"/>
          </p:nvPr>
        </p:nvSpPr>
        <p:spPr>
          <a:xfrm>
            <a:off x="716614" y="1913959"/>
            <a:ext cx="3747300" cy="81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2" name="Google Shape;852;p17"/>
          <p:cNvSpPr txBox="1"/>
          <p:nvPr>
            <p:ph idx="2" type="subTitle"/>
          </p:nvPr>
        </p:nvSpPr>
        <p:spPr>
          <a:xfrm>
            <a:off x="716614" y="3789800"/>
            <a:ext cx="3747300" cy="81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3" name="Google Shape;853;p17"/>
          <p:cNvSpPr txBox="1"/>
          <p:nvPr>
            <p:ph idx="3" type="subTitle"/>
          </p:nvPr>
        </p:nvSpPr>
        <p:spPr>
          <a:xfrm>
            <a:off x="4680089" y="1913959"/>
            <a:ext cx="3747300" cy="81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4" name="Google Shape;854;p17"/>
          <p:cNvSpPr txBox="1"/>
          <p:nvPr>
            <p:ph idx="4" type="subTitle"/>
          </p:nvPr>
        </p:nvSpPr>
        <p:spPr>
          <a:xfrm>
            <a:off x="4680089" y="3789800"/>
            <a:ext cx="3747300" cy="81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5" name="Google Shape;855;p17"/>
          <p:cNvSpPr txBox="1"/>
          <p:nvPr>
            <p:ph hasCustomPrompt="1" idx="5" type="title"/>
          </p:nvPr>
        </p:nvSpPr>
        <p:spPr>
          <a:xfrm>
            <a:off x="716611" y="1109788"/>
            <a:ext cx="6711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5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6" name="Google Shape;856;p17"/>
          <p:cNvSpPr txBox="1"/>
          <p:nvPr>
            <p:ph hasCustomPrompt="1" idx="6" type="title"/>
          </p:nvPr>
        </p:nvSpPr>
        <p:spPr>
          <a:xfrm>
            <a:off x="4682711" y="1109788"/>
            <a:ext cx="6711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5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7" name="Google Shape;857;p17"/>
          <p:cNvSpPr txBox="1"/>
          <p:nvPr>
            <p:ph hasCustomPrompt="1" idx="7" type="title"/>
          </p:nvPr>
        </p:nvSpPr>
        <p:spPr>
          <a:xfrm>
            <a:off x="716622" y="2989836"/>
            <a:ext cx="6711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5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8" name="Google Shape;858;p17"/>
          <p:cNvSpPr txBox="1"/>
          <p:nvPr>
            <p:ph hasCustomPrompt="1" idx="8" type="title"/>
          </p:nvPr>
        </p:nvSpPr>
        <p:spPr>
          <a:xfrm>
            <a:off x="4682717" y="2989838"/>
            <a:ext cx="6711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5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9" name="Google Shape;859;p17"/>
          <p:cNvSpPr txBox="1"/>
          <p:nvPr>
            <p:ph idx="9" type="subTitle"/>
          </p:nvPr>
        </p:nvSpPr>
        <p:spPr>
          <a:xfrm>
            <a:off x="716614" y="1557400"/>
            <a:ext cx="37473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60" name="Google Shape;860;p17"/>
          <p:cNvSpPr txBox="1"/>
          <p:nvPr>
            <p:ph idx="13" type="subTitle"/>
          </p:nvPr>
        </p:nvSpPr>
        <p:spPr>
          <a:xfrm>
            <a:off x="716614" y="3437450"/>
            <a:ext cx="37473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61" name="Google Shape;861;p17"/>
          <p:cNvSpPr txBox="1"/>
          <p:nvPr>
            <p:ph idx="14" type="subTitle"/>
          </p:nvPr>
        </p:nvSpPr>
        <p:spPr>
          <a:xfrm>
            <a:off x="4680089" y="1557400"/>
            <a:ext cx="37473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62" name="Google Shape;862;p17"/>
          <p:cNvSpPr txBox="1"/>
          <p:nvPr>
            <p:ph idx="15" type="subTitle"/>
          </p:nvPr>
        </p:nvSpPr>
        <p:spPr>
          <a:xfrm>
            <a:off x="4680089" y="3437447"/>
            <a:ext cx="37473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863" name="Google Shape;863;p17"/>
          <p:cNvSpPr/>
          <p:nvPr/>
        </p:nvSpPr>
        <p:spPr>
          <a:xfrm flipH="1" rot="-5400000">
            <a:off x="7568645" y="509385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 name="Google Shape;864;p17"/>
          <p:cNvGrpSpPr/>
          <p:nvPr/>
        </p:nvGrpSpPr>
        <p:grpSpPr>
          <a:xfrm>
            <a:off x="7644475" y="3662965"/>
            <a:ext cx="1272999" cy="1366238"/>
            <a:chOff x="7644475" y="3662965"/>
            <a:chExt cx="1272999" cy="1366238"/>
          </a:xfrm>
        </p:grpSpPr>
        <p:sp>
          <p:nvSpPr>
            <p:cNvPr id="865" name="Google Shape;865;p17"/>
            <p:cNvSpPr/>
            <p:nvPr/>
          </p:nvSpPr>
          <p:spPr>
            <a:xfrm flipH="1">
              <a:off x="7920346" y="4734996"/>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7"/>
            <p:cNvSpPr/>
            <p:nvPr/>
          </p:nvSpPr>
          <p:spPr>
            <a:xfrm>
              <a:off x="7644475" y="4670663"/>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17"/>
            <p:cNvGrpSpPr/>
            <p:nvPr/>
          </p:nvGrpSpPr>
          <p:grpSpPr>
            <a:xfrm flipH="1">
              <a:off x="8561525" y="3662965"/>
              <a:ext cx="355949" cy="355949"/>
              <a:chOff x="456925" y="3955825"/>
              <a:chExt cx="256300" cy="256300"/>
            </a:xfrm>
          </p:grpSpPr>
          <p:sp>
            <p:nvSpPr>
              <p:cNvPr id="868" name="Google Shape;868;p17"/>
              <p:cNvSpPr/>
              <p:nvPr/>
            </p:nvSpPr>
            <p:spPr>
              <a:xfrm>
                <a:off x="456925"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7"/>
              <p:cNvSpPr/>
              <p:nvPr/>
            </p:nvSpPr>
            <p:spPr>
              <a:xfrm>
                <a:off x="521875"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 name="Google Shape;870;p17"/>
          <p:cNvGrpSpPr/>
          <p:nvPr/>
        </p:nvGrpSpPr>
        <p:grpSpPr>
          <a:xfrm flipH="1">
            <a:off x="8567373" y="4374867"/>
            <a:ext cx="1416309" cy="597119"/>
            <a:chOff x="7367961" y="5155313"/>
            <a:chExt cx="937084" cy="395103"/>
          </a:xfrm>
        </p:grpSpPr>
        <p:sp>
          <p:nvSpPr>
            <p:cNvPr id="871" name="Google Shape;871;p17"/>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7"/>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7"/>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7"/>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7"/>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7"/>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7"/>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7"/>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7"/>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7"/>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7"/>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7"/>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7"/>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7"/>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7"/>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7"/>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7"/>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7"/>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7"/>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7"/>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7"/>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7"/>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7"/>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7"/>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7"/>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7"/>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7"/>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7"/>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7"/>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7"/>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7"/>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7"/>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903" name="Shape 903"/>
        <p:cNvGrpSpPr/>
        <p:nvPr/>
      </p:nvGrpSpPr>
      <p:grpSpPr>
        <a:xfrm>
          <a:off x="0" y="0"/>
          <a:ext cx="0" cy="0"/>
          <a:chOff x="0" y="0"/>
          <a:chExt cx="0" cy="0"/>
        </a:xfrm>
      </p:grpSpPr>
      <p:sp>
        <p:nvSpPr>
          <p:cNvPr id="904" name="Google Shape;904;p18"/>
          <p:cNvSpPr/>
          <p:nvPr/>
        </p:nvSpPr>
        <p:spPr>
          <a:xfrm rot="-5400000">
            <a:off x="7359745" y="-15431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06" name="Google Shape;906;p18"/>
          <p:cNvSpPr txBox="1"/>
          <p:nvPr>
            <p:ph idx="1" type="subTitle"/>
          </p:nvPr>
        </p:nvSpPr>
        <p:spPr>
          <a:xfrm>
            <a:off x="722400" y="3101960"/>
            <a:ext cx="7699200" cy="31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7" name="Google Shape;907;p18"/>
          <p:cNvSpPr txBox="1"/>
          <p:nvPr>
            <p:ph idx="2" type="subTitle"/>
          </p:nvPr>
        </p:nvSpPr>
        <p:spPr>
          <a:xfrm>
            <a:off x="722400" y="4286250"/>
            <a:ext cx="7699200" cy="31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8" name="Google Shape;908;p18"/>
          <p:cNvSpPr txBox="1"/>
          <p:nvPr>
            <p:ph idx="3" type="subTitle"/>
          </p:nvPr>
        </p:nvSpPr>
        <p:spPr>
          <a:xfrm>
            <a:off x="722400" y="3694105"/>
            <a:ext cx="7699200" cy="31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9" name="Google Shape;909;p18"/>
          <p:cNvSpPr txBox="1"/>
          <p:nvPr>
            <p:ph idx="4" type="subTitle"/>
          </p:nvPr>
        </p:nvSpPr>
        <p:spPr>
          <a:xfrm>
            <a:off x="722400" y="1325525"/>
            <a:ext cx="7695300" cy="31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0" name="Google Shape;910;p18"/>
          <p:cNvSpPr txBox="1"/>
          <p:nvPr>
            <p:ph idx="5" type="subTitle"/>
          </p:nvPr>
        </p:nvSpPr>
        <p:spPr>
          <a:xfrm>
            <a:off x="722400" y="1917670"/>
            <a:ext cx="7695300" cy="31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1" name="Google Shape;911;p18"/>
          <p:cNvSpPr txBox="1"/>
          <p:nvPr>
            <p:ph idx="6" type="subTitle"/>
          </p:nvPr>
        </p:nvSpPr>
        <p:spPr>
          <a:xfrm>
            <a:off x="722400" y="2509815"/>
            <a:ext cx="7695300" cy="31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2" name="Google Shape;912;p18"/>
          <p:cNvSpPr txBox="1"/>
          <p:nvPr>
            <p:ph idx="7" type="subTitle"/>
          </p:nvPr>
        </p:nvSpPr>
        <p:spPr>
          <a:xfrm>
            <a:off x="722400" y="2850817"/>
            <a:ext cx="7695300" cy="394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913" name="Google Shape;913;p18"/>
          <p:cNvSpPr txBox="1"/>
          <p:nvPr>
            <p:ph idx="8" type="subTitle"/>
          </p:nvPr>
        </p:nvSpPr>
        <p:spPr>
          <a:xfrm>
            <a:off x="722400" y="4034779"/>
            <a:ext cx="7695300" cy="394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914" name="Google Shape;914;p18"/>
          <p:cNvSpPr txBox="1"/>
          <p:nvPr>
            <p:ph idx="9" type="subTitle"/>
          </p:nvPr>
        </p:nvSpPr>
        <p:spPr>
          <a:xfrm>
            <a:off x="722400" y="1666856"/>
            <a:ext cx="7699200" cy="394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915" name="Google Shape;915;p18"/>
          <p:cNvSpPr txBox="1"/>
          <p:nvPr>
            <p:ph idx="13" type="subTitle"/>
          </p:nvPr>
        </p:nvSpPr>
        <p:spPr>
          <a:xfrm>
            <a:off x="722400" y="3442798"/>
            <a:ext cx="7695300" cy="394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916" name="Google Shape;916;p18"/>
          <p:cNvSpPr txBox="1"/>
          <p:nvPr>
            <p:ph idx="14" type="subTitle"/>
          </p:nvPr>
        </p:nvSpPr>
        <p:spPr>
          <a:xfrm>
            <a:off x="722400" y="1074875"/>
            <a:ext cx="7699200" cy="394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sp>
        <p:nvSpPr>
          <p:cNvPr id="917" name="Google Shape;917;p18"/>
          <p:cNvSpPr txBox="1"/>
          <p:nvPr>
            <p:ph idx="15" type="subTitle"/>
          </p:nvPr>
        </p:nvSpPr>
        <p:spPr>
          <a:xfrm>
            <a:off x="722400" y="2258837"/>
            <a:ext cx="7699200" cy="394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ontserrat"/>
              <a:buNone/>
              <a:defRPr sz="1600">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2pPr>
            <a:lvl3pPr lvl="2"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3pPr>
            <a:lvl4pPr lvl="3"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4pPr>
            <a:lvl5pPr lvl="4"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5pPr>
            <a:lvl6pPr lvl="5"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6pPr>
            <a:lvl7pPr lvl="6"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7pPr>
            <a:lvl8pPr lvl="7"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8pPr>
            <a:lvl9pPr lvl="8" rtl="0" algn="ctr">
              <a:lnSpc>
                <a:spcPct val="100000"/>
              </a:lnSpc>
              <a:spcBef>
                <a:spcPts val="0"/>
              </a:spcBef>
              <a:spcAft>
                <a:spcPts val="0"/>
              </a:spcAft>
              <a:buSzPts val="2400"/>
              <a:buFont typeface="Montserrat"/>
              <a:buNone/>
              <a:defRPr b="1" sz="2400">
                <a:latin typeface="Montserrat"/>
                <a:ea typeface="Montserrat"/>
                <a:cs typeface="Montserrat"/>
                <a:sym typeface="Montserrat"/>
              </a:defRPr>
            </a:lvl9pPr>
          </a:lstStyle>
          <a:p/>
        </p:txBody>
      </p:sp>
      <p:grpSp>
        <p:nvGrpSpPr>
          <p:cNvPr id="918" name="Google Shape;918;p18"/>
          <p:cNvGrpSpPr/>
          <p:nvPr/>
        </p:nvGrpSpPr>
        <p:grpSpPr>
          <a:xfrm flipH="1">
            <a:off x="8000198" y="-259803"/>
            <a:ext cx="1416309" cy="597119"/>
            <a:chOff x="7367961" y="5155313"/>
            <a:chExt cx="937084" cy="395103"/>
          </a:xfrm>
        </p:grpSpPr>
        <p:sp>
          <p:nvSpPr>
            <p:cNvPr id="919" name="Google Shape;919;p18"/>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8"/>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8"/>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8"/>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8"/>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8"/>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8"/>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8"/>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8"/>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8"/>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8"/>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8"/>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8"/>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8"/>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8"/>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8"/>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8"/>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8"/>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8"/>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8"/>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8"/>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8"/>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8"/>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8"/>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8"/>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8"/>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8"/>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8"/>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8"/>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8"/>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8"/>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8"/>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18"/>
          <p:cNvGrpSpPr/>
          <p:nvPr/>
        </p:nvGrpSpPr>
        <p:grpSpPr>
          <a:xfrm>
            <a:off x="7467588" y="114300"/>
            <a:ext cx="1562108" cy="1197627"/>
            <a:chOff x="7467588" y="114300"/>
            <a:chExt cx="1562108" cy="1197627"/>
          </a:xfrm>
        </p:grpSpPr>
        <p:sp>
          <p:nvSpPr>
            <p:cNvPr id="952" name="Google Shape;952;p18"/>
            <p:cNvSpPr/>
            <p:nvPr/>
          </p:nvSpPr>
          <p:spPr>
            <a:xfrm>
              <a:off x="8562503" y="1017721"/>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8"/>
            <p:cNvSpPr/>
            <p:nvPr/>
          </p:nvSpPr>
          <p:spPr>
            <a:xfrm>
              <a:off x="7467588" y="1143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954" name="Shape 954"/>
        <p:cNvGrpSpPr/>
        <p:nvPr/>
      </p:nvGrpSpPr>
      <p:grpSpPr>
        <a:xfrm>
          <a:off x="0" y="0"/>
          <a:ext cx="0" cy="0"/>
          <a:chOff x="0" y="0"/>
          <a:chExt cx="0" cy="0"/>
        </a:xfrm>
      </p:grpSpPr>
      <p:sp>
        <p:nvSpPr>
          <p:cNvPr id="955" name="Google Shape;955;p19"/>
          <p:cNvSpPr txBox="1"/>
          <p:nvPr>
            <p:ph type="title"/>
          </p:nvPr>
        </p:nvSpPr>
        <p:spPr>
          <a:xfrm>
            <a:off x="2347938" y="539500"/>
            <a:ext cx="44481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56" name="Google Shape;956;p19"/>
          <p:cNvSpPr txBox="1"/>
          <p:nvPr>
            <p:ph idx="1" type="subTitle"/>
          </p:nvPr>
        </p:nvSpPr>
        <p:spPr>
          <a:xfrm>
            <a:off x="2347900" y="17034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57" name="Google Shape;957;p19"/>
          <p:cNvGrpSpPr/>
          <p:nvPr/>
        </p:nvGrpSpPr>
        <p:grpSpPr>
          <a:xfrm>
            <a:off x="-651445" y="-2618043"/>
            <a:ext cx="9928256" cy="8948231"/>
            <a:chOff x="-651445" y="-2618043"/>
            <a:chExt cx="9928256" cy="8948231"/>
          </a:xfrm>
        </p:grpSpPr>
        <p:sp>
          <p:nvSpPr>
            <p:cNvPr id="958" name="Google Shape;958;p19"/>
            <p:cNvSpPr/>
            <p:nvPr/>
          </p:nvSpPr>
          <p:spPr>
            <a:xfrm flipH="1">
              <a:off x="-651445" y="49139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9"/>
            <p:cNvSpPr/>
            <p:nvPr/>
          </p:nvSpPr>
          <p:spPr>
            <a:xfrm rot="-5400000">
              <a:off x="6785605" y="-15431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19"/>
          <p:cNvGrpSpPr/>
          <p:nvPr/>
        </p:nvGrpSpPr>
        <p:grpSpPr>
          <a:xfrm>
            <a:off x="114301" y="114290"/>
            <a:ext cx="8915390" cy="4799613"/>
            <a:chOff x="114301" y="114290"/>
            <a:chExt cx="8915390" cy="4799613"/>
          </a:xfrm>
        </p:grpSpPr>
        <p:sp>
          <p:nvSpPr>
            <p:cNvPr id="961" name="Google Shape;961;p19"/>
            <p:cNvSpPr/>
            <p:nvPr/>
          </p:nvSpPr>
          <p:spPr>
            <a:xfrm flipH="1">
              <a:off x="7003509" y="11429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9"/>
            <p:cNvSpPr/>
            <p:nvPr/>
          </p:nvSpPr>
          <p:spPr>
            <a:xfrm>
              <a:off x="8214938" y="4619696"/>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9"/>
            <p:cNvSpPr/>
            <p:nvPr/>
          </p:nvSpPr>
          <p:spPr>
            <a:xfrm flipH="1">
              <a:off x="273139" y="79855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 name="Google Shape;964;p19"/>
            <p:cNvGrpSpPr/>
            <p:nvPr/>
          </p:nvGrpSpPr>
          <p:grpSpPr>
            <a:xfrm flipH="1">
              <a:off x="114301" y="3793600"/>
              <a:ext cx="467200" cy="468075"/>
              <a:chOff x="4036413" y="3603425"/>
              <a:chExt cx="467200" cy="468075"/>
            </a:xfrm>
          </p:grpSpPr>
          <p:sp>
            <p:nvSpPr>
              <p:cNvPr id="965" name="Google Shape;965;p19"/>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9"/>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19"/>
            <p:cNvGrpSpPr/>
            <p:nvPr/>
          </p:nvGrpSpPr>
          <p:grpSpPr>
            <a:xfrm>
              <a:off x="535240" y="114290"/>
              <a:ext cx="355949" cy="355949"/>
              <a:chOff x="616127" y="3955825"/>
              <a:chExt cx="256300" cy="256300"/>
            </a:xfrm>
          </p:grpSpPr>
          <p:sp>
            <p:nvSpPr>
              <p:cNvPr id="968" name="Google Shape;968;p19"/>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9"/>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19"/>
            <p:cNvGrpSpPr/>
            <p:nvPr/>
          </p:nvGrpSpPr>
          <p:grpSpPr>
            <a:xfrm flipH="1">
              <a:off x="8673702" y="1380233"/>
              <a:ext cx="355989" cy="355989"/>
              <a:chOff x="296746" y="611364"/>
              <a:chExt cx="416411" cy="416411"/>
            </a:xfrm>
          </p:grpSpPr>
          <p:sp>
            <p:nvSpPr>
              <p:cNvPr id="971" name="Google Shape;971;p19"/>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9"/>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19"/>
            <p:cNvGrpSpPr/>
            <p:nvPr/>
          </p:nvGrpSpPr>
          <p:grpSpPr>
            <a:xfrm flipH="1">
              <a:off x="8673704" y="4021538"/>
              <a:ext cx="355973" cy="355079"/>
              <a:chOff x="3185850" y="4486173"/>
              <a:chExt cx="565216" cy="563886"/>
            </a:xfrm>
          </p:grpSpPr>
          <p:sp>
            <p:nvSpPr>
              <p:cNvPr id="974" name="Google Shape;974;p19"/>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9"/>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 name="Google Shape;976;p19"/>
            <p:cNvSpPr/>
            <p:nvPr/>
          </p:nvSpPr>
          <p:spPr>
            <a:xfrm flipH="1">
              <a:off x="563689" y="46040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19"/>
          <p:cNvGrpSpPr/>
          <p:nvPr/>
        </p:nvGrpSpPr>
        <p:grpSpPr>
          <a:xfrm>
            <a:off x="-243059" y="-60864"/>
            <a:ext cx="9440664" cy="6060726"/>
            <a:chOff x="-243059" y="-60864"/>
            <a:chExt cx="9440664" cy="6060726"/>
          </a:xfrm>
        </p:grpSpPr>
        <p:grpSp>
          <p:nvGrpSpPr>
            <p:cNvPr id="978" name="Google Shape;978;p19"/>
            <p:cNvGrpSpPr/>
            <p:nvPr/>
          </p:nvGrpSpPr>
          <p:grpSpPr>
            <a:xfrm flipH="1" rot="-5400000">
              <a:off x="-652654" y="4993148"/>
              <a:ext cx="1416309" cy="597119"/>
              <a:chOff x="7367961" y="5155313"/>
              <a:chExt cx="937084" cy="395103"/>
            </a:xfrm>
          </p:grpSpPr>
          <p:sp>
            <p:nvSpPr>
              <p:cNvPr id="979" name="Google Shape;979;p19"/>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9"/>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9"/>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9"/>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9"/>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9"/>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9"/>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9"/>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9"/>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9"/>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9"/>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9"/>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9"/>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9"/>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9"/>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9"/>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9"/>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9"/>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9"/>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9"/>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9"/>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9"/>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9"/>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9"/>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9"/>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9"/>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9"/>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9"/>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9"/>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9"/>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9"/>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9"/>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19"/>
            <p:cNvGrpSpPr/>
            <p:nvPr/>
          </p:nvGrpSpPr>
          <p:grpSpPr>
            <a:xfrm flipH="1">
              <a:off x="7781296" y="-60864"/>
              <a:ext cx="1416309" cy="597119"/>
              <a:chOff x="7367961" y="5155313"/>
              <a:chExt cx="937084" cy="395103"/>
            </a:xfrm>
          </p:grpSpPr>
          <p:sp>
            <p:nvSpPr>
              <p:cNvPr id="1012" name="Google Shape;1012;p19"/>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9"/>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9"/>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9"/>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9"/>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9"/>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9"/>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9"/>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9"/>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9"/>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9"/>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9"/>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9"/>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9"/>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9"/>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9"/>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9"/>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9"/>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9"/>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9"/>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9"/>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9"/>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9"/>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9"/>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9"/>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9"/>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9"/>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9"/>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9"/>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9"/>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9"/>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9"/>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4" name="Google Shape;1044;p19"/>
          <p:cNvSpPr txBox="1"/>
          <p:nvPr/>
        </p:nvSpPr>
        <p:spPr>
          <a:xfrm>
            <a:off x="2099100" y="3611950"/>
            <a:ext cx="4945800" cy="679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b="1" lang="en" sz="1200">
                <a:solidFill>
                  <a:schemeClr val="dk1"/>
                </a:solidFill>
                <a:latin typeface="Barlow"/>
                <a:ea typeface="Barlow"/>
                <a:cs typeface="Barlow"/>
                <a:sym typeface="Barlow"/>
              </a:rPr>
              <a:t>CREDITS:</a:t>
            </a:r>
            <a:r>
              <a:rPr lang="en" sz="1200">
                <a:solidFill>
                  <a:schemeClr val="dk1"/>
                </a:solidFill>
                <a:latin typeface="Barlow"/>
                <a:ea typeface="Barlow"/>
                <a:cs typeface="Barlow"/>
                <a:sym typeface="Barlow"/>
              </a:rPr>
              <a:t> This presentation template was created by </a:t>
            </a:r>
            <a:r>
              <a:rPr b="1" lang="en" sz="1200" u="sng">
                <a:solidFill>
                  <a:schemeClr val="hlink"/>
                </a:solidFill>
                <a:latin typeface="Barlow"/>
                <a:ea typeface="Barlow"/>
                <a:cs typeface="Barlow"/>
                <a:sym typeface="Barlow"/>
                <a:hlinkClick r:id="rId2"/>
              </a:rPr>
              <a:t>Slidesgo</a:t>
            </a:r>
            <a:r>
              <a:rPr lang="en" sz="1200">
                <a:solidFill>
                  <a:schemeClr val="dk1"/>
                </a:solidFill>
                <a:latin typeface="Barlow"/>
                <a:ea typeface="Barlow"/>
                <a:cs typeface="Barlow"/>
                <a:sym typeface="Barlow"/>
              </a:rPr>
              <a:t>, and includes icons by </a:t>
            </a:r>
            <a:r>
              <a:rPr b="1" lang="en" sz="1200" u="sng">
                <a:solidFill>
                  <a:schemeClr val="dk1"/>
                </a:solidFill>
                <a:latin typeface="Barlow"/>
                <a:ea typeface="Barlow"/>
                <a:cs typeface="Barlow"/>
                <a:sym typeface="Barlow"/>
                <a:hlinkClick r:id="rId3">
                  <a:extLst>
                    <a:ext uri="{A12FA001-AC4F-418D-AE19-62706E023703}">
                      <ahyp:hlinkClr val="tx"/>
                    </a:ext>
                  </a:extLst>
                </a:hlinkClick>
              </a:rPr>
              <a:t>Flaticon</a:t>
            </a:r>
            <a:r>
              <a:rPr lang="en" sz="1200">
                <a:solidFill>
                  <a:schemeClr val="dk1"/>
                </a:solidFill>
                <a:latin typeface="Barlow"/>
                <a:ea typeface="Barlow"/>
                <a:cs typeface="Barlow"/>
                <a:sym typeface="Barlow"/>
              </a:rPr>
              <a:t>, and infographics &amp; images by </a:t>
            </a:r>
            <a:r>
              <a:rPr b="1" lang="en" sz="1200" u="sng">
                <a:solidFill>
                  <a:schemeClr val="dk1"/>
                </a:solidFill>
                <a:latin typeface="Barlow"/>
                <a:ea typeface="Barlow"/>
                <a:cs typeface="Barlow"/>
                <a:sym typeface="Barlow"/>
                <a:hlinkClick r:id="rId4">
                  <a:extLst>
                    <a:ext uri="{A12FA001-AC4F-418D-AE19-62706E023703}">
                      <ahyp:hlinkClr val="tx"/>
                    </a:ext>
                  </a:extLst>
                </a:hlinkClick>
              </a:rPr>
              <a:t>Freepik</a:t>
            </a:r>
            <a:r>
              <a:rPr lang="en" sz="1200" u="sng">
                <a:solidFill>
                  <a:schemeClr val="dk1"/>
                </a:solidFill>
                <a:latin typeface="Barlow"/>
                <a:ea typeface="Barlow"/>
                <a:cs typeface="Barlow"/>
                <a:sym typeface="Barlow"/>
              </a:rPr>
              <a:t> </a:t>
            </a:r>
            <a:endParaRPr b="1" sz="1200" u="sng">
              <a:solidFill>
                <a:schemeClr val="dk1"/>
              </a:solidFill>
              <a:latin typeface="Barlow"/>
              <a:ea typeface="Barlow"/>
              <a:cs typeface="Barlow"/>
              <a:sym typeface="Barlow"/>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45" name="Shape 1045"/>
        <p:cNvGrpSpPr/>
        <p:nvPr/>
      </p:nvGrpSpPr>
      <p:grpSpPr>
        <a:xfrm>
          <a:off x="0" y="0"/>
          <a:ext cx="0" cy="0"/>
          <a:chOff x="0" y="0"/>
          <a:chExt cx="0" cy="0"/>
        </a:xfrm>
      </p:grpSpPr>
      <p:grpSp>
        <p:nvGrpSpPr>
          <p:cNvPr id="1046" name="Google Shape;1046;p20"/>
          <p:cNvGrpSpPr/>
          <p:nvPr/>
        </p:nvGrpSpPr>
        <p:grpSpPr>
          <a:xfrm>
            <a:off x="-1069832" y="4724145"/>
            <a:ext cx="10295016" cy="1721343"/>
            <a:chOff x="-1069832" y="4724145"/>
            <a:chExt cx="10295016" cy="1721343"/>
          </a:xfrm>
        </p:grpSpPr>
        <p:sp>
          <p:nvSpPr>
            <p:cNvPr id="1047" name="Google Shape;1047;p20"/>
            <p:cNvSpPr/>
            <p:nvPr/>
          </p:nvSpPr>
          <p:spPr>
            <a:xfrm>
              <a:off x="5659060" y="50292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0"/>
            <p:cNvSpPr/>
            <p:nvPr/>
          </p:nvSpPr>
          <p:spPr>
            <a:xfrm flipH="1">
              <a:off x="-1069832" y="472414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20"/>
          <p:cNvGrpSpPr/>
          <p:nvPr/>
        </p:nvGrpSpPr>
        <p:grpSpPr>
          <a:xfrm>
            <a:off x="114300" y="2129988"/>
            <a:ext cx="8921387" cy="2863715"/>
            <a:chOff x="114300" y="2129988"/>
            <a:chExt cx="8921387" cy="2863715"/>
          </a:xfrm>
        </p:grpSpPr>
        <p:sp>
          <p:nvSpPr>
            <p:cNvPr id="1050" name="Google Shape;1050;p20"/>
            <p:cNvSpPr/>
            <p:nvPr/>
          </p:nvSpPr>
          <p:spPr>
            <a:xfrm>
              <a:off x="7176876" y="478374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0"/>
            <p:cNvSpPr/>
            <p:nvPr/>
          </p:nvSpPr>
          <p:spPr>
            <a:xfrm>
              <a:off x="487613" y="299620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 name="Google Shape;1052;p20"/>
            <p:cNvGrpSpPr/>
            <p:nvPr/>
          </p:nvGrpSpPr>
          <p:grpSpPr>
            <a:xfrm flipH="1">
              <a:off x="114300" y="2318890"/>
              <a:ext cx="355949" cy="355949"/>
              <a:chOff x="616127" y="3955825"/>
              <a:chExt cx="256300" cy="256300"/>
            </a:xfrm>
          </p:grpSpPr>
          <p:sp>
            <p:nvSpPr>
              <p:cNvPr id="1053" name="Google Shape;1053;p20"/>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0"/>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20"/>
            <p:cNvGrpSpPr/>
            <p:nvPr/>
          </p:nvGrpSpPr>
          <p:grpSpPr>
            <a:xfrm>
              <a:off x="8679697" y="3058433"/>
              <a:ext cx="355989" cy="355989"/>
              <a:chOff x="296746" y="611364"/>
              <a:chExt cx="416411" cy="416411"/>
            </a:xfrm>
          </p:grpSpPr>
          <p:sp>
            <p:nvSpPr>
              <p:cNvPr id="1056" name="Google Shape;1056;p20"/>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0"/>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20"/>
            <p:cNvGrpSpPr/>
            <p:nvPr/>
          </p:nvGrpSpPr>
          <p:grpSpPr>
            <a:xfrm>
              <a:off x="8426949" y="2129988"/>
              <a:ext cx="355973" cy="355079"/>
              <a:chOff x="3185850" y="4486173"/>
              <a:chExt cx="565216" cy="563886"/>
            </a:xfrm>
          </p:grpSpPr>
          <p:sp>
            <p:nvSpPr>
              <p:cNvPr id="1059" name="Google Shape;1059;p20"/>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0"/>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20"/>
            <p:cNvSpPr/>
            <p:nvPr/>
          </p:nvSpPr>
          <p:spPr>
            <a:xfrm>
              <a:off x="7780875" y="4634213"/>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20"/>
          <p:cNvGrpSpPr/>
          <p:nvPr/>
        </p:nvGrpSpPr>
        <p:grpSpPr>
          <a:xfrm>
            <a:off x="-60573" y="3480768"/>
            <a:ext cx="9462509" cy="1936363"/>
            <a:chOff x="-60573" y="3480768"/>
            <a:chExt cx="9462509" cy="1936363"/>
          </a:xfrm>
        </p:grpSpPr>
        <p:grpSp>
          <p:nvGrpSpPr>
            <p:cNvPr id="1063" name="Google Shape;1063;p20"/>
            <p:cNvGrpSpPr/>
            <p:nvPr/>
          </p:nvGrpSpPr>
          <p:grpSpPr>
            <a:xfrm rot="5400000">
              <a:off x="8395222" y="4410417"/>
              <a:ext cx="1416309" cy="597119"/>
              <a:chOff x="7367961" y="5155313"/>
              <a:chExt cx="937084" cy="395103"/>
            </a:xfrm>
          </p:grpSpPr>
          <p:sp>
            <p:nvSpPr>
              <p:cNvPr id="1064" name="Google Shape;1064;p20"/>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0"/>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0"/>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0"/>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0"/>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0"/>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0"/>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0"/>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0"/>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0"/>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0"/>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0"/>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0"/>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0"/>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0"/>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0"/>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0"/>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0"/>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0"/>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0"/>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0"/>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0"/>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0"/>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0"/>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0"/>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0"/>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0"/>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0"/>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0"/>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0"/>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0"/>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0"/>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20"/>
            <p:cNvGrpSpPr/>
            <p:nvPr/>
          </p:nvGrpSpPr>
          <p:grpSpPr>
            <a:xfrm rot="-5400000">
              <a:off x="-470168" y="3890363"/>
              <a:ext cx="1416309" cy="597119"/>
              <a:chOff x="7367961" y="5155313"/>
              <a:chExt cx="937084" cy="395103"/>
            </a:xfrm>
          </p:grpSpPr>
          <p:sp>
            <p:nvSpPr>
              <p:cNvPr id="1097" name="Google Shape;1097;p20"/>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0"/>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0"/>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0"/>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0"/>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0"/>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0"/>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0"/>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0"/>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0"/>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0"/>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0"/>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0"/>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0"/>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0"/>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0"/>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0"/>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0"/>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0"/>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0"/>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0"/>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0"/>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0"/>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0"/>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0"/>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0"/>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0"/>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0"/>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0"/>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0"/>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0"/>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0"/>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129" name="Shape 1129"/>
        <p:cNvGrpSpPr/>
        <p:nvPr/>
      </p:nvGrpSpPr>
      <p:grpSpPr>
        <a:xfrm>
          <a:off x="0" y="0"/>
          <a:ext cx="0" cy="0"/>
          <a:chOff x="0" y="0"/>
          <a:chExt cx="0" cy="0"/>
        </a:xfrm>
      </p:grpSpPr>
      <p:grpSp>
        <p:nvGrpSpPr>
          <p:cNvPr id="1130" name="Google Shape;1130;p21"/>
          <p:cNvGrpSpPr/>
          <p:nvPr/>
        </p:nvGrpSpPr>
        <p:grpSpPr>
          <a:xfrm>
            <a:off x="-703072" y="-2618043"/>
            <a:ext cx="10546313" cy="5133649"/>
            <a:chOff x="-703072" y="-2618043"/>
            <a:chExt cx="10546313" cy="5133649"/>
          </a:xfrm>
        </p:grpSpPr>
        <p:sp>
          <p:nvSpPr>
            <p:cNvPr id="1131" name="Google Shape;1131;p21"/>
            <p:cNvSpPr/>
            <p:nvPr/>
          </p:nvSpPr>
          <p:spPr>
            <a:xfrm rot="-5400000">
              <a:off x="7352035" y="24400"/>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1"/>
            <p:cNvSpPr/>
            <p:nvPr/>
          </p:nvSpPr>
          <p:spPr>
            <a:xfrm flipH="1" rot="5400000">
              <a:off x="-1777990" y="-1543125"/>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21"/>
          <p:cNvGrpSpPr/>
          <p:nvPr/>
        </p:nvGrpSpPr>
        <p:grpSpPr>
          <a:xfrm>
            <a:off x="114297" y="114298"/>
            <a:ext cx="8783665" cy="3762027"/>
            <a:chOff x="114297" y="114298"/>
            <a:chExt cx="8783665" cy="3762027"/>
          </a:xfrm>
        </p:grpSpPr>
        <p:sp>
          <p:nvSpPr>
            <p:cNvPr id="1134" name="Google Shape;1134;p21"/>
            <p:cNvSpPr/>
            <p:nvPr/>
          </p:nvSpPr>
          <p:spPr>
            <a:xfrm>
              <a:off x="7900776" y="11429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1"/>
            <p:cNvSpPr/>
            <p:nvPr/>
          </p:nvSpPr>
          <p:spPr>
            <a:xfrm flipH="1">
              <a:off x="2062208" y="245296"/>
              <a:ext cx="467192" cy="294207"/>
            </a:xfrm>
            <a:custGeom>
              <a:rect b="b" l="l" r="r" t="t"/>
              <a:pathLst>
                <a:path extrusionOk="0" h="4237" w="6728">
                  <a:moveTo>
                    <a:pt x="3382" y="1"/>
                  </a:moveTo>
                  <a:lnTo>
                    <a:pt x="3310" y="37"/>
                  </a:lnTo>
                  <a:lnTo>
                    <a:pt x="3275" y="72"/>
                  </a:lnTo>
                  <a:lnTo>
                    <a:pt x="2492" y="2813"/>
                  </a:lnTo>
                  <a:lnTo>
                    <a:pt x="1780" y="1247"/>
                  </a:lnTo>
                  <a:lnTo>
                    <a:pt x="1744" y="1176"/>
                  </a:lnTo>
                  <a:lnTo>
                    <a:pt x="1637" y="1176"/>
                  </a:lnTo>
                  <a:lnTo>
                    <a:pt x="1602" y="1247"/>
                  </a:lnTo>
                  <a:lnTo>
                    <a:pt x="1210" y="2065"/>
                  </a:lnTo>
                  <a:lnTo>
                    <a:pt x="107" y="2065"/>
                  </a:lnTo>
                  <a:lnTo>
                    <a:pt x="36" y="2101"/>
                  </a:lnTo>
                  <a:lnTo>
                    <a:pt x="0" y="2172"/>
                  </a:lnTo>
                  <a:lnTo>
                    <a:pt x="36" y="2243"/>
                  </a:lnTo>
                  <a:lnTo>
                    <a:pt x="107" y="2279"/>
                  </a:lnTo>
                  <a:lnTo>
                    <a:pt x="1281" y="2279"/>
                  </a:lnTo>
                  <a:lnTo>
                    <a:pt x="1317" y="2243"/>
                  </a:lnTo>
                  <a:lnTo>
                    <a:pt x="1353" y="2208"/>
                  </a:lnTo>
                  <a:lnTo>
                    <a:pt x="1673" y="1531"/>
                  </a:lnTo>
                  <a:lnTo>
                    <a:pt x="2385" y="3204"/>
                  </a:lnTo>
                  <a:lnTo>
                    <a:pt x="2456" y="3240"/>
                  </a:lnTo>
                  <a:lnTo>
                    <a:pt x="2563" y="3240"/>
                  </a:lnTo>
                  <a:lnTo>
                    <a:pt x="2598" y="3169"/>
                  </a:lnTo>
                  <a:lnTo>
                    <a:pt x="3382" y="535"/>
                  </a:lnTo>
                  <a:lnTo>
                    <a:pt x="4378" y="4165"/>
                  </a:lnTo>
                  <a:lnTo>
                    <a:pt x="4414" y="4201"/>
                  </a:lnTo>
                  <a:lnTo>
                    <a:pt x="4449" y="4237"/>
                  </a:lnTo>
                  <a:lnTo>
                    <a:pt x="4485" y="4237"/>
                  </a:lnTo>
                  <a:lnTo>
                    <a:pt x="4521" y="4201"/>
                  </a:lnTo>
                  <a:lnTo>
                    <a:pt x="4556" y="4165"/>
                  </a:lnTo>
                  <a:lnTo>
                    <a:pt x="5054" y="2243"/>
                  </a:lnTo>
                  <a:lnTo>
                    <a:pt x="6621" y="2243"/>
                  </a:lnTo>
                  <a:lnTo>
                    <a:pt x="6692" y="2208"/>
                  </a:lnTo>
                  <a:lnTo>
                    <a:pt x="6727" y="2137"/>
                  </a:lnTo>
                  <a:lnTo>
                    <a:pt x="6692" y="2030"/>
                  </a:lnTo>
                  <a:lnTo>
                    <a:pt x="4912" y="2030"/>
                  </a:lnTo>
                  <a:lnTo>
                    <a:pt x="4876" y="2101"/>
                  </a:lnTo>
                  <a:lnTo>
                    <a:pt x="4449" y="3703"/>
                  </a:lnTo>
                  <a:lnTo>
                    <a:pt x="3488" y="72"/>
                  </a:lnTo>
                  <a:lnTo>
                    <a:pt x="3453" y="37"/>
                  </a:lnTo>
                  <a:lnTo>
                    <a:pt x="33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1"/>
            <p:cNvSpPr/>
            <p:nvPr/>
          </p:nvSpPr>
          <p:spPr>
            <a:xfrm>
              <a:off x="525850" y="236607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 name="Google Shape;1137;p21"/>
            <p:cNvGrpSpPr/>
            <p:nvPr/>
          </p:nvGrpSpPr>
          <p:grpSpPr>
            <a:xfrm>
              <a:off x="8430763" y="3408250"/>
              <a:ext cx="467200" cy="468075"/>
              <a:chOff x="4036413" y="3603425"/>
              <a:chExt cx="467200" cy="468075"/>
            </a:xfrm>
          </p:grpSpPr>
          <p:sp>
            <p:nvSpPr>
              <p:cNvPr id="1138" name="Google Shape;1138;p21"/>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1"/>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21"/>
            <p:cNvGrpSpPr/>
            <p:nvPr/>
          </p:nvGrpSpPr>
          <p:grpSpPr>
            <a:xfrm flipH="1">
              <a:off x="1260850" y="114515"/>
              <a:ext cx="355949" cy="355949"/>
              <a:chOff x="616127" y="3955825"/>
              <a:chExt cx="256300" cy="256300"/>
            </a:xfrm>
          </p:grpSpPr>
          <p:sp>
            <p:nvSpPr>
              <p:cNvPr id="1141" name="Google Shape;1141;p21"/>
              <p:cNvSpPr/>
              <p:nvPr/>
            </p:nvSpPr>
            <p:spPr>
              <a:xfrm>
                <a:off x="616127" y="3955825"/>
                <a:ext cx="256300" cy="256300"/>
              </a:xfrm>
              <a:custGeom>
                <a:rect b="b" l="l" r="r" t="t"/>
                <a:pathLst>
                  <a:path extrusionOk="0" h="10252" w="10252">
                    <a:moveTo>
                      <a:pt x="1994" y="0"/>
                    </a:moveTo>
                    <a:lnTo>
                      <a:pt x="1780" y="36"/>
                    </a:lnTo>
                    <a:lnTo>
                      <a:pt x="1567" y="71"/>
                    </a:lnTo>
                    <a:lnTo>
                      <a:pt x="1353" y="178"/>
                    </a:lnTo>
                    <a:lnTo>
                      <a:pt x="997" y="356"/>
                    </a:lnTo>
                    <a:lnTo>
                      <a:pt x="641" y="641"/>
                    </a:lnTo>
                    <a:lnTo>
                      <a:pt x="392" y="961"/>
                    </a:lnTo>
                    <a:lnTo>
                      <a:pt x="178" y="1353"/>
                    </a:lnTo>
                    <a:lnTo>
                      <a:pt x="107" y="1566"/>
                    </a:lnTo>
                    <a:lnTo>
                      <a:pt x="36" y="1780"/>
                    </a:lnTo>
                    <a:lnTo>
                      <a:pt x="0" y="1993"/>
                    </a:lnTo>
                    <a:lnTo>
                      <a:pt x="0" y="2243"/>
                    </a:lnTo>
                    <a:lnTo>
                      <a:pt x="0" y="8009"/>
                    </a:lnTo>
                    <a:lnTo>
                      <a:pt x="0" y="8222"/>
                    </a:lnTo>
                    <a:lnTo>
                      <a:pt x="36" y="8436"/>
                    </a:lnTo>
                    <a:lnTo>
                      <a:pt x="107" y="8685"/>
                    </a:lnTo>
                    <a:lnTo>
                      <a:pt x="178" y="8863"/>
                    </a:lnTo>
                    <a:lnTo>
                      <a:pt x="392" y="9255"/>
                    </a:lnTo>
                    <a:lnTo>
                      <a:pt x="641" y="9575"/>
                    </a:lnTo>
                    <a:lnTo>
                      <a:pt x="997" y="9860"/>
                    </a:lnTo>
                    <a:lnTo>
                      <a:pt x="1353" y="10073"/>
                    </a:lnTo>
                    <a:lnTo>
                      <a:pt x="1567" y="10144"/>
                    </a:lnTo>
                    <a:lnTo>
                      <a:pt x="1780" y="10216"/>
                    </a:lnTo>
                    <a:lnTo>
                      <a:pt x="1994" y="10251"/>
                    </a:lnTo>
                    <a:lnTo>
                      <a:pt x="8223" y="10251"/>
                    </a:lnTo>
                    <a:lnTo>
                      <a:pt x="8472" y="10216"/>
                    </a:lnTo>
                    <a:lnTo>
                      <a:pt x="8685" y="10144"/>
                    </a:lnTo>
                    <a:lnTo>
                      <a:pt x="8863" y="10073"/>
                    </a:lnTo>
                    <a:lnTo>
                      <a:pt x="9255" y="9860"/>
                    </a:lnTo>
                    <a:lnTo>
                      <a:pt x="9611" y="9575"/>
                    </a:lnTo>
                    <a:lnTo>
                      <a:pt x="9860" y="9255"/>
                    </a:lnTo>
                    <a:lnTo>
                      <a:pt x="10074" y="8863"/>
                    </a:lnTo>
                    <a:lnTo>
                      <a:pt x="10145" y="8685"/>
                    </a:lnTo>
                    <a:lnTo>
                      <a:pt x="10216" y="8436"/>
                    </a:lnTo>
                    <a:lnTo>
                      <a:pt x="10252" y="8222"/>
                    </a:lnTo>
                    <a:lnTo>
                      <a:pt x="10252" y="8009"/>
                    </a:lnTo>
                    <a:lnTo>
                      <a:pt x="10252" y="2243"/>
                    </a:lnTo>
                    <a:lnTo>
                      <a:pt x="10252" y="1993"/>
                    </a:lnTo>
                    <a:lnTo>
                      <a:pt x="10216" y="1780"/>
                    </a:lnTo>
                    <a:lnTo>
                      <a:pt x="10145" y="1566"/>
                    </a:lnTo>
                    <a:lnTo>
                      <a:pt x="10074" y="1353"/>
                    </a:lnTo>
                    <a:lnTo>
                      <a:pt x="9860" y="961"/>
                    </a:lnTo>
                    <a:lnTo>
                      <a:pt x="9611" y="641"/>
                    </a:lnTo>
                    <a:lnTo>
                      <a:pt x="9255" y="356"/>
                    </a:lnTo>
                    <a:lnTo>
                      <a:pt x="8863" y="178"/>
                    </a:lnTo>
                    <a:lnTo>
                      <a:pt x="8685" y="71"/>
                    </a:lnTo>
                    <a:lnTo>
                      <a:pt x="8472" y="36"/>
                    </a:lnTo>
                    <a:lnTo>
                      <a:pt x="82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1"/>
              <p:cNvSpPr/>
              <p:nvPr/>
            </p:nvSpPr>
            <p:spPr>
              <a:xfrm>
                <a:off x="681077" y="4020775"/>
                <a:ext cx="125500" cy="125500"/>
              </a:xfrm>
              <a:custGeom>
                <a:rect b="b" l="l" r="r" t="t"/>
                <a:pathLst>
                  <a:path extrusionOk="0" h="5020" w="5020">
                    <a:moveTo>
                      <a:pt x="1709" y="0"/>
                    </a:moveTo>
                    <a:lnTo>
                      <a:pt x="1709" y="1709"/>
                    </a:lnTo>
                    <a:lnTo>
                      <a:pt x="1" y="1709"/>
                    </a:lnTo>
                    <a:lnTo>
                      <a:pt x="1" y="3311"/>
                    </a:lnTo>
                    <a:lnTo>
                      <a:pt x="1709" y="3311"/>
                    </a:lnTo>
                    <a:lnTo>
                      <a:pt x="1709" y="5019"/>
                    </a:lnTo>
                    <a:lnTo>
                      <a:pt x="3311" y="5019"/>
                    </a:lnTo>
                    <a:lnTo>
                      <a:pt x="3311" y="3311"/>
                    </a:lnTo>
                    <a:lnTo>
                      <a:pt x="5020" y="3311"/>
                    </a:lnTo>
                    <a:lnTo>
                      <a:pt x="5020" y="1709"/>
                    </a:lnTo>
                    <a:lnTo>
                      <a:pt x="3311" y="1709"/>
                    </a:lnTo>
                    <a:lnTo>
                      <a:pt x="3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21"/>
            <p:cNvGrpSpPr/>
            <p:nvPr/>
          </p:nvGrpSpPr>
          <p:grpSpPr>
            <a:xfrm>
              <a:off x="114297" y="1810183"/>
              <a:ext cx="355989" cy="355989"/>
              <a:chOff x="296746" y="611364"/>
              <a:chExt cx="416411" cy="416411"/>
            </a:xfrm>
          </p:grpSpPr>
          <p:sp>
            <p:nvSpPr>
              <p:cNvPr id="1144" name="Google Shape;1144;p21"/>
              <p:cNvSpPr/>
              <p:nvPr/>
            </p:nvSpPr>
            <p:spPr>
              <a:xfrm>
                <a:off x="296746" y="611364"/>
                <a:ext cx="416411" cy="416411"/>
              </a:xfrm>
              <a:custGeom>
                <a:rect b="b" l="l" r="r" t="t"/>
                <a:pathLst>
                  <a:path extrusionOk="0" h="10252" w="10252">
                    <a:moveTo>
                      <a:pt x="2030" y="0"/>
                    </a:moveTo>
                    <a:lnTo>
                      <a:pt x="1781" y="36"/>
                    </a:lnTo>
                    <a:lnTo>
                      <a:pt x="1567" y="71"/>
                    </a:lnTo>
                    <a:lnTo>
                      <a:pt x="1389" y="178"/>
                    </a:lnTo>
                    <a:lnTo>
                      <a:pt x="998" y="356"/>
                    </a:lnTo>
                    <a:lnTo>
                      <a:pt x="677" y="641"/>
                    </a:lnTo>
                    <a:lnTo>
                      <a:pt x="392" y="961"/>
                    </a:lnTo>
                    <a:lnTo>
                      <a:pt x="179" y="1353"/>
                    </a:lnTo>
                    <a:lnTo>
                      <a:pt x="108" y="1566"/>
                    </a:lnTo>
                    <a:lnTo>
                      <a:pt x="36" y="1780"/>
                    </a:lnTo>
                    <a:lnTo>
                      <a:pt x="1" y="1993"/>
                    </a:lnTo>
                    <a:lnTo>
                      <a:pt x="1" y="2243"/>
                    </a:lnTo>
                    <a:lnTo>
                      <a:pt x="1" y="8009"/>
                    </a:lnTo>
                    <a:lnTo>
                      <a:pt x="1" y="8222"/>
                    </a:lnTo>
                    <a:lnTo>
                      <a:pt x="36" y="8436"/>
                    </a:lnTo>
                    <a:lnTo>
                      <a:pt x="108" y="8650"/>
                    </a:lnTo>
                    <a:lnTo>
                      <a:pt x="179" y="8863"/>
                    </a:lnTo>
                    <a:lnTo>
                      <a:pt x="392" y="9255"/>
                    </a:lnTo>
                    <a:lnTo>
                      <a:pt x="677" y="9575"/>
                    </a:lnTo>
                    <a:lnTo>
                      <a:pt x="998" y="9860"/>
                    </a:lnTo>
                    <a:lnTo>
                      <a:pt x="1389" y="10073"/>
                    </a:lnTo>
                    <a:lnTo>
                      <a:pt x="1567" y="10144"/>
                    </a:lnTo>
                    <a:lnTo>
                      <a:pt x="1781" y="10216"/>
                    </a:lnTo>
                    <a:lnTo>
                      <a:pt x="2030" y="10216"/>
                    </a:lnTo>
                    <a:lnTo>
                      <a:pt x="2243" y="10251"/>
                    </a:lnTo>
                    <a:lnTo>
                      <a:pt x="8010" y="10251"/>
                    </a:lnTo>
                    <a:lnTo>
                      <a:pt x="8259" y="10216"/>
                    </a:lnTo>
                    <a:lnTo>
                      <a:pt x="8472" y="10216"/>
                    </a:lnTo>
                    <a:lnTo>
                      <a:pt x="8686" y="10144"/>
                    </a:lnTo>
                    <a:lnTo>
                      <a:pt x="8899" y="10073"/>
                    </a:lnTo>
                    <a:lnTo>
                      <a:pt x="9255" y="9860"/>
                    </a:lnTo>
                    <a:lnTo>
                      <a:pt x="9611" y="9575"/>
                    </a:lnTo>
                    <a:lnTo>
                      <a:pt x="9896" y="9255"/>
                    </a:lnTo>
                    <a:lnTo>
                      <a:pt x="10074" y="8863"/>
                    </a:lnTo>
                    <a:lnTo>
                      <a:pt x="10145" y="8650"/>
                    </a:lnTo>
                    <a:lnTo>
                      <a:pt x="10216" y="8436"/>
                    </a:lnTo>
                    <a:lnTo>
                      <a:pt x="10252" y="8222"/>
                    </a:lnTo>
                    <a:lnTo>
                      <a:pt x="10252" y="8009"/>
                    </a:lnTo>
                    <a:lnTo>
                      <a:pt x="10252" y="2243"/>
                    </a:lnTo>
                    <a:lnTo>
                      <a:pt x="10252" y="1993"/>
                    </a:lnTo>
                    <a:lnTo>
                      <a:pt x="10216" y="1780"/>
                    </a:lnTo>
                    <a:lnTo>
                      <a:pt x="10145" y="1566"/>
                    </a:lnTo>
                    <a:lnTo>
                      <a:pt x="10074" y="1353"/>
                    </a:lnTo>
                    <a:lnTo>
                      <a:pt x="9896" y="961"/>
                    </a:lnTo>
                    <a:lnTo>
                      <a:pt x="9611" y="641"/>
                    </a:lnTo>
                    <a:lnTo>
                      <a:pt x="9255" y="356"/>
                    </a:lnTo>
                    <a:lnTo>
                      <a:pt x="8899" y="178"/>
                    </a:lnTo>
                    <a:lnTo>
                      <a:pt x="8686" y="71"/>
                    </a:lnTo>
                    <a:lnTo>
                      <a:pt x="8472" y="36"/>
                    </a:lnTo>
                    <a:lnTo>
                      <a:pt x="8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1"/>
              <p:cNvSpPr/>
              <p:nvPr/>
            </p:nvSpPr>
            <p:spPr>
              <a:xfrm>
                <a:off x="296746" y="653280"/>
                <a:ext cx="416411" cy="338344"/>
              </a:xfrm>
              <a:custGeom>
                <a:rect b="b" l="l" r="r" t="t"/>
                <a:pathLst>
                  <a:path extrusionOk="0" h="8330" w="10252">
                    <a:moveTo>
                      <a:pt x="5803" y="0"/>
                    </a:moveTo>
                    <a:lnTo>
                      <a:pt x="4308" y="5695"/>
                    </a:lnTo>
                    <a:lnTo>
                      <a:pt x="3133" y="1887"/>
                    </a:lnTo>
                    <a:lnTo>
                      <a:pt x="2101" y="4236"/>
                    </a:lnTo>
                    <a:lnTo>
                      <a:pt x="1" y="4236"/>
                    </a:lnTo>
                    <a:lnTo>
                      <a:pt x="1" y="4877"/>
                    </a:lnTo>
                    <a:lnTo>
                      <a:pt x="2528" y="4877"/>
                    </a:lnTo>
                    <a:lnTo>
                      <a:pt x="3026" y="3738"/>
                    </a:lnTo>
                    <a:lnTo>
                      <a:pt x="4379" y="8045"/>
                    </a:lnTo>
                    <a:lnTo>
                      <a:pt x="5767" y="2741"/>
                    </a:lnTo>
                    <a:lnTo>
                      <a:pt x="7120" y="8329"/>
                    </a:lnTo>
                    <a:lnTo>
                      <a:pt x="8294" y="4414"/>
                    </a:lnTo>
                    <a:lnTo>
                      <a:pt x="10252" y="4414"/>
                    </a:lnTo>
                    <a:lnTo>
                      <a:pt x="10252" y="3738"/>
                    </a:lnTo>
                    <a:lnTo>
                      <a:pt x="7832" y="3738"/>
                    </a:lnTo>
                    <a:lnTo>
                      <a:pt x="7191" y="5838"/>
                    </a:lnTo>
                    <a:lnTo>
                      <a:pt x="58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21"/>
            <p:cNvGrpSpPr/>
            <p:nvPr/>
          </p:nvGrpSpPr>
          <p:grpSpPr>
            <a:xfrm>
              <a:off x="357249" y="1147313"/>
              <a:ext cx="355973" cy="355079"/>
              <a:chOff x="3185850" y="4486173"/>
              <a:chExt cx="565216" cy="563886"/>
            </a:xfrm>
          </p:grpSpPr>
          <p:sp>
            <p:nvSpPr>
              <p:cNvPr id="1147" name="Google Shape;1147;p21"/>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1"/>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 name="Google Shape;1149;p21"/>
            <p:cNvSpPr/>
            <p:nvPr/>
          </p:nvSpPr>
          <p:spPr>
            <a:xfrm>
              <a:off x="7463375" y="389975"/>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21"/>
          <p:cNvGrpSpPr/>
          <p:nvPr/>
        </p:nvGrpSpPr>
        <p:grpSpPr>
          <a:xfrm>
            <a:off x="-465840" y="-233721"/>
            <a:ext cx="9859764" cy="3108564"/>
            <a:chOff x="-582953" y="-157521"/>
            <a:chExt cx="9859764" cy="3108564"/>
          </a:xfrm>
        </p:grpSpPr>
        <p:grpSp>
          <p:nvGrpSpPr>
            <p:cNvPr id="1151" name="Google Shape;1151;p21"/>
            <p:cNvGrpSpPr/>
            <p:nvPr/>
          </p:nvGrpSpPr>
          <p:grpSpPr>
            <a:xfrm rot="5400000">
              <a:off x="8270097" y="1944329"/>
              <a:ext cx="1416309" cy="597119"/>
              <a:chOff x="7367961" y="5155313"/>
              <a:chExt cx="937084" cy="395103"/>
            </a:xfrm>
          </p:grpSpPr>
          <p:sp>
            <p:nvSpPr>
              <p:cNvPr id="1152" name="Google Shape;1152;p21"/>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1"/>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1"/>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1"/>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1"/>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1"/>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1"/>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1"/>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1"/>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1"/>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1"/>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1"/>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1"/>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1"/>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1"/>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1"/>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1"/>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1"/>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1"/>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1"/>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1"/>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1"/>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1"/>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1"/>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1"/>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1"/>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1"/>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1"/>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1"/>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1"/>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1"/>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1"/>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 name="Google Shape;1184;p21"/>
            <p:cNvGrpSpPr/>
            <p:nvPr/>
          </p:nvGrpSpPr>
          <p:grpSpPr>
            <a:xfrm>
              <a:off x="-582953" y="-157521"/>
              <a:ext cx="1416309" cy="597119"/>
              <a:chOff x="7367961" y="5155313"/>
              <a:chExt cx="937084" cy="395103"/>
            </a:xfrm>
          </p:grpSpPr>
          <p:sp>
            <p:nvSpPr>
              <p:cNvPr id="1185" name="Google Shape;1185;p21"/>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1"/>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1"/>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1"/>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1"/>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1"/>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1"/>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1"/>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1"/>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1"/>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1"/>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1"/>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1"/>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1"/>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1"/>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1"/>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1"/>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1"/>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1"/>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1"/>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1"/>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1"/>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1"/>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1"/>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1"/>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1"/>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1"/>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1"/>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1"/>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1"/>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1"/>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1"/>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20" name="Shape 1220"/>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221" name="Shape 1221"/>
        <p:cNvGrpSpPr/>
        <p:nvPr/>
      </p:nvGrpSpPr>
      <p:grpSpPr>
        <a:xfrm>
          <a:off x="0" y="0"/>
          <a:ext cx="0" cy="0"/>
          <a:chOff x="0" y="0"/>
          <a:chExt cx="0" cy="0"/>
        </a:xfrm>
      </p:grpSpPr>
      <p:sp>
        <p:nvSpPr>
          <p:cNvPr id="1222" name="Google Shape;1222;p2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slideLayout" Target="../slideLayouts/slideLayout2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Montserrat"/>
              <a:buNone/>
              <a:defRPr b="1" sz="2800">
                <a:solidFill>
                  <a:schemeClr val="dk1"/>
                </a:solidFill>
                <a:latin typeface="Montserrat"/>
                <a:ea typeface="Montserrat"/>
                <a:cs typeface="Montserrat"/>
                <a:sym typeface="Montserrat"/>
              </a:defRPr>
            </a:lvl1pPr>
            <a:lvl2pPr lvl="1"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2pPr>
            <a:lvl3pPr lvl="2"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3pPr>
            <a:lvl4pPr lvl="3"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4pPr>
            <a:lvl5pPr lvl="4"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5pPr>
            <a:lvl6pPr lvl="5"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6pPr>
            <a:lvl7pPr lvl="6"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7pPr>
            <a:lvl8pPr lvl="7"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8pPr>
            <a:lvl9pPr lvl="8" rtl="0">
              <a:spcBef>
                <a:spcPts val="0"/>
              </a:spcBef>
              <a:spcAft>
                <a:spcPts val="0"/>
              </a:spcAft>
              <a:buClr>
                <a:schemeClr val="dk1"/>
              </a:buClr>
              <a:buSzPts val="3000"/>
              <a:buFont typeface="Montserrat"/>
              <a:buNone/>
              <a:defRPr b="1" sz="3000">
                <a:solidFill>
                  <a:schemeClr val="dk1"/>
                </a:solidFill>
                <a:latin typeface="Montserrat"/>
                <a:ea typeface="Montserrat"/>
                <a:cs typeface="Montserrat"/>
                <a:sym typeface="Montserrat"/>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indent="-317500" lvl="1" marL="9144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2pPr>
            <a:lvl3pPr indent="-317500" lvl="2" marL="13716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3pPr>
            <a:lvl4pPr indent="-317500" lvl="3" marL="18288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4pPr>
            <a:lvl5pPr indent="-317500" lvl="4" marL="22860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5pPr>
            <a:lvl6pPr indent="-317500" lvl="5" marL="27432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6pPr>
            <a:lvl7pPr indent="-317500" lvl="6" marL="32004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7pPr>
            <a:lvl8pPr indent="-317500" lvl="7" marL="36576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8pPr>
            <a:lvl9pPr indent="-317500" lvl="8" marL="4114800">
              <a:lnSpc>
                <a:spcPct val="115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17" name="Shape 1217"/>
        <p:cNvGrpSpPr/>
        <p:nvPr/>
      </p:nvGrpSpPr>
      <p:grpSpPr>
        <a:xfrm>
          <a:off x="0" y="0"/>
          <a:ext cx="0" cy="0"/>
          <a:chOff x="0" y="0"/>
          <a:chExt cx="0" cy="0"/>
        </a:xfrm>
      </p:grpSpPr>
      <p:sp>
        <p:nvSpPr>
          <p:cNvPr id="1218" name="Google Shape;1218;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19" name="Google Shape;1219;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 id="214748366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slide" Target="/ppt/slides/slide27.xml"/><Relationship Id="rId22" Type="http://schemas.openxmlformats.org/officeDocument/2006/relationships/hyperlink" Target="https://www.videvo.net/?utm_source=slidesgo_template&amp;utm_medium=referral-link&amp;utm_campaign=sg_resources&amp;utm_content=videvo" TargetMode="External"/><Relationship Id="rId10" Type="http://schemas.openxmlformats.org/officeDocument/2006/relationships/slide" Target="/ppt/slides/slide33.xml"/><Relationship Id="rId21"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25.xml"/><Relationship Id="rId15" Type="http://schemas.openxmlformats.org/officeDocument/2006/relationships/hyperlink" Target="http://bit.ly/30B07Gq" TargetMode="External"/><Relationship Id="rId14" Type="http://schemas.openxmlformats.org/officeDocument/2006/relationships/hyperlink" Target="https://bit.ly/3A1uf1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bit.ly/33VAFh3" TargetMode="External"/><Relationship Id="rId5" Type="http://schemas.openxmlformats.org/officeDocument/2006/relationships/slide" Target="/ppt/slides/slide22.xml"/><Relationship Id="rId19" Type="http://schemas.openxmlformats.org/officeDocument/2006/relationships/hyperlink" Target="https://storyset.com/?utm_source=slidesgo_template&amp;utm_medium=referral-link&amp;utm_campaign=promo-slide&amp;utm_term=slidesgo&amp;utm_content=storyset" TargetMode="External"/><Relationship Id="rId6" Type="http://schemas.openxmlformats.org/officeDocument/2006/relationships/slide" Target="/ppt/slides/slide21.xml"/><Relationship Id="rId18" Type="http://schemas.openxmlformats.org/officeDocument/2006/relationships/hyperlink" Target="https://www.flaticon.com/?utm_source=slidesgo_template&amp;utm_medium=referral-link&amp;utm_campaign=promo-slide&amp;utm_term=slidesgo&amp;utm_content=flaticon" TargetMode="External"/><Relationship Id="rId7" Type="http://schemas.openxmlformats.org/officeDocument/2006/relationships/slide" Target="/ppt/slides/slide21.xml"/><Relationship Id="rId8" Type="http://schemas.openxmlformats.org/officeDocument/2006/relationships/slide" Target="/ppt/slides/slide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7.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iQzC08RFa-wbFCNrjF7Pg9zaFrvaffMoJChYvGg9RUs/copy#gid=0" TargetMode="External"/><Relationship Id="rId5"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 Id="rId3" Type="http://schemas.openxmlformats.org/officeDocument/2006/relationships/hyperlink" Target="https://www.freepik.com/free-vector/hand-drawn-hospital-template_42101135.htm/?utm_source=slidesgo_template&amp;utm_medium=referral-link&amp;utm_campaign=sg_resources&amp;utm_content=freepik" TargetMode="External"/><Relationship Id="rId4" Type="http://schemas.openxmlformats.org/officeDocument/2006/relationships/hyperlink" Target="https://www.freepik.com/free-vector/flat-international-nurses-day-horizontal-banners-pack_25182343.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free-vector/hand-drawn-hospital-template_42101269.htm/?utm_source=slidesgo_template&amp;utm_medium=referral-link&amp;utm_campaign=sg_resources&amp;utm_content=freepik" TargetMode="External"/><Relationship Id="rId4" Type="http://schemas.openxmlformats.org/officeDocument/2006/relationships/hyperlink" Target="https://www.freepik.com/free-photo/woman-with-medical-mask-talking-public-telephone_11305479.htm/?utm_source=slidesgo_template&amp;utm_medium=referral-link&amp;utm_campaign=sg_resources&amp;utm_content=freepik" TargetMode="External"/><Relationship Id="rId5" Type="http://schemas.openxmlformats.org/officeDocument/2006/relationships/hyperlink" Target="https://www.freepik.com/free-photo/side-view-healthcare-professionals-meeting_32486210.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hyperlink" Target="https://fonts.google.com/specimen/Montserrat" TargetMode="External"/><Relationship Id="rId4" Type="http://schemas.openxmlformats.org/officeDocument/2006/relationships/hyperlink" Target="https://fonts.google.com/specimen/Barlow"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4.png"/><Relationship Id="rId14" Type="http://schemas.openxmlformats.org/officeDocument/2006/relationships/image" Target="../media/image3.png"/><Relationship Id="rId17" Type="http://schemas.openxmlformats.org/officeDocument/2006/relationships/image" Target="../media/image2.png"/><Relationship Id="rId16" Type="http://schemas.openxmlformats.org/officeDocument/2006/relationships/image" Target="../media/image1.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6" name="Shape 1226"/>
        <p:cNvGrpSpPr/>
        <p:nvPr/>
      </p:nvGrpSpPr>
      <p:grpSpPr>
        <a:xfrm>
          <a:off x="0" y="0"/>
          <a:ext cx="0" cy="0"/>
          <a:chOff x="0" y="0"/>
          <a:chExt cx="0" cy="0"/>
        </a:xfrm>
      </p:grpSpPr>
      <p:sp>
        <p:nvSpPr>
          <p:cNvPr id="1227" name="Google Shape;1227;p25"/>
          <p:cNvSpPr txBox="1"/>
          <p:nvPr>
            <p:ph type="ctrTitle"/>
          </p:nvPr>
        </p:nvSpPr>
        <p:spPr>
          <a:xfrm>
            <a:off x="713225" y="1438950"/>
            <a:ext cx="7717500" cy="180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800"/>
              <a:t>Social and Behavioral Sciences in Public Health - </a:t>
            </a:r>
            <a:r>
              <a:rPr b="0" lang="en" sz="3100"/>
              <a:t>Bachelor of Science in Public Health</a:t>
            </a:r>
            <a:endParaRPr b="0" sz="3100"/>
          </a:p>
        </p:txBody>
      </p:sp>
      <p:sp>
        <p:nvSpPr>
          <p:cNvPr id="1228" name="Google Shape;1228;p25"/>
          <p:cNvSpPr txBox="1"/>
          <p:nvPr>
            <p:ph idx="1" type="subTitle"/>
          </p:nvPr>
        </p:nvSpPr>
        <p:spPr>
          <a:xfrm>
            <a:off x="713225" y="3333454"/>
            <a:ext cx="4515900" cy="37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Barlow"/>
                <a:ea typeface="Barlow"/>
                <a:cs typeface="Barlow"/>
                <a:sym typeface="Barlow"/>
              </a:rPr>
              <a:t>Here is where your presentation begins</a:t>
            </a:r>
            <a:endParaRPr>
              <a:latin typeface="Barlow"/>
              <a:ea typeface="Barlow"/>
              <a:cs typeface="Barlow"/>
              <a:sym typeface="Barlow"/>
            </a:endParaRPr>
          </a:p>
        </p:txBody>
      </p:sp>
      <p:grpSp>
        <p:nvGrpSpPr>
          <p:cNvPr id="1229" name="Google Shape;1229;p25"/>
          <p:cNvGrpSpPr/>
          <p:nvPr/>
        </p:nvGrpSpPr>
        <p:grpSpPr>
          <a:xfrm>
            <a:off x="7180196" y="3571597"/>
            <a:ext cx="1066530" cy="1804555"/>
            <a:chOff x="1909325" y="3759025"/>
            <a:chExt cx="837085" cy="1416337"/>
          </a:xfrm>
        </p:grpSpPr>
        <p:sp>
          <p:nvSpPr>
            <p:cNvPr id="1230" name="Google Shape;1230;p25"/>
            <p:cNvSpPr/>
            <p:nvPr/>
          </p:nvSpPr>
          <p:spPr>
            <a:xfrm>
              <a:off x="2308442" y="4701671"/>
              <a:ext cx="38874" cy="473691"/>
            </a:xfrm>
            <a:custGeom>
              <a:rect b="b" l="l" r="r" t="t"/>
              <a:pathLst>
                <a:path extrusionOk="0" h="10857" w="891">
                  <a:moveTo>
                    <a:pt x="0" y="0"/>
                  </a:moveTo>
                  <a:lnTo>
                    <a:pt x="0" y="10856"/>
                  </a:lnTo>
                  <a:lnTo>
                    <a:pt x="890" y="10856"/>
                  </a:lnTo>
                  <a:lnTo>
                    <a:pt x="8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5"/>
            <p:cNvSpPr/>
            <p:nvPr/>
          </p:nvSpPr>
          <p:spPr>
            <a:xfrm>
              <a:off x="1909325" y="3794757"/>
              <a:ext cx="837085" cy="920942"/>
            </a:xfrm>
            <a:custGeom>
              <a:rect b="b" l="l" r="r" t="t"/>
              <a:pathLst>
                <a:path extrusionOk="0" h="21108" w="19186">
                  <a:moveTo>
                    <a:pt x="7582" y="0"/>
                  </a:moveTo>
                  <a:lnTo>
                    <a:pt x="6799" y="36"/>
                  </a:lnTo>
                  <a:lnTo>
                    <a:pt x="6016" y="178"/>
                  </a:lnTo>
                  <a:lnTo>
                    <a:pt x="5233" y="356"/>
                  </a:lnTo>
                  <a:lnTo>
                    <a:pt x="4521" y="605"/>
                  </a:lnTo>
                  <a:lnTo>
                    <a:pt x="3845" y="961"/>
                  </a:lnTo>
                  <a:lnTo>
                    <a:pt x="3169" y="1353"/>
                  </a:lnTo>
                  <a:lnTo>
                    <a:pt x="2563" y="1851"/>
                  </a:lnTo>
                  <a:lnTo>
                    <a:pt x="2030" y="2385"/>
                  </a:lnTo>
                  <a:lnTo>
                    <a:pt x="1496" y="2990"/>
                  </a:lnTo>
                  <a:lnTo>
                    <a:pt x="1069" y="3631"/>
                  </a:lnTo>
                  <a:lnTo>
                    <a:pt x="713" y="4307"/>
                  </a:lnTo>
                  <a:lnTo>
                    <a:pt x="428" y="5019"/>
                  </a:lnTo>
                  <a:lnTo>
                    <a:pt x="214" y="5767"/>
                  </a:lnTo>
                  <a:lnTo>
                    <a:pt x="72" y="6550"/>
                  </a:lnTo>
                  <a:lnTo>
                    <a:pt x="1" y="7333"/>
                  </a:lnTo>
                  <a:lnTo>
                    <a:pt x="36" y="8116"/>
                  </a:lnTo>
                  <a:lnTo>
                    <a:pt x="107" y="9112"/>
                  </a:lnTo>
                  <a:lnTo>
                    <a:pt x="214" y="10038"/>
                  </a:lnTo>
                  <a:lnTo>
                    <a:pt x="321" y="10928"/>
                  </a:lnTo>
                  <a:lnTo>
                    <a:pt x="499" y="11782"/>
                  </a:lnTo>
                  <a:lnTo>
                    <a:pt x="641" y="12565"/>
                  </a:lnTo>
                  <a:lnTo>
                    <a:pt x="855" y="13313"/>
                  </a:lnTo>
                  <a:lnTo>
                    <a:pt x="1069" y="14024"/>
                  </a:lnTo>
                  <a:lnTo>
                    <a:pt x="1282" y="14701"/>
                  </a:lnTo>
                  <a:lnTo>
                    <a:pt x="1531" y="15306"/>
                  </a:lnTo>
                  <a:lnTo>
                    <a:pt x="1780" y="15911"/>
                  </a:lnTo>
                  <a:lnTo>
                    <a:pt x="2065" y="16445"/>
                  </a:lnTo>
                  <a:lnTo>
                    <a:pt x="2350" y="16943"/>
                  </a:lnTo>
                  <a:lnTo>
                    <a:pt x="2635" y="17441"/>
                  </a:lnTo>
                  <a:lnTo>
                    <a:pt x="2955" y="17869"/>
                  </a:lnTo>
                  <a:lnTo>
                    <a:pt x="3275" y="18260"/>
                  </a:lnTo>
                  <a:lnTo>
                    <a:pt x="3596" y="18652"/>
                  </a:lnTo>
                  <a:lnTo>
                    <a:pt x="3952" y="18972"/>
                  </a:lnTo>
                  <a:lnTo>
                    <a:pt x="4308" y="19292"/>
                  </a:lnTo>
                  <a:lnTo>
                    <a:pt x="4664" y="19577"/>
                  </a:lnTo>
                  <a:lnTo>
                    <a:pt x="5019" y="19826"/>
                  </a:lnTo>
                  <a:lnTo>
                    <a:pt x="5411" y="20075"/>
                  </a:lnTo>
                  <a:lnTo>
                    <a:pt x="5767" y="20253"/>
                  </a:lnTo>
                  <a:lnTo>
                    <a:pt x="6158" y="20431"/>
                  </a:lnTo>
                  <a:lnTo>
                    <a:pt x="6550" y="20609"/>
                  </a:lnTo>
                  <a:lnTo>
                    <a:pt x="7298" y="20823"/>
                  </a:lnTo>
                  <a:lnTo>
                    <a:pt x="8081" y="21001"/>
                  </a:lnTo>
                  <a:lnTo>
                    <a:pt x="8864" y="21072"/>
                  </a:lnTo>
                  <a:lnTo>
                    <a:pt x="9611" y="21108"/>
                  </a:lnTo>
                  <a:lnTo>
                    <a:pt x="10359" y="21072"/>
                  </a:lnTo>
                  <a:lnTo>
                    <a:pt x="11106" y="21001"/>
                  </a:lnTo>
                  <a:lnTo>
                    <a:pt x="11889" y="20823"/>
                  </a:lnTo>
                  <a:lnTo>
                    <a:pt x="12672" y="20609"/>
                  </a:lnTo>
                  <a:lnTo>
                    <a:pt x="13028" y="20431"/>
                  </a:lnTo>
                  <a:lnTo>
                    <a:pt x="13420" y="20253"/>
                  </a:lnTo>
                  <a:lnTo>
                    <a:pt x="13811" y="20075"/>
                  </a:lnTo>
                  <a:lnTo>
                    <a:pt x="14167" y="19826"/>
                  </a:lnTo>
                  <a:lnTo>
                    <a:pt x="14523" y="19577"/>
                  </a:lnTo>
                  <a:lnTo>
                    <a:pt x="14879" y="19292"/>
                  </a:lnTo>
                  <a:lnTo>
                    <a:pt x="15235" y="18972"/>
                  </a:lnTo>
                  <a:lnTo>
                    <a:pt x="15591" y="18652"/>
                  </a:lnTo>
                  <a:lnTo>
                    <a:pt x="15911" y="18260"/>
                  </a:lnTo>
                  <a:lnTo>
                    <a:pt x="16232" y="17869"/>
                  </a:lnTo>
                  <a:lnTo>
                    <a:pt x="16552" y="17441"/>
                  </a:lnTo>
                  <a:lnTo>
                    <a:pt x="16872" y="16943"/>
                  </a:lnTo>
                  <a:lnTo>
                    <a:pt x="17157" y="16445"/>
                  </a:lnTo>
                  <a:lnTo>
                    <a:pt x="17406" y="15911"/>
                  </a:lnTo>
                  <a:lnTo>
                    <a:pt x="17691" y="15306"/>
                  </a:lnTo>
                  <a:lnTo>
                    <a:pt x="17905" y="14701"/>
                  </a:lnTo>
                  <a:lnTo>
                    <a:pt x="18154" y="14024"/>
                  </a:lnTo>
                  <a:lnTo>
                    <a:pt x="18332" y="13313"/>
                  </a:lnTo>
                  <a:lnTo>
                    <a:pt x="18545" y="12565"/>
                  </a:lnTo>
                  <a:lnTo>
                    <a:pt x="18723" y="11782"/>
                  </a:lnTo>
                  <a:lnTo>
                    <a:pt x="18866" y="10928"/>
                  </a:lnTo>
                  <a:lnTo>
                    <a:pt x="18972" y="10038"/>
                  </a:lnTo>
                  <a:lnTo>
                    <a:pt x="19079" y="9112"/>
                  </a:lnTo>
                  <a:lnTo>
                    <a:pt x="19186" y="8116"/>
                  </a:lnTo>
                  <a:lnTo>
                    <a:pt x="19186" y="7333"/>
                  </a:lnTo>
                  <a:lnTo>
                    <a:pt x="19115" y="6550"/>
                  </a:lnTo>
                  <a:lnTo>
                    <a:pt x="18972" y="5767"/>
                  </a:lnTo>
                  <a:lnTo>
                    <a:pt x="18759" y="5019"/>
                  </a:lnTo>
                  <a:lnTo>
                    <a:pt x="18474" y="4307"/>
                  </a:lnTo>
                  <a:lnTo>
                    <a:pt x="18118" y="3631"/>
                  </a:lnTo>
                  <a:lnTo>
                    <a:pt x="17691" y="2990"/>
                  </a:lnTo>
                  <a:lnTo>
                    <a:pt x="17193" y="2385"/>
                  </a:lnTo>
                  <a:lnTo>
                    <a:pt x="16623" y="1851"/>
                  </a:lnTo>
                  <a:lnTo>
                    <a:pt x="16018" y="1353"/>
                  </a:lnTo>
                  <a:lnTo>
                    <a:pt x="15377" y="961"/>
                  </a:lnTo>
                  <a:lnTo>
                    <a:pt x="14666" y="605"/>
                  </a:lnTo>
                  <a:lnTo>
                    <a:pt x="13954" y="356"/>
                  </a:lnTo>
                  <a:lnTo>
                    <a:pt x="13206" y="178"/>
                  </a:lnTo>
                  <a:lnTo>
                    <a:pt x="12423" y="36"/>
                  </a:lnTo>
                  <a:lnTo>
                    <a:pt x="11604" y="0"/>
                  </a:lnTo>
                  <a:lnTo>
                    <a:pt x="11604" y="641"/>
                  </a:lnTo>
                  <a:lnTo>
                    <a:pt x="12352" y="677"/>
                  </a:lnTo>
                  <a:lnTo>
                    <a:pt x="13064" y="783"/>
                  </a:lnTo>
                  <a:lnTo>
                    <a:pt x="13740" y="961"/>
                  </a:lnTo>
                  <a:lnTo>
                    <a:pt x="14416" y="1210"/>
                  </a:lnTo>
                  <a:lnTo>
                    <a:pt x="15057" y="1531"/>
                  </a:lnTo>
                  <a:lnTo>
                    <a:pt x="15627" y="1887"/>
                  </a:lnTo>
                  <a:lnTo>
                    <a:pt x="16196" y="2314"/>
                  </a:lnTo>
                  <a:lnTo>
                    <a:pt x="16694" y="2812"/>
                  </a:lnTo>
                  <a:lnTo>
                    <a:pt x="17157" y="3382"/>
                  </a:lnTo>
                  <a:lnTo>
                    <a:pt x="17584" y="3951"/>
                  </a:lnTo>
                  <a:lnTo>
                    <a:pt x="17905" y="4592"/>
                  </a:lnTo>
                  <a:lnTo>
                    <a:pt x="18154" y="5233"/>
                  </a:lnTo>
                  <a:lnTo>
                    <a:pt x="18367" y="5909"/>
                  </a:lnTo>
                  <a:lnTo>
                    <a:pt x="18474" y="6621"/>
                  </a:lnTo>
                  <a:lnTo>
                    <a:pt x="18545" y="7333"/>
                  </a:lnTo>
                  <a:lnTo>
                    <a:pt x="18545" y="8080"/>
                  </a:lnTo>
                  <a:lnTo>
                    <a:pt x="18438" y="9148"/>
                  </a:lnTo>
                  <a:lnTo>
                    <a:pt x="18296" y="10251"/>
                  </a:lnTo>
                  <a:lnTo>
                    <a:pt x="18118" y="11319"/>
                  </a:lnTo>
                  <a:lnTo>
                    <a:pt x="17905" y="12387"/>
                  </a:lnTo>
                  <a:lnTo>
                    <a:pt x="17620" y="13455"/>
                  </a:lnTo>
                  <a:lnTo>
                    <a:pt x="17299" y="14487"/>
                  </a:lnTo>
                  <a:lnTo>
                    <a:pt x="16872" y="15484"/>
                  </a:lnTo>
                  <a:lnTo>
                    <a:pt x="16659" y="15946"/>
                  </a:lnTo>
                  <a:lnTo>
                    <a:pt x="16410" y="16409"/>
                  </a:lnTo>
                  <a:lnTo>
                    <a:pt x="16160" y="16836"/>
                  </a:lnTo>
                  <a:lnTo>
                    <a:pt x="15876" y="17263"/>
                  </a:lnTo>
                  <a:lnTo>
                    <a:pt x="15555" y="17655"/>
                  </a:lnTo>
                  <a:lnTo>
                    <a:pt x="15235" y="18047"/>
                  </a:lnTo>
                  <a:lnTo>
                    <a:pt x="14915" y="18402"/>
                  </a:lnTo>
                  <a:lnTo>
                    <a:pt x="14559" y="18723"/>
                  </a:lnTo>
                  <a:lnTo>
                    <a:pt x="14167" y="19043"/>
                  </a:lnTo>
                  <a:lnTo>
                    <a:pt x="13740" y="19328"/>
                  </a:lnTo>
                  <a:lnTo>
                    <a:pt x="13313" y="19577"/>
                  </a:lnTo>
                  <a:lnTo>
                    <a:pt x="12850" y="19826"/>
                  </a:lnTo>
                  <a:lnTo>
                    <a:pt x="12387" y="20004"/>
                  </a:lnTo>
                  <a:lnTo>
                    <a:pt x="11889" y="20182"/>
                  </a:lnTo>
                  <a:lnTo>
                    <a:pt x="11355" y="20289"/>
                  </a:lnTo>
                  <a:lnTo>
                    <a:pt x="10786" y="20396"/>
                  </a:lnTo>
                  <a:lnTo>
                    <a:pt x="10216" y="20431"/>
                  </a:lnTo>
                  <a:lnTo>
                    <a:pt x="9611" y="20467"/>
                  </a:lnTo>
                  <a:lnTo>
                    <a:pt x="8970" y="20431"/>
                  </a:lnTo>
                  <a:lnTo>
                    <a:pt x="8401" y="20396"/>
                  </a:lnTo>
                  <a:lnTo>
                    <a:pt x="7831" y="20289"/>
                  </a:lnTo>
                  <a:lnTo>
                    <a:pt x="7333" y="20182"/>
                  </a:lnTo>
                  <a:lnTo>
                    <a:pt x="6799" y="20004"/>
                  </a:lnTo>
                  <a:lnTo>
                    <a:pt x="6336" y="19826"/>
                  </a:lnTo>
                  <a:lnTo>
                    <a:pt x="5874" y="19577"/>
                  </a:lnTo>
                  <a:lnTo>
                    <a:pt x="5447" y="19328"/>
                  </a:lnTo>
                  <a:lnTo>
                    <a:pt x="5019" y="19043"/>
                  </a:lnTo>
                  <a:lnTo>
                    <a:pt x="4664" y="18723"/>
                  </a:lnTo>
                  <a:lnTo>
                    <a:pt x="4272" y="18402"/>
                  </a:lnTo>
                  <a:lnTo>
                    <a:pt x="3952" y="18047"/>
                  </a:lnTo>
                  <a:lnTo>
                    <a:pt x="3631" y="17655"/>
                  </a:lnTo>
                  <a:lnTo>
                    <a:pt x="3311" y="17263"/>
                  </a:lnTo>
                  <a:lnTo>
                    <a:pt x="3026" y="16836"/>
                  </a:lnTo>
                  <a:lnTo>
                    <a:pt x="2777" y="16409"/>
                  </a:lnTo>
                  <a:lnTo>
                    <a:pt x="2528" y="15946"/>
                  </a:lnTo>
                  <a:lnTo>
                    <a:pt x="2314" y="15484"/>
                  </a:lnTo>
                  <a:lnTo>
                    <a:pt x="1923" y="14487"/>
                  </a:lnTo>
                  <a:lnTo>
                    <a:pt x="1567" y="13455"/>
                  </a:lnTo>
                  <a:lnTo>
                    <a:pt x="1282" y="12387"/>
                  </a:lnTo>
                  <a:lnTo>
                    <a:pt x="1069" y="11319"/>
                  </a:lnTo>
                  <a:lnTo>
                    <a:pt x="891" y="10251"/>
                  </a:lnTo>
                  <a:lnTo>
                    <a:pt x="748" y="9148"/>
                  </a:lnTo>
                  <a:lnTo>
                    <a:pt x="677" y="8080"/>
                  </a:lnTo>
                  <a:lnTo>
                    <a:pt x="641" y="7333"/>
                  </a:lnTo>
                  <a:lnTo>
                    <a:pt x="713" y="6621"/>
                  </a:lnTo>
                  <a:lnTo>
                    <a:pt x="819" y="5909"/>
                  </a:lnTo>
                  <a:lnTo>
                    <a:pt x="1033" y="5233"/>
                  </a:lnTo>
                  <a:lnTo>
                    <a:pt x="1282" y="4592"/>
                  </a:lnTo>
                  <a:lnTo>
                    <a:pt x="1638" y="3951"/>
                  </a:lnTo>
                  <a:lnTo>
                    <a:pt x="2030" y="3382"/>
                  </a:lnTo>
                  <a:lnTo>
                    <a:pt x="2492" y="2812"/>
                  </a:lnTo>
                  <a:lnTo>
                    <a:pt x="2991" y="2314"/>
                  </a:lnTo>
                  <a:lnTo>
                    <a:pt x="3560" y="1887"/>
                  </a:lnTo>
                  <a:lnTo>
                    <a:pt x="4165" y="1531"/>
                  </a:lnTo>
                  <a:lnTo>
                    <a:pt x="4770" y="1210"/>
                  </a:lnTo>
                  <a:lnTo>
                    <a:pt x="5447" y="961"/>
                  </a:lnTo>
                  <a:lnTo>
                    <a:pt x="6123" y="783"/>
                  </a:lnTo>
                  <a:lnTo>
                    <a:pt x="6835" y="677"/>
                  </a:lnTo>
                  <a:lnTo>
                    <a:pt x="7582" y="641"/>
                  </a:lnTo>
                  <a:lnTo>
                    <a:pt x="75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5"/>
            <p:cNvSpPr/>
            <p:nvPr/>
          </p:nvSpPr>
          <p:spPr>
            <a:xfrm>
              <a:off x="2187328" y="3777655"/>
              <a:ext cx="59031" cy="63743"/>
            </a:xfrm>
            <a:custGeom>
              <a:rect b="b" l="l" r="r" t="t"/>
              <a:pathLst>
                <a:path extrusionOk="0" h="1461" w="1353">
                  <a:moveTo>
                    <a:pt x="356" y="1"/>
                  </a:moveTo>
                  <a:lnTo>
                    <a:pt x="214" y="36"/>
                  </a:lnTo>
                  <a:lnTo>
                    <a:pt x="71" y="108"/>
                  </a:lnTo>
                  <a:lnTo>
                    <a:pt x="0" y="214"/>
                  </a:lnTo>
                  <a:lnTo>
                    <a:pt x="0" y="357"/>
                  </a:lnTo>
                  <a:lnTo>
                    <a:pt x="0" y="1104"/>
                  </a:lnTo>
                  <a:lnTo>
                    <a:pt x="0" y="1247"/>
                  </a:lnTo>
                  <a:lnTo>
                    <a:pt x="71" y="1353"/>
                  </a:lnTo>
                  <a:lnTo>
                    <a:pt x="214" y="1425"/>
                  </a:lnTo>
                  <a:lnTo>
                    <a:pt x="356" y="1460"/>
                  </a:lnTo>
                  <a:lnTo>
                    <a:pt x="997" y="1460"/>
                  </a:lnTo>
                  <a:lnTo>
                    <a:pt x="1139" y="1425"/>
                  </a:lnTo>
                  <a:lnTo>
                    <a:pt x="1246" y="1353"/>
                  </a:lnTo>
                  <a:lnTo>
                    <a:pt x="1317" y="1247"/>
                  </a:lnTo>
                  <a:lnTo>
                    <a:pt x="1353" y="1104"/>
                  </a:lnTo>
                  <a:lnTo>
                    <a:pt x="1353" y="357"/>
                  </a:lnTo>
                  <a:lnTo>
                    <a:pt x="1317" y="214"/>
                  </a:lnTo>
                  <a:lnTo>
                    <a:pt x="1246" y="108"/>
                  </a:lnTo>
                  <a:lnTo>
                    <a:pt x="1139" y="36"/>
                  </a:lnTo>
                  <a:lnTo>
                    <a:pt x="9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5"/>
            <p:cNvSpPr/>
            <p:nvPr/>
          </p:nvSpPr>
          <p:spPr>
            <a:xfrm>
              <a:off x="2226114" y="3759025"/>
              <a:ext cx="59075" cy="99433"/>
            </a:xfrm>
            <a:custGeom>
              <a:rect b="b" l="l" r="r" t="t"/>
              <a:pathLst>
                <a:path extrusionOk="0" h="2279" w="1354">
                  <a:moveTo>
                    <a:pt x="428" y="1"/>
                  </a:moveTo>
                  <a:lnTo>
                    <a:pt x="250" y="36"/>
                  </a:lnTo>
                  <a:lnTo>
                    <a:pt x="108" y="143"/>
                  </a:lnTo>
                  <a:lnTo>
                    <a:pt x="37" y="285"/>
                  </a:lnTo>
                  <a:lnTo>
                    <a:pt x="1" y="428"/>
                  </a:lnTo>
                  <a:lnTo>
                    <a:pt x="1" y="1852"/>
                  </a:lnTo>
                  <a:lnTo>
                    <a:pt x="37" y="2029"/>
                  </a:lnTo>
                  <a:lnTo>
                    <a:pt x="108" y="2172"/>
                  </a:lnTo>
                  <a:lnTo>
                    <a:pt x="250" y="2243"/>
                  </a:lnTo>
                  <a:lnTo>
                    <a:pt x="428" y="2279"/>
                  </a:lnTo>
                  <a:lnTo>
                    <a:pt x="926" y="2279"/>
                  </a:lnTo>
                  <a:lnTo>
                    <a:pt x="1104" y="2243"/>
                  </a:lnTo>
                  <a:lnTo>
                    <a:pt x="1247" y="2172"/>
                  </a:lnTo>
                  <a:lnTo>
                    <a:pt x="1318" y="2029"/>
                  </a:lnTo>
                  <a:lnTo>
                    <a:pt x="1353" y="1852"/>
                  </a:lnTo>
                  <a:lnTo>
                    <a:pt x="1353" y="428"/>
                  </a:lnTo>
                  <a:lnTo>
                    <a:pt x="1318" y="285"/>
                  </a:lnTo>
                  <a:lnTo>
                    <a:pt x="1247" y="143"/>
                  </a:lnTo>
                  <a:lnTo>
                    <a:pt x="1104" y="36"/>
                  </a:lnTo>
                  <a:lnTo>
                    <a:pt x="9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5"/>
            <p:cNvSpPr/>
            <p:nvPr/>
          </p:nvSpPr>
          <p:spPr>
            <a:xfrm>
              <a:off x="2409399" y="3777655"/>
              <a:ext cx="60602" cy="63743"/>
            </a:xfrm>
            <a:custGeom>
              <a:rect b="b" l="l" r="r" t="t"/>
              <a:pathLst>
                <a:path extrusionOk="0" h="1461" w="1389">
                  <a:moveTo>
                    <a:pt x="356" y="1"/>
                  </a:moveTo>
                  <a:lnTo>
                    <a:pt x="214" y="36"/>
                  </a:lnTo>
                  <a:lnTo>
                    <a:pt x="107" y="108"/>
                  </a:lnTo>
                  <a:lnTo>
                    <a:pt x="36" y="214"/>
                  </a:lnTo>
                  <a:lnTo>
                    <a:pt x="0" y="357"/>
                  </a:lnTo>
                  <a:lnTo>
                    <a:pt x="0" y="1104"/>
                  </a:lnTo>
                  <a:lnTo>
                    <a:pt x="36" y="1247"/>
                  </a:lnTo>
                  <a:lnTo>
                    <a:pt x="107" y="1353"/>
                  </a:lnTo>
                  <a:lnTo>
                    <a:pt x="214" y="1425"/>
                  </a:lnTo>
                  <a:lnTo>
                    <a:pt x="356" y="1460"/>
                  </a:lnTo>
                  <a:lnTo>
                    <a:pt x="1032" y="1460"/>
                  </a:lnTo>
                  <a:lnTo>
                    <a:pt x="1175" y="1425"/>
                  </a:lnTo>
                  <a:lnTo>
                    <a:pt x="1281" y="1353"/>
                  </a:lnTo>
                  <a:lnTo>
                    <a:pt x="1353" y="1247"/>
                  </a:lnTo>
                  <a:lnTo>
                    <a:pt x="1388" y="1104"/>
                  </a:lnTo>
                  <a:lnTo>
                    <a:pt x="1388" y="357"/>
                  </a:lnTo>
                  <a:lnTo>
                    <a:pt x="1353" y="214"/>
                  </a:lnTo>
                  <a:lnTo>
                    <a:pt x="1281" y="108"/>
                  </a:lnTo>
                  <a:lnTo>
                    <a:pt x="1175" y="36"/>
                  </a:lnTo>
                  <a:lnTo>
                    <a:pt x="10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5"/>
            <p:cNvSpPr/>
            <p:nvPr/>
          </p:nvSpPr>
          <p:spPr>
            <a:xfrm>
              <a:off x="2370570" y="3759025"/>
              <a:ext cx="60602" cy="99433"/>
            </a:xfrm>
            <a:custGeom>
              <a:rect b="b" l="l" r="r" t="t"/>
              <a:pathLst>
                <a:path extrusionOk="0" h="2279" w="1389">
                  <a:moveTo>
                    <a:pt x="427" y="1"/>
                  </a:moveTo>
                  <a:lnTo>
                    <a:pt x="249" y="36"/>
                  </a:lnTo>
                  <a:lnTo>
                    <a:pt x="143" y="143"/>
                  </a:lnTo>
                  <a:lnTo>
                    <a:pt x="36" y="285"/>
                  </a:lnTo>
                  <a:lnTo>
                    <a:pt x="0" y="428"/>
                  </a:lnTo>
                  <a:lnTo>
                    <a:pt x="0" y="1852"/>
                  </a:lnTo>
                  <a:lnTo>
                    <a:pt x="36" y="2029"/>
                  </a:lnTo>
                  <a:lnTo>
                    <a:pt x="143" y="2172"/>
                  </a:lnTo>
                  <a:lnTo>
                    <a:pt x="249" y="2243"/>
                  </a:lnTo>
                  <a:lnTo>
                    <a:pt x="427" y="2279"/>
                  </a:lnTo>
                  <a:lnTo>
                    <a:pt x="961" y="2279"/>
                  </a:lnTo>
                  <a:lnTo>
                    <a:pt x="1104" y="2243"/>
                  </a:lnTo>
                  <a:lnTo>
                    <a:pt x="1246" y="2172"/>
                  </a:lnTo>
                  <a:lnTo>
                    <a:pt x="1353" y="2029"/>
                  </a:lnTo>
                  <a:lnTo>
                    <a:pt x="1388" y="1852"/>
                  </a:lnTo>
                  <a:lnTo>
                    <a:pt x="1388" y="428"/>
                  </a:lnTo>
                  <a:lnTo>
                    <a:pt x="1353" y="285"/>
                  </a:lnTo>
                  <a:lnTo>
                    <a:pt x="1246" y="143"/>
                  </a:lnTo>
                  <a:lnTo>
                    <a:pt x="1104" y="36"/>
                  </a:lnTo>
                  <a:lnTo>
                    <a:pt x="9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5"/>
            <p:cNvSpPr/>
            <p:nvPr/>
          </p:nvSpPr>
          <p:spPr>
            <a:xfrm>
              <a:off x="1934193" y="4356915"/>
              <a:ext cx="788961" cy="374302"/>
            </a:xfrm>
            <a:custGeom>
              <a:rect b="b" l="l" r="r" t="t"/>
              <a:pathLst>
                <a:path extrusionOk="0" h="8579" w="18083">
                  <a:moveTo>
                    <a:pt x="854" y="0"/>
                  </a:moveTo>
                  <a:lnTo>
                    <a:pt x="249" y="178"/>
                  </a:lnTo>
                  <a:lnTo>
                    <a:pt x="107" y="214"/>
                  </a:lnTo>
                  <a:lnTo>
                    <a:pt x="36" y="321"/>
                  </a:lnTo>
                  <a:lnTo>
                    <a:pt x="0" y="463"/>
                  </a:lnTo>
                  <a:lnTo>
                    <a:pt x="0" y="605"/>
                  </a:lnTo>
                  <a:lnTo>
                    <a:pt x="285" y="1531"/>
                  </a:lnTo>
                  <a:lnTo>
                    <a:pt x="605" y="2421"/>
                  </a:lnTo>
                  <a:lnTo>
                    <a:pt x="997" y="3275"/>
                  </a:lnTo>
                  <a:lnTo>
                    <a:pt x="1388" y="4023"/>
                  </a:lnTo>
                  <a:lnTo>
                    <a:pt x="1851" y="4770"/>
                  </a:lnTo>
                  <a:lnTo>
                    <a:pt x="2314" y="5411"/>
                  </a:lnTo>
                  <a:lnTo>
                    <a:pt x="2848" y="6016"/>
                  </a:lnTo>
                  <a:lnTo>
                    <a:pt x="3382" y="6550"/>
                  </a:lnTo>
                  <a:lnTo>
                    <a:pt x="3987" y="7012"/>
                  </a:lnTo>
                  <a:lnTo>
                    <a:pt x="4592" y="7404"/>
                  </a:lnTo>
                  <a:lnTo>
                    <a:pt x="5233" y="7760"/>
                  </a:lnTo>
                  <a:lnTo>
                    <a:pt x="5944" y="8045"/>
                  </a:lnTo>
                  <a:lnTo>
                    <a:pt x="6656" y="8258"/>
                  </a:lnTo>
                  <a:lnTo>
                    <a:pt x="7404" y="8436"/>
                  </a:lnTo>
                  <a:lnTo>
                    <a:pt x="8222" y="8543"/>
                  </a:lnTo>
                  <a:lnTo>
                    <a:pt x="9041" y="8579"/>
                  </a:lnTo>
                  <a:lnTo>
                    <a:pt x="9860" y="8543"/>
                  </a:lnTo>
                  <a:lnTo>
                    <a:pt x="10643" y="8436"/>
                  </a:lnTo>
                  <a:lnTo>
                    <a:pt x="11390" y="8258"/>
                  </a:lnTo>
                  <a:lnTo>
                    <a:pt x="12102" y="8045"/>
                  </a:lnTo>
                  <a:lnTo>
                    <a:pt x="12814" y="7760"/>
                  </a:lnTo>
                  <a:lnTo>
                    <a:pt x="13455" y="7404"/>
                  </a:lnTo>
                  <a:lnTo>
                    <a:pt x="14096" y="7012"/>
                  </a:lnTo>
                  <a:lnTo>
                    <a:pt x="14665" y="6550"/>
                  </a:lnTo>
                  <a:lnTo>
                    <a:pt x="15235" y="6016"/>
                  </a:lnTo>
                  <a:lnTo>
                    <a:pt x="15733" y="5411"/>
                  </a:lnTo>
                  <a:lnTo>
                    <a:pt x="16231" y="4770"/>
                  </a:lnTo>
                  <a:lnTo>
                    <a:pt x="16658" y="4023"/>
                  </a:lnTo>
                  <a:lnTo>
                    <a:pt x="17085" y="3275"/>
                  </a:lnTo>
                  <a:lnTo>
                    <a:pt x="17441" y="2421"/>
                  </a:lnTo>
                  <a:lnTo>
                    <a:pt x="17762" y="1531"/>
                  </a:lnTo>
                  <a:lnTo>
                    <a:pt x="18046" y="605"/>
                  </a:lnTo>
                  <a:lnTo>
                    <a:pt x="18082" y="463"/>
                  </a:lnTo>
                  <a:lnTo>
                    <a:pt x="18046" y="321"/>
                  </a:lnTo>
                  <a:lnTo>
                    <a:pt x="17940" y="214"/>
                  </a:lnTo>
                  <a:lnTo>
                    <a:pt x="17833" y="178"/>
                  </a:lnTo>
                  <a:lnTo>
                    <a:pt x="17192" y="0"/>
                  </a:lnTo>
                  <a:lnTo>
                    <a:pt x="17085" y="0"/>
                  </a:lnTo>
                  <a:lnTo>
                    <a:pt x="16943" y="36"/>
                  </a:lnTo>
                  <a:lnTo>
                    <a:pt x="16836" y="143"/>
                  </a:lnTo>
                  <a:lnTo>
                    <a:pt x="16801" y="250"/>
                  </a:lnTo>
                  <a:lnTo>
                    <a:pt x="16552" y="1104"/>
                  </a:lnTo>
                  <a:lnTo>
                    <a:pt x="16231" y="1887"/>
                  </a:lnTo>
                  <a:lnTo>
                    <a:pt x="15911" y="2634"/>
                  </a:lnTo>
                  <a:lnTo>
                    <a:pt x="15590" y="3311"/>
                  </a:lnTo>
                  <a:lnTo>
                    <a:pt x="15199" y="3916"/>
                  </a:lnTo>
                  <a:lnTo>
                    <a:pt x="14772" y="4485"/>
                  </a:lnTo>
                  <a:lnTo>
                    <a:pt x="14345" y="5019"/>
                  </a:lnTo>
                  <a:lnTo>
                    <a:pt x="13882" y="5482"/>
                  </a:lnTo>
                  <a:lnTo>
                    <a:pt x="13384" y="5909"/>
                  </a:lnTo>
                  <a:lnTo>
                    <a:pt x="12850" y="6265"/>
                  </a:lnTo>
                  <a:lnTo>
                    <a:pt x="12280" y="6550"/>
                  </a:lnTo>
                  <a:lnTo>
                    <a:pt x="11675" y="6799"/>
                  </a:lnTo>
                  <a:lnTo>
                    <a:pt x="11070" y="7012"/>
                  </a:lnTo>
                  <a:lnTo>
                    <a:pt x="10429" y="7119"/>
                  </a:lnTo>
                  <a:lnTo>
                    <a:pt x="9753" y="7226"/>
                  </a:lnTo>
                  <a:lnTo>
                    <a:pt x="9041" y="7262"/>
                  </a:lnTo>
                  <a:lnTo>
                    <a:pt x="8329" y="7226"/>
                  </a:lnTo>
                  <a:lnTo>
                    <a:pt x="7653" y="7119"/>
                  </a:lnTo>
                  <a:lnTo>
                    <a:pt x="6977" y="7012"/>
                  </a:lnTo>
                  <a:lnTo>
                    <a:pt x="6372" y="6799"/>
                  </a:lnTo>
                  <a:lnTo>
                    <a:pt x="5766" y="6550"/>
                  </a:lnTo>
                  <a:lnTo>
                    <a:pt x="5233" y="6265"/>
                  </a:lnTo>
                  <a:lnTo>
                    <a:pt x="4699" y="5909"/>
                  </a:lnTo>
                  <a:lnTo>
                    <a:pt x="4200" y="5482"/>
                  </a:lnTo>
                  <a:lnTo>
                    <a:pt x="3702" y="5019"/>
                  </a:lnTo>
                  <a:lnTo>
                    <a:pt x="3275" y="4485"/>
                  </a:lnTo>
                  <a:lnTo>
                    <a:pt x="2848" y="3916"/>
                  </a:lnTo>
                  <a:lnTo>
                    <a:pt x="2492" y="3311"/>
                  </a:lnTo>
                  <a:lnTo>
                    <a:pt x="2136" y="2634"/>
                  </a:lnTo>
                  <a:lnTo>
                    <a:pt x="1816" y="1887"/>
                  </a:lnTo>
                  <a:lnTo>
                    <a:pt x="1531" y="1104"/>
                  </a:lnTo>
                  <a:lnTo>
                    <a:pt x="1246" y="250"/>
                  </a:lnTo>
                  <a:lnTo>
                    <a:pt x="1210" y="143"/>
                  </a:lnTo>
                  <a:lnTo>
                    <a:pt x="1104" y="36"/>
                  </a:lnTo>
                  <a:lnTo>
                    <a:pt x="9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0" name="Shape 1240"/>
        <p:cNvGrpSpPr/>
        <p:nvPr/>
      </p:nvGrpSpPr>
      <p:grpSpPr>
        <a:xfrm>
          <a:off x="0" y="0"/>
          <a:ext cx="0" cy="0"/>
          <a:chOff x="0" y="0"/>
          <a:chExt cx="0" cy="0"/>
        </a:xfrm>
      </p:grpSpPr>
      <p:sp>
        <p:nvSpPr>
          <p:cNvPr id="1241" name="Google Shape;1241;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1242" name="Google Shape;1242;p26"/>
          <p:cNvSpPr txBox="1"/>
          <p:nvPr>
            <p:ph idx="1" type="body"/>
          </p:nvPr>
        </p:nvSpPr>
        <p:spPr>
          <a:xfrm>
            <a:off x="720000" y="1091925"/>
            <a:ext cx="7704000" cy="365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delete this slide when you’re done editing the presentation</a:t>
            </a:r>
            <a:endParaRPr>
              <a:solidFill>
                <a:schemeClr val="dk1"/>
              </a:solidFill>
            </a:endParaRPr>
          </a:p>
        </p:txBody>
      </p:sp>
      <p:graphicFrame>
        <p:nvGraphicFramePr>
          <p:cNvPr id="1243" name="Google Shape;1243;p26"/>
          <p:cNvGraphicFramePr/>
          <p:nvPr/>
        </p:nvGraphicFramePr>
        <p:xfrm>
          <a:off x="776950" y="1691875"/>
          <a:ext cx="3000000" cy="3000000"/>
        </p:xfrm>
        <a:graphic>
          <a:graphicData uri="http://schemas.openxmlformats.org/drawingml/2006/table">
            <a:tbl>
              <a:tblPr>
                <a:noFill/>
                <a:tableStyleId>{A9BC5C5E-50A8-44A1-9ACD-4B974FBEBC95}</a:tableStyleId>
              </a:tblPr>
              <a:tblGrid>
                <a:gridCol w="2536575"/>
                <a:gridCol w="5117250"/>
              </a:tblGrid>
              <a:tr h="367875">
                <a:tc>
                  <a:txBody>
                    <a:bodyPr/>
                    <a:lstStyle/>
                    <a:p>
                      <a:pPr indent="0" lvl="0" marL="0" rtl="0" algn="l">
                        <a:lnSpc>
                          <a:spcPct val="115000"/>
                        </a:lnSpc>
                        <a:spcBef>
                          <a:spcPts val="0"/>
                        </a:spcBef>
                        <a:spcAft>
                          <a:spcPts val="0"/>
                        </a:spcAft>
                        <a:buNone/>
                      </a:pPr>
                      <a:r>
                        <a:rPr b="1" lang="en" sz="1100" u="sng">
                          <a:solidFill>
                            <a:schemeClr val="hlink"/>
                          </a:solidFill>
                          <a:latin typeface="Barlow"/>
                          <a:ea typeface="Barlow"/>
                          <a:cs typeface="Barlow"/>
                          <a:sym typeface="Barlow"/>
                          <a:hlinkClick action="ppaction://hlinksldjump" r:id="rId3"/>
                        </a:rPr>
                        <a:t>Fonts</a:t>
                      </a:r>
                      <a:endParaRPr b="1" sz="1100" u="sng">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1600"/>
                        </a:spcAft>
                        <a:buNone/>
                      </a:pPr>
                      <a:r>
                        <a:rPr lang="en" sz="1000">
                          <a:solidFill>
                            <a:schemeClr val="dk1"/>
                          </a:solidFill>
                          <a:latin typeface="Barlow"/>
                          <a:ea typeface="Barlow"/>
                          <a:cs typeface="Barlow"/>
                          <a:sym typeface="Barlow"/>
                        </a:rPr>
                        <a:t>To view this template correctly in PowerPoint, download and install the fonts we used</a:t>
                      </a:r>
                      <a:endParaRPr sz="10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7875">
                <a:tc>
                  <a:txBody>
                    <a:bodyPr/>
                    <a:lstStyle/>
                    <a:p>
                      <a:pPr indent="0" lvl="0" marL="0" rtl="0" algn="l">
                        <a:lnSpc>
                          <a:spcPct val="115000"/>
                        </a:lnSpc>
                        <a:spcBef>
                          <a:spcPts val="0"/>
                        </a:spcBef>
                        <a:spcAft>
                          <a:spcPts val="0"/>
                        </a:spcAft>
                        <a:buNone/>
                      </a:pPr>
                      <a:r>
                        <a:rPr b="1" lang="en" sz="1100" u="sng">
                          <a:solidFill>
                            <a:schemeClr val="hlink"/>
                          </a:solidFill>
                          <a:latin typeface="Barlow"/>
                          <a:ea typeface="Barlow"/>
                          <a:cs typeface="Barlow"/>
                          <a:sym typeface="Barlow"/>
                          <a:hlinkClick action="ppaction://hlinksldjump" r:id="rId4"/>
                        </a:rPr>
                        <a:t>Used</a:t>
                      </a:r>
                      <a:r>
                        <a:rPr lang="en" sz="1100">
                          <a:solidFill>
                            <a:schemeClr val="hlink"/>
                          </a:solidFill>
                          <a:uFill>
                            <a:noFill/>
                          </a:uFill>
                          <a:latin typeface="Barlow"/>
                          <a:ea typeface="Barlow"/>
                          <a:cs typeface="Barlow"/>
                          <a:sym typeface="Barlow"/>
                          <a:hlinkClick action="ppaction://hlinksldjump" r:id="rId5"/>
                        </a:rPr>
                        <a:t> </a:t>
                      </a:r>
                      <a:r>
                        <a:rPr lang="en" sz="1100">
                          <a:solidFill>
                            <a:schemeClr val="dk1"/>
                          </a:solidFill>
                          <a:latin typeface="Barlow"/>
                          <a:ea typeface="Barlow"/>
                          <a:cs typeface="Barlow"/>
                          <a:sym typeface="Barlow"/>
                        </a:rPr>
                        <a:t>and </a:t>
                      </a:r>
                      <a:r>
                        <a:rPr b="1" lang="en" sz="1100" u="sng">
                          <a:solidFill>
                            <a:schemeClr val="hlink"/>
                          </a:solidFill>
                          <a:latin typeface="Barlow"/>
                          <a:ea typeface="Barlow"/>
                          <a:cs typeface="Barlow"/>
                          <a:sym typeface="Barlow"/>
                          <a:hlinkClick action="ppaction://hlinksldjump" r:id="rId6"/>
                        </a:rPr>
                        <a:t>alternative</a:t>
                      </a:r>
                      <a:r>
                        <a:rPr b="1" lang="en" sz="1100" u="sng">
                          <a:solidFill>
                            <a:schemeClr val="hlink"/>
                          </a:solidFill>
                          <a:latin typeface="Barlow"/>
                          <a:ea typeface="Barlow"/>
                          <a:cs typeface="Barlow"/>
                          <a:sym typeface="Barlow"/>
                          <a:hlinkClick action="ppaction://hlinksldjump" r:id="rId7"/>
                        </a:rPr>
                        <a:t> resources</a:t>
                      </a:r>
                      <a:endParaRPr b="1" sz="11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marR="0" rtl="0" algn="l">
                        <a:lnSpc>
                          <a:spcPct val="115000"/>
                        </a:lnSpc>
                        <a:spcBef>
                          <a:spcPts val="0"/>
                        </a:spcBef>
                        <a:spcAft>
                          <a:spcPts val="1600"/>
                        </a:spcAft>
                        <a:buNone/>
                      </a:pPr>
                      <a:r>
                        <a:rPr lang="en" sz="1000">
                          <a:solidFill>
                            <a:schemeClr val="dk1"/>
                          </a:solidFill>
                          <a:latin typeface="Barlow"/>
                          <a:ea typeface="Barlow"/>
                          <a:cs typeface="Barlow"/>
                          <a:sym typeface="Barlow"/>
                        </a:rPr>
                        <a:t>An assortment of graphic resources that are suitable for use in this presentation</a:t>
                      </a:r>
                      <a:endParaRPr sz="10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7875">
                <a:tc>
                  <a:txBody>
                    <a:bodyPr/>
                    <a:lstStyle/>
                    <a:p>
                      <a:pPr indent="0" lvl="0" marL="0" rtl="0" algn="l">
                        <a:lnSpc>
                          <a:spcPct val="115000"/>
                        </a:lnSpc>
                        <a:spcBef>
                          <a:spcPts val="0"/>
                        </a:spcBef>
                        <a:spcAft>
                          <a:spcPts val="0"/>
                        </a:spcAft>
                        <a:buNone/>
                      </a:pPr>
                      <a:r>
                        <a:rPr b="1" lang="en" sz="1100" u="sng">
                          <a:solidFill>
                            <a:schemeClr val="hlink"/>
                          </a:solidFill>
                          <a:latin typeface="Barlow"/>
                          <a:ea typeface="Barlow"/>
                          <a:cs typeface="Barlow"/>
                          <a:sym typeface="Barlow"/>
                          <a:hlinkClick action="ppaction://hlinksldjump" r:id="rId8"/>
                        </a:rPr>
                        <a:t>Thanks slide</a:t>
                      </a:r>
                      <a:endParaRPr b="1" sz="11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1600"/>
                        </a:spcAft>
                        <a:buNone/>
                      </a:pPr>
                      <a:r>
                        <a:rPr lang="en" sz="1000">
                          <a:solidFill>
                            <a:schemeClr val="dk1"/>
                          </a:solidFill>
                          <a:latin typeface="Barlow"/>
                          <a:ea typeface="Barlow"/>
                          <a:cs typeface="Barlow"/>
                          <a:sym typeface="Barlow"/>
                        </a:rPr>
                        <a:t>You must keep it so that proper credits for our design are given</a:t>
                      </a:r>
                      <a:endParaRPr sz="10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7875">
                <a:tc>
                  <a:txBody>
                    <a:bodyPr/>
                    <a:lstStyle/>
                    <a:p>
                      <a:pPr indent="0" lvl="0" marL="0" rtl="0" algn="l">
                        <a:lnSpc>
                          <a:spcPct val="115000"/>
                        </a:lnSpc>
                        <a:spcBef>
                          <a:spcPts val="0"/>
                        </a:spcBef>
                        <a:spcAft>
                          <a:spcPts val="0"/>
                        </a:spcAft>
                        <a:buNone/>
                      </a:pPr>
                      <a:r>
                        <a:rPr b="1" lang="en" sz="1100" u="sng">
                          <a:solidFill>
                            <a:schemeClr val="hlink"/>
                          </a:solidFill>
                          <a:latin typeface="Barlow"/>
                          <a:ea typeface="Barlow"/>
                          <a:cs typeface="Barlow"/>
                          <a:sym typeface="Barlow"/>
                          <a:hlinkClick action="ppaction://hlinksldjump" r:id="rId9"/>
                        </a:rPr>
                        <a:t>Colors</a:t>
                      </a:r>
                      <a:endParaRPr b="1" sz="11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1600"/>
                        </a:spcAft>
                        <a:buNone/>
                      </a:pPr>
                      <a:r>
                        <a:rPr lang="en" sz="1000">
                          <a:solidFill>
                            <a:schemeClr val="dk1"/>
                          </a:solidFill>
                          <a:latin typeface="Barlow"/>
                          <a:ea typeface="Barlow"/>
                          <a:cs typeface="Barlow"/>
                          <a:sym typeface="Barlow"/>
                        </a:rPr>
                        <a:t>All the colors used in this presentation</a:t>
                      </a:r>
                      <a:endParaRPr sz="10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7875">
                <a:tc>
                  <a:txBody>
                    <a:bodyPr/>
                    <a:lstStyle/>
                    <a:p>
                      <a:pPr indent="0" lvl="0" marL="0" rtl="0" algn="l">
                        <a:lnSpc>
                          <a:spcPct val="115000"/>
                        </a:lnSpc>
                        <a:spcBef>
                          <a:spcPts val="0"/>
                        </a:spcBef>
                        <a:spcAft>
                          <a:spcPts val="0"/>
                        </a:spcAft>
                        <a:buNone/>
                      </a:pPr>
                      <a:r>
                        <a:rPr b="1" lang="en" sz="1100" u="sng">
                          <a:solidFill>
                            <a:schemeClr val="hlink"/>
                          </a:solidFill>
                          <a:latin typeface="Barlow"/>
                          <a:ea typeface="Barlow"/>
                          <a:cs typeface="Barlow"/>
                          <a:sym typeface="Barlow"/>
                          <a:hlinkClick action="ppaction://hlinksldjump" r:id="rId10"/>
                        </a:rPr>
                        <a:t>Icons</a:t>
                      </a:r>
                      <a:r>
                        <a:rPr lang="en" sz="1100">
                          <a:solidFill>
                            <a:schemeClr val="dk1"/>
                          </a:solidFill>
                          <a:latin typeface="Barlow"/>
                          <a:ea typeface="Barlow"/>
                          <a:cs typeface="Barlow"/>
                          <a:sym typeface="Barlow"/>
                        </a:rPr>
                        <a:t> and </a:t>
                      </a:r>
                      <a:r>
                        <a:rPr b="1" lang="en" sz="1100" u="sng">
                          <a:solidFill>
                            <a:schemeClr val="hlink"/>
                          </a:solidFill>
                          <a:latin typeface="Barlow"/>
                          <a:ea typeface="Barlow"/>
                          <a:cs typeface="Barlow"/>
                          <a:sym typeface="Barlow"/>
                          <a:hlinkClick action="ppaction://hlinksldjump" r:id="rId11"/>
                        </a:rPr>
                        <a:t>infographic resources</a:t>
                      </a:r>
                      <a:endParaRPr b="1" sz="11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000">
                          <a:solidFill>
                            <a:schemeClr val="dk1"/>
                          </a:solidFill>
                          <a:latin typeface="Barlow"/>
                          <a:ea typeface="Barlow"/>
                          <a:cs typeface="Barlow"/>
                          <a:sym typeface="Barlow"/>
                        </a:rPr>
                        <a:t>These can be used in the template, and their size and color can be edited</a:t>
                      </a:r>
                      <a:endParaRPr sz="10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367875">
                <a:tc>
                  <a:txBody>
                    <a:bodyPr/>
                    <a:lstStyle/>
                    <a:p>
                      <a:pPr indent="0" lvl="0" marL="0" rtl="0" algn="l">
                        <a:lnSpc>
                          <a:spcPct val="115000"/>
                        </a:lnSpc>
                        <a:spcBef>
                          <a:spcPts val="0"/>
                        </a:spcBef>
                        <a:spcAft>
                          <a:spcPts val="0"/>
                        </a:spcAft>
                        <a:buNone/>
                      </a:pPr>
                      <a:r>
                        <a:rPr lang="en" sz="1100">
                          <a:solidFill>
                            <a:schemeClr val="dk1"/>
                          </a:solidFill>
                          <a:latin typeface="Barlow"/>
                          <a:ea typeface="Barlow"/>
                          <a:cs typeface="Barlow"/>
                          <a:sym typeface="Barlow"/>
                        </a:rPr>
                        <a:t>Editable presentation theme </a:t>
                      </a:r>
                      <a:endParaRPr sz="1100">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1600"/>
                        </a:spcAft>
                        <a:buNone/>
                      </a:pPr>
                      <a:r>
                        <a:rPr lang="en" sz="1000">
                          <a:solidFill>
                            <a:schemeClr val="dk1"/>
                          </a:solidFill>
                          <a:latin typeface="Barlow"/>
                          <a:ea typeface="Barlow"/>
                          <a:cs typeface="Barlow"/>
                          <a:sym typeface="Barlow"/>
                        </a:rPr>
                        <a:t>You can edit the master slides easily. For more info, click </a:t>
                      </a:r>
                      <a:r>
                        <a:rPr b="1" lang="en" sz="1000" u="sng">
                          <a:solidFill>
                            <a:schemeClr val="dk1"/>
                          </a:solidFill>
                          <a:latin typeface="Barlow"/>
                          <a:ea typeface="Barlow"/>
                          <a:cs typeface="Barlow"/>
                          <a:sym typeface="Barlow"/>
                          <a:hlinkClick r:id="rId12">
                            <a:extLst>
                              <a:ext uri="{A12FA001-AC4F-418D-AE19-62706E023703}">
                                <ahyp:hlinkClr val="tx"/>
                              </a:ext>
                            </a:extLst>
                          </a:hlinkClick>
                        </a:rPr>
                        <a:t>here</a:t>
                      </a:r>
                      <a:endParaRPr b="1" sz="1000" u="sng">
                        <a:solidFill>
                          <a:schemeClr val="dk1"/>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lt1"/>
                      </a:solidFill>
                      <a:prstDash val="solid"/>
                      <a:round/>
                      <a:headEnd len="sm" w="sm" type="none"/>
                      <a:tailEnd len="sm" w="sm" type="none"/>
                    </a:lnB>
                  </a:tcPr>
                </a:tc>
              </a:tr>
            </a:tbl>
          </a:graphicData>
        </a:graphic>
      </p:graphicFrame>
      <p:sp>
        <p:nvSpPr>
          <p:cNvPr id="1244" name="Google Shape;1244;p26"/>
          <p:cNvSpPr txBox="1"/>
          <p:nvPr/>
        </p:nvSpPr>
        <p:spPr>
          <a:xfrm>
            <a:off x="720000" y="4133675"/>
            <a:ext cx="20652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800">
                <a:solidFill>
                  <a:schemeClr val="dk1"/>
                </a:solidFill>
                <a:latin typeface="Barlow"/>
                <a:ea typeface="Barlow"/>
                <a:cs typeface="Barlow"/>
                <a:sym typeface="Barlow"/>
              </a:rPr>
              <a:t>For more info:</a:t>
            </a:r>
            <a:br>
              <a:rPr lang="en" sz="800">
                <a:solidFill>
                  <a:schemeClr val="dk1"/>
                </a:solidFill>
                <a:latin typeface="Barlow"/>
                <a:ea typeface="Barlow"/>
                <a:cs typeface="Barlow"/>
                <a:sym typeface="Barlow"/>
              </a:rPr>
            </a:br>
            <a:r>
              <a:rPr b="1" lang="en" sz="1000" u="sng">
                <a:solidFill>
                  <a:schemeClr val="dk1"/>
                </a:solidFill>
                <a:latin typeface="Barlow"/>
                <a:ea typeface="Barlow"/>
                <a:cs typeface="Barlow"/>
                <a:sym typeface="Barlow"/>
                <a:hlinkClick r:id="rId13">
                  <a:extLst>
                    <a:ext uri="{A12FA001-AC4F-418D-AE19-62706E023703}">
                      <ahyp:hlinkClr val="tx"/>
                    </a:ext>
                  </a:extLst>
                </a:hlinkClick>
              </a:rPr>
              <a:t>SLIDESGO</a:t>
            </a:r>
            <a:r>
              <a:rPr b="1" lang="en" sz="1000">
                <a:solidFill>
                  <a:schemeClr val="dk1"/>
                </a:solidFill>
                <a:uFill>
                  <a:noFill/>
                </a:uFill>
                <a:latin typeface="Barlow"/>
                <a:ea typeface="Barlow"/>
                <a:cs typeface="Barlow"/>
                <a:sym typeface="Barlow"/>
                <a:hlinkClick r:id="rId14">
                  <a:extLst>
                    <a:ext uri="{A12FA001-AC4F-418D-AE19-62706E023703}">
                      <ahyp:hlinkClr val="tx"/>
                    </a:ext>
                  </a:extLst>
                </a:hlinkClick>
              </a:rPr>
              <a:t> </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15">
                  <a:extLst>
                    <a:ext uri="{A12FA001-AC4F-418D-AE19-62706E023703}">
                      <ahyp:hlinkClr val="tx"/>
                    </a:ext>
                  </a:extLst>
                </a:hlinkClick>
              </a:rPr>
              <a:t>BLOG</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6">
                  <a:extLst>
                    <a:ext uri="{A12FA001-AC4F-418D-AE19-62706E023703}">
                      <ahyp:hlinkClr val="tx"/>
                    </a:ext>
                  </a:extLst>
                </a:hlinkClick>
              </a:rPr>
              <a:t>FAQ</a:t>
            </a:r>
            <a:r>
              <a:rPr b="1" lang="en" sz="1000" u="sng">
                <a:solidFill>
                  <a:schemeClr val="dk1"/>
                </a:solidFill>
                <a:latin typeface="Barlow"/>
                <a:ea typeface="Barlow"/>
                <a:cs typeface="Barlow"/>
                <a:sym typeface="Barlow"/>
              </a:rPr>
              <a:t>s</a:t>
            </a:r>
            <a:endParaRPr b="1" sz="1000" u="sng">
              <a:solidFill>
                <a:schemeClr val="dk1"/>
              </a:solidFill>
              <a:latin typeface="Barlow"/>
              <a:ea typeface="Barlow"/>
              <a:cs typeface="Barlow"/>
              <a:sym typeface="Barlow"/>
            </a:endParaRPr>
          </a:p>
        </p:txBody>
      </p:sp>
      <p:sp>
        <p:nvSpPr>
          <p:cNvPr id="1245" name="Google Shape;1245;p26"/>
          <p:cNvSpPr txBox="1"/>
          <p:nvPr/>
        </p:nvSpPr>
        <p:spPr>
          <a:xfrm>
            <a:off x="2785274" y="4133675"/>
            <a:ext cx="36633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800">
                <a:solidFill>
                  <a:schemeClr val="dk1"/>
                </a:solidFill>
                <a:latin typeface="Barlow"/>
                <a:ea typeface="Barlow"/>
                <a:cs typeface="Barlow"/>
                <a:sym typeface="Barlow"/>
              </a:rPr>
              <a:t>You can visit our sister </a:t>
            </a:r>
            <a:r>
              <a:rPr lang="en" sz="800">
                <a:solidFill>
                  <a:schemeClr val="dk1"/>
                </a:solidFill>
                <a:latin typeface="Barlow"/>
                <a:ea typeface="Barlow"/>
                <a:cs typeface="Barlow"/>
                <a:sym typeface="Barlow"/>
              </a:rPr>
              <a:t>projects</a:t>
            </a:r>
            <a:r>
              <a:rPr lang="en" sz="800">
                <a:solidFill>
                  <a:schemeClr val="dk1"/>
                </a:solidFill>
                <a:latin typeface="Barlow"/>
                <a:ea typeface="Barlow"/>
                <a:cs typeface="Barlow"/>
                <a:sym typeface="Barlow"/>
              </a:rPr>
              <a:t>:</a:t>
            </a:r>
            <a:br>
              <a:rPr lang="en" sz="800">
                <a:solidFill>
                  <a:schemeClr val="dk1"/>
                </a:solidFill>
                <a:latin typeface="Barlow"/>
                <a:ea typeface="Barlow"/>
                <a:cs typeface="Barlow"/>
                <a:sym typeface="Barlow"/>
              </a:rPr>
            </a:br>
            <a:r>
              <a:rPr b="1" lang="en" sz="1000" u="sng">
                <a:solidFill>
                  <a:schemeClr val="dk1"/>
                </a:solidFill>
                <a:latin typeface="Barlow"/>
                <a:ea typeface="Barlow"/>
                <a:cs typeface="Barlow"/>
                <a:sym typeface="Barlow"/>
                <a:hlinkClick r:id="rId17">
                  <a:extLst>
                    <a:ext uri="{A12FA001-AC4F-418D-AE19-62706E023703}">
                      <ahyp:hlinkClr val="tx"/>
                    </a:ext>
                  </a:extLst>
                </a:hlinkClick>
              </a:rPr>
              <a:t>FREEPIK</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8">
                  <a:extLst>
                    <a:ext uri="{A12FA001-AC4F-418D-AE19-62706E023703}">
                      <ahyp:hlinkClr val="tx"/>
                    </a:ext>
                  </a:extLst>
                </a:hlinkClick>
              </a:rPr>
              <a:t>FLATICON</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19">
                  <a:extLst>
                    <a:ext uri="{A12FA001-AC4F-418D-AE19-62706E023703}">
                      <ahyp:hlinkClr val="tx"/>
                    </a:ext>
                  </a:extLst>
                </a:hlinkClick>
              </a:rPr>
              <a:t>STORYSET</a:t>
            </a:r>
            <a:r>
              <a:rPr b="1" lang="en" sz="1000">
                <a:solidFill>
                  <a:schemeClr val="dk1"/>
                </a:solidFill>
                <a:latin typeface="Barlow"/>
                <a:ea typeface="Barlow"/>
                <a:cs typeface="Barlow"/>
                <a:sym typeface="Barlow"/>
              </a:rPr>
              <a:t> | </a:t>
            </a:r>
            <a:r>
              <a:rPr b="1" lang="en" sz="1000" u="sng">
                <a:solidFill>
                  <a:schemeClr val="dk1"/>
                </a:solidFill>
                <a:latin typeface="Barlow"/>
                <a:ea typeface="Barlow"/>
                <a:cs typeface="Barlow"/>
                <a:sym typeface="Barlow"/>
                <a:hlinkClick r:id="rId20">
                  <a:extLst>
                    <a:ext uri="{A12FA001-AC4F-418D-AE19-62706E023703}">
                      <ahyp:hlinkClr val="tx"/>
                    </a:ext>
                  </a:extLst>
                </a:hlinkClick>
              </a:rPr>
              <a:t>WEPIK</a:t>
            </a:r>
            <a:r>
              <a:rPr b="1" lang="en" sz="1000">
                <a:solidFill>
                  <a:schemeClr val="dk1"/>
                </a:solidFill>
                <a:uFill>
                  <a:noFill/>
                </a:uFill>
                <a:latin typeface="Barlow"/>
                <a:ea typeface="Barlow"/>
                <a:cs typeface="Barlow"/>
                <a:sym typeface="Barlow"/>
                <a:hlinkClick r:id="rId21">
                  <a:extLst>
                    <a:ext uri="{A12FA001-AC4F-418D-AE19-62706E023703}">
                      <ahyp:hlinkClr val="tx"/>
                    </a:ext>
                  </a:extLst>
                </a:hlinkClick>
              </a:rPr>
              <a:t> </a:t>
            </a:r>
            <a:r>
              <a:rPr b="1" lang="en" sz="1000">
                <a:solidFill>
                  <a:schemeClr val="dk1"/>
                </a:solidFill>
                <a:latin typeface="Barlow"/>
                <a:ea typeface="Barlow"/>
                <a:cs typeface="Barlow"/>
                <a:sym typeface="Barlow"/>
              </a:rPr>
              <a:t>| </a:t>
            </a:r>
            <a:r>
              <a:rPr b="1" lang="en" sz="1000" u="sng">
                <a:solidFill>
                  <a:schemeClr val="dk1"/>
                </a:solidFill>
                <a:latin typeface="Barlow"/>
                <a:ea typeface="Barlow"/>
                <a:cs typeface="Barlow"/>
                <a:sym typeface="Barlow"/>
                <a:hlinkClick r:id="rId22">
                  <a:extLst>
                    <a:ext uri="{A12FA001-AC4F-418D-AE19-62706E023703}">
                      <ahyp:hlinkClr val="tx"/>
                    </a:ext>
                  </a:extLst>
                </a:hlinkClick>
              </a:rPr>
              <a:t>VIDEVO</a:t>
            </a:r>
            <a:endParaRPr b="1" sz="1000" u="sng">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9" name="Shape 1249"/>
        <p:cNvGrpSpPr/>
        <p:nvPr/>
      </p:nvGrpSpPr>
      <p:grpSpPr>
        <a:xfrm>
          <a:off x="0" y="0"/>
          <a:ext cx="0" cy="0"/>
          <a:chOff x="0" y="0"/>
          <a:chExt cx="0" cy="0"/>
        </a:xfrm>
      </p:grpSpPr>
      <p:sp>
        <p:nvSpPr>
          <p:cNvPr id="1250" name="Google Shape;1250;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1251" name="Google Shape;1251;p27"/>
          <p:cNvSpPr txBox="1"/>
          <p:nvPr>
            <p:ph idx="3" type="subTitle"/>
          </p:nvPr>
        </p:nvSpPr>
        <p:spPr>
          <a:xfrm>
            <a:off x="4680089" y="1913959"/>
            <a:ext cx="3747300" cy="81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Analyzing health studies' impact on public well-being and preventive measures</a:t>
            </a:r>
            <a:endParaRPr sz="1600">
              <a:solidFill>
                <a:srgbClr val="666666"/>
              </a:solidFill>
            </a:endParaRPr>
          </a:p>
        </p:txBody>
      </p:sp>
      <p:sp>
        <p:nvSpPr>
          <p:cNvPr id="1252" name="Google Shape;1252;p27"/>
          <p:cNvSpPr txBox="1"/>
          <p:nvPr>
            <p:ph idx="1" type="subTitle"/>
          </p:nvPr>
        </p:nvSpPr>
        <p:spPr>
          <a:xfrm>
            <a:off x="716614" y="1913959"/>
            <a:ext cx="3747300" cy="81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Navigating the essential principles that form the bedrock of in-depth health studies</a:t>
            </a:r>
            <a:endParaRPr/>
          </a:p>
        </p:txBody>
      </p:sp>
      <p:sp>
        <p:nvSpPr>
          <p:cNvPr id="1253" name="Google Shape;1253;p27"/>
          <p:cNvSpPr txBox="1"/>
          <p:nvPr>
            <p:ph idx="2" type="subTitle"/>
          </p:nvPr>
        </p:nvSpPr>
        <p:spPr>
          <a:xfrm>
            <a:off x="716614" y="3789800"/>
            <a:ext cx="3747300" cy="81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Unveiling cutting-edge advancements and emerging trends in health</a:t>
            </a:r>
            <a:endParaRPr/>
          </a:p>
        </p:txBody>
      </p:sp>
      <p:sp>
        <p:nvSpPr>
          <p:cNvPr id="1254" name="Google Shape;1254;p27"/>
          <p:cNvSpPr txBox="1"/>
          <p:nvPr>
            <p:ph idx="4" type="subTitle"/>
          </p:nvPr>
        </p:nvSpPr>
        <p:spPr>
          <a:xfrm>
            <a:off x="4680089" y="3789800"/>
            <a:ext cx="3747300" cy="81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Examining real-world uses and case studies in health sciences</a:t>
            </a:r>
            <a:endParaRPr/>
          </a:p>
        </p:txBody>
      </p:sp>
      <p:sp>
        <p:nvSpPr>
          <p:cNvPr id="1255" name="Google Shape;1255;p27"/>
          <p:cNvSpPr txBox="1"/>
          <p:nvPr>
            <p:ph idx="6" type="title"/>
          </p:nvPr>
        </p:nvSpPr>
        <p:spPr>
          <a:xfrm>
            <a:off x="4682711" y="1109788"/>
            <a:ext cx="6711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256" name="Google Shape;1256;p27"/>
          <p:cNvSpPr txBox="1"/>
          <p:nvPr>
            <p:ph idx="7" type="title"/>
          </p:nvPr>
        </p:nvSpPr>
        <p:spPr>
          <a:xfrm>
            <a:off x="716622" y="2989836"/>
            <a:ext cx="6711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257" name="Google Shape;1257;p27"/>
          <p:cNvSpPr txBox="1"/>
          <p:nvPr>
            <p:ph idx="8" type="title"/>
          </p:nvPr>
        </p:nvSpPr>
        <p:spPr>
          <a:xfrm>
            <a:off x="4682717" y="2989838"/>
            <a:ext cx="6711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258" name="Google Shape;1258;p27"/>
          <p:cNvSpPr txBox="1"/>
          <p:nvPr>
            <p:ph idx="13" type="subTitle"/>
          </p:nvPr>
        </p:nvSpPr>
        <p:spPr>
          <a:xfrm>
            <a:off x="716614" y="3437450"/>
            <a:ext cx="3747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Cutting-edge research and trends</a:t>
            </a:r>
            <a:endParaRPr/>
          </a:p>
        </p:txBody>
      </p:sp>
      <p:sp>
        <p:nvSpPr>
          <p:cNvPr id="1259" name="Google Shape;1259;p27"/>
          <p:cNvSpPr txBox="1"/>
          <p:nvPr>
            <p:ph idx="5" type="title"/>
          </p:nvPr>
        </p:nvSpPr>
        <p:spPr>
          <a:xfrm>
            <a:off x="716611" y="1109788"/>
            <a:ext cx="6711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260" name="Google Shape;1260;p27"/>
          <p:cNvSpPr txBox="1"/>
          <p:nvPr>
            <p:ph idx="9" type="subTitle"/>
          </p:nvPr>
        </p:nvSpPr>
        <p:spPr>
          <a:xfrm>
            <a:off x="716614" y="1557400"/>
            <a:ext cx="3747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Foundations of health sciences</a:t>
            </a:r>
            <a:endParaRPr/>
          </a:p>
        </p:txBody>
      </p:sp>
      <p:sp>
        <p:nvSpPr>
          <p:cNvPr id="1261" name="Google Shape;1261;p27"/>
          <p:cNvSpPr txBox="1"/>
          <p:nvPr>
            <p:ph idx="14" type="subTitle"/>
          </p:nvPr>
        </p:nvSpPr>
        <p:spPr>
          <a:xfrm>
            <a:off x="4680089" y="1557400"/>
            <a:ext cx="3747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Public health insights</a:t>
            </a:r>
            <a:endParaRPr/>
          </a:p>
        </p:txBody>
      </p:sp>
      <p:sp>
        <p:nvSpPr>
          <p:cNvPr id="1262" name="Google Shape;1262;p27"/>
          <p:cNvSpPr txBox="1"/>
          <p:nvPr>
            <p:ph idx="15" type="subTitle"/>
          </p:nvPr>
        </p:nvSpPr>
        <p:spPr>
          <a:xfrm>
            <a:off x="4680089" y="3437447"/>
            <a:ext cx="37473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Practical applications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6" name="Shape 1266"/>
        <p:cNvGrpSpPr/>
        <p:nvPr/>
      </p:nvGrpSpPr>
      <p:grpSpPr>
        <a:xfrm>
          <a:off x="0" y="0"/>
          <a:ext cx="0" cy="0"/>
          <a:chOff x="0" y="0"/>
          <a:chExt cx="0" cy="0"/>
        </a:xfrm>
      </p:grpSpPr>
      <p:sp>
        <p:nvSpPr>
          <p:cNvPr id="1267" name="Google Shape;1267;p28"/>
          <p:cNvSpPr txBox="1"/>
          <p:nvPr>
            <p:ph type="title"/>
          </p:nvPr>
        </p:nvSpPr>
        <p:spPr>
          <a:xfrm>
            <a:off x="713225" y="1984425"/>
            <a:ext cx="6217800" cy="151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Foundations of health sciences</a:t>
            </a:r>
            <a:endParaRPr/>
          </a:p>
        </p:txBody>
      </p:sp>
      <p:sp>
        <p:nvSpPr>
          <p:cNvPr id="1268" name="Google Shape;1268;p28"/>
          <p:cNvSpPr txBox="1"/>
          <p:nvPr>
            <p:ph idx="2" type="title"/>
          </p:nvPr>
        </p:nvSpPr>
        <p:spPr>
          <a:xfrm>
            <a:off x="713225" y="917775"/>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269" name="Google Shape;1269;p28"/>
          <p:cNvSpPr txBox="1"/>
          <p:nvPr>
            <p:ph idx="1" type="subTitle"/>
          </p:nvPr>
        </p:nvSpPr>
        <p:spPr>
          <a:xfrm>
            <a:off x="713225" y="3495825"/>
            <a:ext cx="6217800" cy="72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he fundamental principles that lay the groundwork for the intricate field of health sciences</a:t>
            </a:r>
            <a:endParaRPr/>
          </a:p>
        </p:txBody>
      </p:sp>
      <p:grpSp>
        <p:nvGrpSpPr>
          <p:cNvPr id="1270" name="Google Shape;1270;p28"/>
          <p:cNvGrpSpPr/>
          <p:nvPr/>
        </p:nvGrpSpPr>
        <p:grpSpPr>
          <a:xfrm flipH="1" rot="10800000">
            <a:off x="7443391" y="-3"/>
            <a:ext cx="1066530" cy="1804555"/>
            <a:chOff x="1909325" y="3759025"/>
            <a:chExt cx="837085" cy="1416337"/>
          </a:xfrm>
        </p:grpSpPr>
        <p:sp>
          <p:nvSpPr>
            <p:cNvPr id="1271" name="Google Shape;1271;p28"/>
            <p:cNvSpPr/>
            <p:nvPr/>
          </p:nvSpPr>
          <p:spPr>
            <a:xfrm>
              <a:off x="2308442" y="4701671"/>
              <a:ext cx="38874" cy="473691"/>
            </a:xfrm>
            <a:custGeom>
              <a:rect b="b" l="l" r="r" t="t"/>
              <a:pathLst>
                <a:path extrusionOk="0" h="10857" w="891">
                  <a:moveTo>
                    <a:pt x="0" y="0"/>
                  </a:moveTo>
                  <a:lnTo>
                    <a:pt x="0" y="10856"/>
                  </a:lnTo>
                  <a:lnTo>
                    <a:pt x="890" y="10856"/>
                  </a:lnTo>
                  <a:lnTo>
                    <a:pt x="8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8"/>
            <p:cNvSpPr/>
            <p:nvPr/>
          </p:nvSpPr>
          <p:spPr>
            <a:xfrm>
              <a:off x="1909325" y="3794757"/>
              <a:ext cx="837085" cy="920942"/>
            </a:xfrm>
            <a:custGeom>
              <a:rect b="b" l="l" r="r" t="t"/>
              <a:pathLst>
                <a:path extrusionOk="0" h="21108" w="19186">
                  <a:moveTo>
                    <a:pt x="7582" y="0"/>
                  </a:moveTo>
                  <a:lnTo>
                    <a:pt x="6799" y="36"/>
                  </a:lnTo>
                  <a:lnTo>
                    <a:pt x="6016" y="178"/>
                  </a:lnTo>
                  <a:lnTo>
                    <a:pt x="5233" y="356"/>
                  </a:lnTo>
                  <a:lnTo>
                    <a:pt x="4521" y="605"/>
                  </a:lnTo>
                  <a:lnTo>
                    <a:pt x="3845" y="961"/>
                  </a:lnTo>
                  <a:lnTo>
                    <a:pt x="3169" y="1353"/>
                  </a:lnTo>
                  <a:lnTo>
                    <a:pt x="2563" y="1851"/>
                  </a:lnTo>
                  <a:lnTo>
                    <a:pt x="2030" y="2385"/>
                  </a:lnTo>
                  <a:lnTo>
                    <a:pt x="1496" y="2990"/>
                  </a:lnTo>
                  <a:lnTo>
                    <a:pt x="1069" y="3631"/>
                  </a:lnTo>
                  <a:lnTo>
                    <a:pt x="713" y="4307"/>
                  </a:lnTo>
                  <a:lnTo>
                    <a:pt x="428" y="5019"/>
                  </a:lnTo>
                  <a:lnTo>
                    <a:pt x="214" y="5767"/>
                  </a:lnTo>
                  <a:lnTo>
                    <a:pt x="72" y="6550"/>
                  </a:lnTo>
                  <a:lnTo>
                    <a:pt x="1" y="7333"/>
                  </a:lnTo>
                  <a:lnTo>
                    <a:pt x="36" y="8116"/>
                  </a:lnTo>
                  <a:lnTo>
                    <a:pt x="107" y="9112"/>
                  </a:lnTo>
                  <a:lnTo>
                    <a:pt x="214" y="10038"/>
                  </a:lnTo>
                  <a:lnTo>
                    <a:pt x="321" y="10928"/>
                  </a:lnTo>
                  <a:lnTo>
                    <a:pt x="499" y="11782"/>
                  </a:lnTo>
                  <a:lnTo>
                    <a:pt x="641" y="12565"/>
                  </a:lnTo>
                  <a:lnTo>
                    <a:pt x="855" y="13313"/>
                  </a:lnTo>
                  <a:lnTo>
                    <a:pt x="1069" y="14024"/>
                  </a:lnTo>
                  <a:lnTo>
                    <a:pt x="1282" y="14701"/>
                  </a:lnTo>
                  <a:lnTo>
                    <a:pt x="1531" y="15306"/>
                  </a:lnTo>
                  <a:lnTo>
                    <a:pt x="1780" y="15911"/>
                  </a:lnTo>
                  <a:lnTo>
                    <a:pt x="2065" y="16445"/>
                  </a:lnTo>
                  <a:lnTo>
                    <a:pt x="2350" y="16943"/>
                  </a:lnTo>
                  <a:lnTo>
                    <a:pt x="2635" y="17441"/>
                  </a:lnTo>
                  <a:lnTo>
                    <a:pt x="2955" y="17869"/>
                  </a:lnTo>
                  <a:lnTo>
                    <a:pt x="3275" y="18260"/>
                  </a:lnTo>
                  <a:lnTo>
                    <a:pt x="3596" y="18652"/>
                  </a:lnTo>
                  <a:lnTo>
                    <a:pt x="3952" y="18972"/>
                  </a:lnTo>
                  <a:lnTo>
                    <a:pt x="4308" y="19292"/>
                  </a:lnTo>
                  <a:lnTo>
                    <a:pt x="4664" y="19577"/>
                  </a:lnTo>
                  <a:lnTo>
                    <a:pt x="5019" y="19826"/>
                  </a:lnTo>
                  <a:lnTo>
                    <a:pt x="5411" y="20075"/>
                  </a:lnTo>
                  <a:lnTo>
                    <a:pt x="5767" y="20253"/>
                  </a:lnTo>
                  <a:lnTo>
                    <a:pt x="6158" y="20431"/>
                  </a:lnTo>
                  <a:lnTo>
                    <a:pt x="6550" y="20609"/>
                  </a:lnTo>
                  <a:lnTo>
                    <a:pt x="7298" y="20823"/>
                  </a:lnTo>
                  <a:lnTo>
                    <a:pt x="8081" y="21001"/>
                  </a:lnTo>
                  <a:lnTo>
                    <a:pt x="8864" y="21072"/>
                  </a:lnTo>
                  <a:lnTo>
                    <a:pt x="9611" y="21108"/>
                  </a:lnTo>
                  <a:lnTo>
                    <a:pt x="10359" y="21072"/>
                  </a:lnTo>
                  <a:lnTo>
                    <a:pt x="11106" y="21001"/>
                  </a:lnTo>
                  <a:lnTo>
                    <a:pt x="11889" y="20823"/>
                  </a:lnTo>
                  <a:lnTo>
                    <a:pt x="12672" y="20609"/>
                  </a:lnTo>
                  <a:lnTo>
                    <a:pt x="13028" y="20431"/>
                  </a:lnTo>
                  <a:lnTo>
                    <a:pt x="13420" y="20253"/>
                  </a:lnTo>
                  <a:lnTo>
                    <a:pt x="13811" y="20075"/>
                  </a:lnTo>
                  <a:lnTo>
                    <a:pt x="14167" y="19826"/>
                  </a:lnTo>
                  <a:lnTo>
                    <a:pt x="14523" y="19577"/>
                  </a:lnTo>
                  <a:lnTo>
                    <a:pt x="14879" y="19292"/>
                  </a:lnTo>
                  <a:lnTo>
                    <a:pt x="15235" y="18972"/>
                  </a:lnTo>
                  <a:lnTo>
                    <a:pt x="15591" y="18652"/>
                  </a:lnTo>
                  <a:lnTo>
                    <a:pt x="15911" y="18260"/>
                  </a:lnTo>
                  <a:lnTo>
                    <a:pt x="16232" y="17869"/>
                  </a:lnTo>
                  <a:lnTo>
                    <a:pt x="16552" y="17441"/>
                  </a:lnTo>
                  <a:lnTo>
                    <a:pt x="16872" y="16943"/>
                  </a:lnTo>
                  <a:lnTo>
                    <a:pt x="17157" y="16445"/>
                  </a:lnTo>
                  <a:lnTo>
                    <a:pt x="17406" y="15911"/>
                  </a:lnTo>
                  <a:lnTo>
                    <a:pt x="17691" y="15306"/>
                  </a:lnTo>
                  <a:lnTo>
                    <a:pt x="17905" y="14701"/>
                  </a:lnTo>
                  <a:lnTo>
                    <a:pt x="18154" y="14024"/>
                  </a:lnTo>
                  <a:lnTo>
                    <a:pt x="18332" y="13313"/>
                  </a:lnTo>
                  <a:lnTo>
                    <a:pt x="18545" y="12565"/>
                  </a:lnTo>
                  <a:lnTo>
                    <a:pt x="18723" y="11782"/>
                  </a:lnTo>
                  <a:lnTo>
                    <a:pt x="18866" y="10928"/>
                  </a:lnTo>
                  <a:lnTo>
                    <a:pt x="18972" y="10038"/>
                  </a:lnTo>
                  <a:lnTo>
                    <a:pt x="19079" y="9112"/>
                  </a:lnTo>
                  <a:lnTo>
                    <a:pt x="19186" y="8116"/>
                  </a:lnTo>
                  <a:lnTo>
                    <a:pt x="19186" y="7333"/>
                  </a:lnTo>
                  <a:lnTo>
                    <a:pt x="19115" y="6550"/>
                  </a:lnTo>
                  <a:lnTo>
                    <a:pt x="18972" y="5767"/>
                  </a:lnTo>
                  <a:lnTo>
                    <a:pt x="18759" y="5019"/>
                  </a:lnTo>
                  <a:lnTo>
                    <a:pt x="18474" y="4307"/>
                  </a:lnTo>
                  <a:lnTo>
                    <a:pt x="18118" y="3631"/>
                  </a:lnTo>
                  <a:lnTo>
                    <a:pt x="17691" y="2990"/>
                  </a:lnTo>
                  <a:lnTo>
                    <a:pt x="17193" y="2385"/>
                  </a:lnTo>
                  <a:lnTo>
                    <a:pt x="16623" y="1851"/>
                  </a:lnTo>
                  <a:lnTo>
                    <a:pt x="16018" y="1353"/>
                  </a:lnTo>
                  <a:lnTo>
                    <a:pt x="15377" y="961"/>
                  </a:lnTo>
                  <a:lnTo>
                    <a:pt x="14666" y="605"/>
                  </a:lnTo>
                  <a:lnTo>
                    <a:pt x="13954" y="356"/>
                  </a:lnTo>
                  <a:lnTo>
                    <a:pt x="13206" y="178"/>
                  </a:lnTo>
                  <a:lnTo>
                    <a:pt x="12423" y="36"/>
                  </a:lnTo>
                  <a:lnTo>
                    <a:pt x="11604" y="0"/>
                  </a:lnTo>
                  <a:lnTo>
                    <a:pt x="11604" y="641"/>
                  </a:lnTo>
                  <a:lnTo>
                    <a:pt x="12352" y="677"/>
                  </a:lnTo>
                  <a:lnTo>
                    <a:pt x="13064" y="783"/>
                  </a:lnTo>
                  <a:lnTo>
                    <a:pt x="13740" y="961"/>
                  </a:lnTo>
                  <a:lnTo>
                    <a:pt x="14416" y="1210"/>
                  </a:lnTo>
                  <a:lnTo>
                    <a:pt x="15057" y="1531"/>
                  </a:lnTo>
                  <a:lnTo>
                    <a:pt x="15627" y="1887"/>
                  </a:lnTo>
                  <a:lnTo>
                    <a:pt x="16196" y="2314"/>
                  </a:lnTo>
                  <a:lnTo>
                    <a:pt x="16694" y="2812"/>
                  </a:lnTo>
                  <a:lnTo>
                    <a:pt x="17157" y="3382"/>
                  </a:lnTo>
                  <a:lnTo>
                    <a:pt x="17584" y="3951"/>
                  </a:lnTo>
                  <a:lnTo>
                    <a:pt x="17905" y="4592"/>
                  </a:lnTo>
                  <a:lnTo>
                    <a:pt x="18154" y="5233"/>
                  </a:lnTo>
                  <a:lnTo>
                    <a:pt x="18367" y="5909"/>
                  </a:lnTo>
                  <a:lnTo>
                    <a:pt x="18474" y="6621"/>
                  </a:lnTo>
                  <a:lnTo>
                    <a:pt x="18545" y="7333"/>
                  </a:lnTo>
                  <a:lnTo>
                    <a:pt x="18545" y="8080"/>
                  </a:lnTo>
                  <a:lnTo>
                    <a:pt x="18438" y="9148"/>
                  </a:lnTo>
                  <a:lnTo>
                    <a:pt x="18296" y="10251"/>
                  </a:lnTo>
                  <a:lnTo>
                    <a:pt x="18118" y="11319"/>
                  </a:lnTo>
                  <a:lnTo>
                    <a:pt x="17905" y="12387"/>
                  </a:lnTo>
                  <a:lnTo>
                    <a:pt x="17620" y="13455"/>
                  </a:lnTo>
                  <a:lnTo>
                    <a:pt x="17299" y="14487"/>
                  </a:lnTo>
                  <a:lnTo>
                    <a:pt x="16872" y="15484"/>
                  </a:lnTo>
                  <a:lnTo>
                    <a:pt x="16659" y="15946"/>
                  </a:lnTo>
                  <a:lnTo>
                    <a:pt x="16410" y="16409"/>
                  </a:lnTo>
                  <a:lnTo>
                    <a:pt x="16160" y="16836"/>
                  </a:lnTo>
                  <a:lnTo>
                    <a:pt x="15876" y="17263"/>
                  </a:lnTo>
                  <a:lnTo>
                    <a:pt x="15555" y="17655"/>
                  </a:lnTo>
                  <a:lnTo>
                    <a:pt x="15235" y="18047"/>
                  </a:lnTo>
                  <a:lnTo>
                    <a:pt x="14915" y="18402"/>
                  </a:lnTo>
                  <a:lnTo>
                    <a:pt x="14559" y="18723"/>
                  </a:lnTo>
                  <a:lnTo>
                    <a:pt x="14167" y="19043"/>
                  </a:lnTo>
                  <a:lnTo>
                    <a:pt x="13740" y="19328"/>
                  </a:lnTo>
                  <a:lnTo>
                    <a:pt x="13313" y="19577"/>
                  </a:lnTo>
                  <a:lnTo>
                    <a:pt x="12850" y="19826"/>
                  </a:lnTo>
                  <a:lnTo>
                    <a:pt x="12387" y="20004"/>
                  </a:lnTo>
                  <a:lnTo>
                    <a:pt x="11889" y="20182"/>
                  </a:lnTo>
                  <a:lnTo>
                    <a:pt x="11355" y="20289"/>
                  </a:lnTo>
                  <a:lnTo>
                    <a:pt x="10786" y="20396"/>
                  </a:lnTo>
                  <a:lnTo>
                    <a:pt x="10216" y="20431"/>
                  </a:lnTo>
                  <a:lnTo>
                    <a:pt x="9611" y="20467"/>
                  </a:lnTo>
                  <a:lnTo>
                    <a:pt x="8970" y="20431"/>
                  </a:lnTo>
                  <a:lnTo>
                    <a:pt x="8401" y="20396"/>
                  </a:lnTo>
                  <a:lnTo>
                    <a:pt x="7831" y="20289"/>
                  </a:lnTo>
                  <a:lnTo>
                    <a:pt x="7333" y="20182"/>
                  </a:lnTo>
                  <a:lnTo>
                    <a:pt x="6799" y="20004"/>
                  </a:lnTo>
                  <a:lnTo>
                    <a:pt x="6336" y="19826"/>
                  </a:lnTo>
                  <a:lnTo>
                    <a:pt x="5874" y="19577"/>
                  </a:lnTo>
                  <a:lnTo>
                    <a:pt x="5447" y="19328"/>
                  </a:lnTo>
                  <a:lnTo>
                    <a:pt x="5019" y="19043"/>
                  </a:lnTo>
                  <a:lnTo>
                    <a:pt x="4664" y="18723"/>
                  </a:lnTo>
                  <a:lnTo>
                    <a:pt x="4272" y="18402"/>
                  </a:lnTo>
                  <a:lnTo>
                    <a:pt x="3952" y="18047"/>
                  </a:lnTo>
                  <a:lnTo>
                    <a:pt x="3631" y="17655"/>
                  </a:lnTo>
                  <a:lnTo>
                    <a:pt x="3311" y="17263"/>
                  </a:lnTo>
                  <a:lnTo>
                    <a:pt x="3026" y="16836"/>
                  </a:lnTo>
                  <a:lnTo>
                    <a:pt x="2777" y="16409"/>
                  </a:lnTo>
                  <a:lnTo>
                    <a:pt x="2528" y="15946"/>
                  </a:lnTo>
                  <a:lnTo>
                    <a:pt x="2314" y="15484"/>
                  </a:lnTo>
                  <a:lnTo>
                    <a:pt x="1923" y="14487"/>
                  </a:lnTo>
                  <a:lnTo>
                    <a:pt x="1567" y="13455"/>
                  </a:lnTo>
                  <a:lnTo>
                    <a:pt x="1282" y="12387"/>
                  </a:lnTo>
                  <a:lnTo>
                    <a:pt x="1069" y="11319"/>
                  </a:lnTo>
                  <a:lnTo>
                    <a:pt x="891" y="10251"/>
                  </a:lnTo>
                  <a:lnTo>
                    <a:pt x="748" y="9148"/>
                  </a:lnTo>
                  <a:lnTo>
                    <a:pt x="677" y="8080"/>
                  </a:lnTo>
                  <a:lnTo>
                    <a:pt x="641" y="7333"/>
                  </a:lnTo>
                  <a:lnTo>
                    <a:pt x="713" y="6621"/>
                  </a:lnTo>
                  <a:lnTo>
                    <a:pt x="819" y="5909"/>
                  </a:lnTo>
                  <a:lnTo>
                    <a:pt x="1033" y="5233"/>
                  </a:lnTo>
                  <a:lnTo>
                    <a:pt x="1282" y="4592"/>
                  </a:lnTo>
                  <a:lnTo>
                    <a:pt x="1638" y="3951"/>
                  </a:lnTo>
                  <a:lnTo>
                    <a:pt x="2030" y="3382"/>
                  </a:lnTo>
                  <a:lnTo>
                    <a:pt x="2492" y="2812"/>
                  </a:lnTo>
                  <a:lnTo>
                    <a:pt x="2991" y="2314"/>
                  </a:lnTo>
                  <a:lnTo>
                    <a:pt x="3560" y="1887"/>
                  </a:lnTo>
                  <a:lnTo>
                    <a:pt x="4165" y="1531"/>
                  </a:lnTo>
                  <a:lnTo>
                    <a:pt x="4770" y="1210"/>
                  </a:lnTo>
                  <a:lnTo>
                    <a:pt x="5447" y="961"/>
                  </a:lnTo>
                  <a:lnTo>
                    <a:pt x="6123" y="783"/>
                  </a:lnTo>
                  <a:lnTo>
                    <a:pt x="6835" y="677"/>
                  </a:lnTo>
                  <a:lnTo>
                    <a:pt x="7582" y="641"/>
                  </a:lnTo>
                  <a:lnTo>
                    <a:pt x="75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8"/>
            <p:cNvSpPr/>
            <p:nvPr/>
          </p:nvSpPr>
          <p:spPr>
            <a:xfrm>
              <a:off x="2187328" y="3777655"/>
              <a:ext cx="59031" cy="63743"/>
            </a:xfrm>
            <a:custGeom>
              <a:rect b="b" l="l" r="r" t="t"/>
              <a:pathLst>
                <a:path extrusionOk="0" h="1461" w="1353">
                  <a:moveTo>
                    <a:pt x="356" y="1"/>
                  </a:moveTo>
                  <a:lnTo>
                    <a:pt x="214" y="36"/>
                  </a:lnTo>
                  <a:lnTo>
                    <a:pt x="71" y="108"/>
                  </a:lnTo>
                  <a:lnTo>
                    <a:pt x="0" y="214"/>
                  </a:lnTo>
                  <a:lnTo>
                    <a:pt x="0" y="357"/>
                  </a:lnTo>
                  <a:lnTo>
                    <a:pt x="0" y="1104"/>
                  </a:lnTo>
                  <a:lnTo>
                    <a:pt x="0" y="1247"/>
                  </a:lnTo>
                  <a:lnTo>
                    <a:pt x="71" y="1353"/>
                  </a:lnTo>
                  <a:lnTo>
                    <a:pt x="214" y="1425"/>
                  </a:lnTo>
                  <a:lnTo>
                    <a:pt x="356" y="1460"/>
                  </a:lnTo>
                  <a:lnTo>
                    <a:pt x="997" y="1460"/>
                  </a:lnTo>
                  <a:lnTo>
                    <a:pt x="1139" y="1425"/>
                  </a:lnTo>
                  <a:lnTo>
                    <a:pt x="1246" y="1353"/>
                  </a:lnTo>
                  <a:lnTo>
                    <a:pt x="1317" y="1247"/>
                  </a:lnTo>
                  <a:lnTo>
                    <a:pt x="1353" y="1104"/>
                  </a:lnTo>
                  <a:lnTo>
                    <a:pt x="1353" y="357"/>
                  </a:lnTo>
                  <a:lnTo>
                    <a:pt x="1317" y="214"/>
                  </a:lnTo>
                  <a:lnTo>
                    <a:pt x="1246" y="108"/>
                  </a:lnTo>
                  <a:lnTo>
                    <a:pt x="1139" y="36"/>
                  </a:lnTo>
                  <a:lnTo>
                    <a:pt x="9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8"/>
            <p:cNvSpPr/>
            <p:nvPr/>
          </p:nvSpPr>
          <p:spPr>
            <a:xfrm>
              <a:off x="2226114" y="3759025"/>
              <a:ext cx="59075" cy="99433"/>
            </a:xfrm>
            <a:custGeom>
              <a:rect b="b" l="l" r="r" t="t"/>
              <a:pathLst>
                <a:path extrusionOk="0" h="2279" w="1354">
                  <a:moveTo>
                    <a:pt x="428" y="1"/>
                  </a:moveTo>
                  <a:lnTo>
                    <a:pt x="250" y="36"/>
                  </a:lnTo>
                  <a:lnTo>
                    <a:pt x="108" y="143"/>
                  </a:lnTo>
                  <a:lnTo>
                    <a:pt x="37" y="285"/>
                  </a:lnTo>
                  <a:lnTo>
                    <a:pt x="1" y="428"/>
                  </a:lnTo>
                  <a:lnTo>
                    <a:pt x="1" y="1852"/>
                  </a:lnTo>
                  <a:lnTo>
                    <a:pt x="37" y="2029"/>
                  </a:lnTo>
                  <a:lnTo>
                    <a:pt x="108" y="2172"/>
                  </a:lnTo>
                  <a:lnTo>
                    <a:pt x="250" y="2243"/>
                  </a:lnTo>
                  <a:lnTo>
                    <a:pt x="428" y="2279"/>
                  </a:lnTo>
                  <a:lnTo>
                    <a:pt x="926" y="2279"/>
                  </a:lnTo>
                  <a:lnTo>
                    <a:pt x="1104" y="2243"/>
                  </a:lnTo>
                  <a:lnTo>
                    <a:pt x="1247" y="2172"/>
                  </a:lnTo>
                  <a:lnTo>
                    <a:pt x="1318" y="2029"/>
                  </a:lnTo>
                  <a:lnTo>
                    <a:pt x="1353" y="1852"/>
                  </a:lnTo>
                  <a:lnTo>
                    <a:pt x="1353" y="428"/>
                  </a:lnTo>
                  <a:lnTo>
                    <a:pt x="1318" y="285"/>
                  </a:lnTo>
                  <a:lnTo>
                    <a:pt x="1247" y="143"/>
                  </a:lnTo>
                  <a:lnTo>
                    <a:pt x="1104" y="36"/>
                  </a:lnTo>
                  <a:lnTo>
                    <a:pt x="9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8"/>
            <p:cNvSpPr/>
            <p:nvPr/>
          </p:nvSpPr>
          <p:spPr>
            <a:xfrm>
              <a:off x="2409399" y="3777655"/>
              <a:ext cx="60602" cy="63743"/>
            </a:xfrm>
            <a:custGeom>
              <a:rect b="b" l="l" r="r" t="t"/>
              <a:pathLst>
                <a:path extrusionOk="0" h="1461" w="1389">
                  <a:moveTo>
                    <a:pt x="356" y="1"/>
                  </a:moveTo>
                  <a:lnTo>
                    <a:pt x="214" y="36"/>
                  </a:lnTo>
                  <a:lnTo>
                    <a:pt x="107" y="108"/>
                  </a:lnTo>
                  <a:lnTo>
                    <a:pt x="36" y="214"/>
                  </a:lnTo>
                  <a:lnTo>
                    <a:pt x="0" y="357"/>
                  </a:lnTo>
                  <a:lnTo>
                    <a:pt x="0" y="1104"/>
                  </a:lnTo>
                  <a:lnTo>
                    <a:pt x="36" y="1247"/>
                  </a:lnTo>
                  <a:lnTo>
                    <a:pt x="107" y="1353"/>
                  </a:lnTo>
                  <a:lnTo>
                    <a:pt x="214" y="1425"/>
                  </a:lnTo>
                  <a:lnTo>
                    <a:pt x="356" y="1460"/>
                  </a:lnTo>
                  <a:lnTo>
                    <a:pt x="1032" y="1460"/>
                  </a:lnTo>
                  <a:lnTo>
                    <a:pt x="1175" y="1425"/>
                  </a:lnTo>
                  <a:lnTo>
                    <a:pt x="1281" y="1353"/>
                  </a:lnTo>
                  <a:lnTo>
                    <a:pt x="1353" y="1247"/>
                  </a:lnTo>
                  <a:lnTo>
                    <a:pt x="1388" y="1104"/>
                  </a:lnTo>
                  <a:lnTo>
                    <a:pt x="1388" y="357"/>
                  </a:lnTo>
                  <a:lnTo>
                    <a:pt x="1353" y="214"/>
                  </a:lnTo>
                  <a:lnTo>
                    <a:pt x="1281" y="108"/>
                  </a:lnTo>
                  <a:lnTo>
                    <a:pt x="1175" y="36"/>
                  </a:lnTo>
                  <a:lnTo>
                    <a:pt x="10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8"/>
            <p:cNvSpPr/>
            <p:nvPr/>
          </p:nvSpPr>
          <p:spPr>
            <a:xfrm>
              <a:off x="2370570" y="3759025"/>
              <a:ext cx="60602" cy="99433"/>
            </a:xfrm>
            <a:custGeom>
              <a:rect b="b" l="l" r="r" t="t"/>
              <a:pathLst>
                <a:path extrusionOk="0" h="2279" w="1389">
                  <a:moveTo>
                    <a:pt x="427" y="1"/>
                  </a:moveTo>
                  <a:lnTo>
                    <a:pt x="249" y="36"/>
                  </a:lnTo>
                  <a:lnTo>
                    <a:pt x="143" y="143"/>
                  </a:lnTo>
                  <a:lnTo>
                    <a:pt x="36" y="285"/>
                  </a:lnTo>
                  <a:lnTo>
                    <a:pt x="0" y="428"/>
                  </a:lnTo>
                  <a:lnTo>
                    <a:pt x="0" y="1852"/>
                  </a:lnTo>
                  <a:lnTo>
                    <a:pt x="36" y="2029"/>
                  </a:lnTo>
                  <a:lnTo>
                    <a:pt x="143" y="2172"/>
                  </a:lnTo>
                  <a:lnTo>
                    <a:pt x="249" y="2243"/>
                  </a:lnTo>
                  <a:lnTo>
                    <a:pt x="427" y="2279"/>
                  </a:lnTo>
                  <a:lnTo>
                    <a:pt x="961" y="2279"/>
                  </a:lnTo>
                  <a:lnTo>
                    <a:pt x="1104" y="2243"/>
                  </a:lnTo>
                  <a:lnTo>
                    <a:pt x="1246" y="2172"/>
                  </a:lnTo>
                  <a:lnTo>
                    <a:pt x="1353" y="2029"/>
                  </a:lnTo>
                  <a:lnTo>
                    <a:pt x="1388" y="1852"/>
                  </a:lnTo>
                  <a:lnTo>
                    <a:pt x="1388" y="428"/>
                  </a:lnTo>
                  <a:lnTo>
                    <a:pt x="1353" y="285"/>
                  </a:lnTo>
                  <a:lnTo>
                    <a:pt x="1246" y="143"/>
                  </a:lnTo>
                  <a:lnTo>
                    <a:pt x="1104" y="36"/>
                  </a:lnTo>
                  <a:lnTo>
                    <a:pt x="9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8"/>
            <p:cNvSpPr/>
            <p:nvPr/>
          </p:nvSpPr>
          <p:spPr>
            <a:xfrm>
              <a:off x="1934193" y="4356915"/>
              <a:ext cx="788961" cy="374302"/>
            </a:xfrm>
            <a:custGeom>
              <a:rect b="b" l="l" r="r" t="t"/>
              <a:pathLst>
                <a:path extrusionOk="0" h="8579" w="18083">
                  <a:moveTo>
                    <a:pt x="854" y="0"/>
                  </a:moveTo>
                  <a:lnTo>
                    <a:pt x="249" y="178"/>
                  </a:lnTo>
                  <a:lnTo>
                    <a:pt x="107" y="214"/>
                  </a:lnTo>
                  <a:lnTo>
                    <a:pt x="36" y="321"/>
                  </a:lnTo>
                  <a:lnTo>
                    <a:pt x="0" y="463"/>
                  </a:lnTo>
                  <a:lnTo>
                    <a:pt x="0" y="605"/>
                  </a:lnTo>
                  <a:lnTo>
                    <a:pt x="285" y="1531"/>
                  </a:lnTo>
                  <a:lnTo>
                    <a:pt x="605" y="2421"/>
                  </a:lnTo>
                  <a:lnTo>
                    <a:pt x="997" y="3275"/>
                  </a:lnTo>
                  <a:lnTo>
                    <a:pt x="1388" y="4023"/>
                  </a:lnTo>
                  <a:lnTo>
                    <a:pt x="1851" y="4770"/>
                  </a:lnTo>
                  <a:lnTo>
                    <a:pt x="2314" y="5411"/>
                  </a:lnTo>
                  <a:lnTo>
                    <a:pt x="2848" y="6016"/>
                  </a:lnTo>
                  <a:lnTo>
                    <a:pt x="3382" y="6550"/>
                  </a:lnTo>
                  <a:lnTo>
                    <a:pt x="3987" y="7012"/>
                  </a:lnTo>
                  <a:lnTo>
                    <a:pt x="4592" y="7404"/>
                  </a:lnTo>
                  <a:lnTo>
                    <a:pt x="5233" y="7760"/>
                  </a:lnTo>
                  <a:lnTo>
                    <a:pt x="5944" y="8045"/>
                  </a:lnTo>
                  <a:lnTo>
                    <a:pt x="6656" y="8258"/>
                  </a:lnTo>
                  <a:lnTo>
                    <a:pt x="7404" y="8436"/>
                  </a:lnTo>
                  <a:lnTo>
                    <a:pt x="8222" y="8543"/>
                  </a:lnTo>
                  <a:lnTo>
                    <a:pt x="9041" y="8579"/>
                  </a:lnTo>
                  <a:lnTo>
                    <a:pt x="9860" y="8543"/>
                  </a:lnTo>
                  <a:lnTo>
                    <a:pt x="10643" y="8436"/>
                  </a:lnTo>
                  <a:lnTo>
                    <a:pt x="11390" y="8258"/>
                  </a:lnTo>
                  <a:lnTo>
                    <a:pt x="12102" y="8045"/>
                  </a:lnTo>
                  <a:lnTo>
                    <a:pt x="12814" y="7760"/>
                  </a:lnTo>
                  <a:lnTo>
                    <a:pt x="13455" y="7404"/>
                  </a:lnTo>
                  <a:lnTo>
                    <a:pt x="14096" y="7012"/>
                  </a:lnTo>
                  <a:lnTo>
                    <a:pt x="14665" y="6550"/>
                  </a:lnTo>
                  <a:lnTo>
                    <a:pt x="15235" y="6016"/>
                  </a:lnTo>
                  <a:lnTo>
                    <a:pt x="15733" y="5411"/>
                  </a:lnTo>
                  <a:lnTo>
                    <a:pt x="16231" y="4770"/>
                  </a:lnTo>
                  <a:lnTo>
                    <a:pt x="16658" y="4023"/>
                  </a:lnTo>
                  <a:lnTo>
                    <a:pt x="17085" y="3275"/>
                  </a:lnTo>
                  <a:lnTo>
                    <a:pt x="17441" y="2421"/>
                  </a:lnTo>
                  <a:lnTo>
                    <a:pt x="17762" y="1531"/>
                  </a:lnTo>
                  <a:lnTo>
                    <a:pt x="18046" y="605"/>
                  </a:lnTo>
                  <a:lnTo>
                    <a:pt x="18082" y="463"/>
                  </a:lnTo>
                  <a:lnTo>
                    <a:pt x="18046" y="321"/>
                  </a:lnTo>
                  <a:lnTo>
                    <a:pt x="17940" y="214"/>
                  </a:lnTo>
                  <a:lnTo>
                    <a:pt x="17833" y="178"/>
                  </a:lnTo>
                  <a:lnTo>
                    <a:pt x="17192" y="0"/>
                  </a:lnTo>
                  <a:lnTo>
                    <a:pt x="17085" y="0"/>
                  </a:lnTo>
                  <a:lnTo>
                    <a:pt x="16943" y="36"/>
                  </a:lnTo>
                  <a:lnTo>
                    <a:pt x="16836" y="143"/>
                  </a:lnTo>
                  <a:lnTo>
                    <a:pt x="16801" y="250"/>
                  </a:lnTo>
                  <a:lnTo>
                    <a:pt x="16552" y="1104"/>
                  </a:lnTo>
                  <a:lnTo>
                    <a:pt x="16231" y="1887"/>
                  </a:lnTo>
                  <a:lnTo>
                    <a:pt x="15911" y="2634"/>
                  </a:lnTo>
                  <a:lnTo>
                    <a:pt x="15590" y="3311"/>
                  </a:lnTo>
                  <a:lnTo>
                    <a:pt x="15199" y="3916"/>
                  </a:lnTo>
                  <a:lnTo>
                    <a:pt x="14772" y="4485"/>
                  </a:lnTo>
                  <a:lnTo>
                    <a:pt x="14345" y="5019"/>
                  </a:lnTo>
                  <a:lnTo>
                    <a:pt x="13882" y="5482"/>
                  </a:lnTo>
                  <a:lnTo>
                    <a:pt x="13384" y="5909"/>
                  </a:lnTo>
                  <a:lnTo>
                    <a:pt x="12850" y="6265"/>
                  </a:lnTo>
                  <a:lnTo>
                    <a:pt x="12280" y="6550"/>
                  </a:lnTo>
                  <a:lnTo>
                    <a:pt x="11675" y="6799"/>
                  </a:lnTo>
                  <a:lnTo>
                    <a:pt x="11070" y="7012"/>
                  </a:lnTo>
                  <a:lnTo>
                    <a:pt x="10429" y="7119"/>
                  </a:lnTo>
                  <a:lnTo>
                    <a:pt x="9753" y="7226"/>
                  </a:lnTo>
                  <a:lnTo>
                    <a:pt x="9041" y="7262"/>
                  </a:lnTo>
                  <a:lnTo>
                    <a:pt x="8329" y="7226"/>
                  </a:lnTo>
                  <a:lnTo>
                    <a:pt x="7653" y="7119"/>
                  </a:lnTo>
                  <a:lnTo>
                    <a:pt x="6977" y="7012"/>
                  </a:lnTo>
                  <a:lnTo>
                    <a:pt x="6372" y="6799"/>
                  </a:lnTo>
                  <a:lnTo>
                    <a:pt x="5766" y="6550"/>
                  </a:lnTo>
                  <a:lnTo>
                    <a:pt x="5233" y="6265"/>
                  </a:lnTo>
                  <a:lnTo>
                    <a:pt x="4699" y="5909"/>
                  </a:lnTo>
                  <a:lnTo>
                    <a:pt x="4200" y="5482"/>
                  </a:lnTo>
                  <a:lnTo>
                    <a:pt x="3702" y="5019"/>
                  </a:lnTo>
                  <a:lnTo>
                    <a:pt x="3275" y="4485"/>
                  </a:lnTo>
                  <a:lnTo>
                    <a:pt x="2848" y="3916"/>
                  </a:lnTo>
                  <a:lnTo>
                    <a:pt x="2492" y="3311"/>
                  </a:lnTo>
                  <a:lnTo>
                    <a:pt x="2136" y="2634"/>
                  </a:lnTo>
                  <a:lnTo>
                    <a:pt x="1816" y="1887"/>
                  </a:lnTo>
                  <a:lnTo>
                    <a:pt x="1531" y="1104"/>
                  </a:lnTo>
                  <a:lnTo>
                    <a:pt x="1246" y="250"/>
                  </a:lnTo>
                  <a:lnTo>
                    <a:pt x="1210" y="143"/>
                  </a:lnTo>
                  <a:lnTo>
                    <a:pt x="1104" y="36"/>
                  </a:lnTo>
                  <a:lnTo>
                    <a:pt x="9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 name="Shape 1281"/>
        <p:cNvGrpSpPr/>
        <p:nvPr/>
      </p:nvGrpSpPr>
      <p:grpSpPr>
        <a:xfrm>
          <a:off x="0" y="0"/>
          <a:ext cx="0" cy="0"/>
          <a:chOff x="0" y="0"/>
          <a:chExt cx="0" cy="0"/>
        </a:xfrm>
      </p:grpSpPr>
      <p:sp>
        <p:nvSpPr>
          <p:cNvPr id="1282" name="Google Shape;1282;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283" name="Google Shape;1283;p29"/>
          <p:cNvSpPr txBox="1"/>
          <p:nvPr>
            <p:ph idx="1" type="subTitle"/>
          </p:nvPr>
        </p:nvSpPr>
        <p:spPr>
          <a:xfrm>
            <a:off x="4731475" y="1228725"/>
            <a:ext cx="3699300" cy="31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mission is to equip students with a comprehensive understanding of health-related concepts, from the essential building blocks that form the foundations to the dynamic world of evolving trends and real-world applications. Throughout this course, we'll unravel the complexities of health studies, fostering a deep appreciation for the critical role it plays in society. Join us as we navigate the diverse realms of health sciences and knowledge transforms into a catalyst for positive change</a:t>
            </a:r>
            <a:endParaRPr/>
          </a:p>
        </p:txBody>
      </p:sp>
      <p:sp>
        <p:nvSpPr>
          <p:cNvPr id="1284" name="Google Shape;1284;p29"/>
          <p:cNvSpPr txBox="1"/>
          <p:nvPr>
            <p:ph idx="2" type="subTitle"/>
          </p:nvPr>
        </p:nvSpPr>
        <p:spPr>
          <a:xfrm>
            <a:off x="720000" y="1228725"/>
            <a:ext cx="3699300" cy="31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academic journey, we delve into the intricate domain of health studies, where knowledge becomes a powerful tool for understanding, shaping, and advancing the well-being of individuals and communities. As we embark on this exploration, we navigate through foundational principles, cutting-edge research, and practical applications that collectively contribute to the broader landscape of health sciences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 name="Shape 1288"/>
        <p:cNvGrpSpPr/>
        <p:nvPr/>
      </p:nvGrpSpPr>
      <p:grpSpPr>
        <a:xfrm>
          <a:off x="0" y="0"/>
          <a:ext cx="0" cy="0"/>
          <a:chOff x="0" y="0"/>
          <a:chExt cx="0" cy="0"/>
        </a:xfrm>
      </p:grpSpPr>
      <p:sp>
        <p:nvSpPr>
          <p:cNvPr id="1289" name="Google Shape;1289;p30"/>
          <p:cNvSpPr txBox="1"/>
          <p:nvPr>
            <p:ph type="title"/>
          </p:nvPr>
        </p:nvSpPr>
        <p:spPr>
          <a:xfrm>
            <a:off x="713225" y="808450"/>
            <a:ext cx="4223400" cy="101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Foundations of health sciences</a:t>
            </a:r>
            <a:endParaRPr/>
          </a:p>
        </p:txBody>
      </p:sp>
      <p:sp>
        <p:nvSpPr>
          <p:cNvPr id="1290" name="Google Shape;1290;p30"/>
          <p:cNvSpPr txBox="1"/>
          <p:nvPr>
            <p:ph idx="1" type="subTitle"/>
          </p:nvPr>
        </p:nvSpPr>
        <p:spPr>
          <a:xfrm>
            <a:off x="713225" y="1903225"/>
            <a:ext cx="4223400" cy="243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research, we have to mention three key elements:</a:t>
            </a:r>
            <a:endParaRPr/>
          </a:p>
          <a:p>
            <a:pPr indent="-330200" lvl="0" marL="457200" rtl="0" algn="l">
              <a:spcBef>
                <a:spcPts val="1000"/>
              </a:spcBef>
              <a:spcAft>
                <a:spcPts val="0"/>
              </a:spcAft>
              <a:buSzPts val="1600"/>
              <a:buChar char="●"/>
            </a:pPr>
            <a:r>
              <a:rPr lang="en"/>
              <a:t>Stay informed</a:t>
            </a:r>
            <a:endParaRPr/>
          </a:p>
          <a:p>
            <a:pPr indent="-330200" lvl="0" marL="457200" rtl="0" algn="l">
              <a:spcBef>
                <a:spcPts val="0"/>
              </a:spcBef>
              <a:spcAft>
                <a:spcPts val="0"/>
              </a:spcAft>
              <a:buSzPts val="1600"/>
              <a:buChar char="●"/>
            </a:pPr>
            <a:r>
              <a:rPr lang="en"/>
              <a:t>Foster innovation</a:t>
            </a:r>
            <a:endParaRPr/>
          </a:p>
          <a:p>
            <a:pPr indent="-330200" lvl="0" marL="457200" rtl="0" algn="l">
              <a:spcBef>
                <a:spcPts val="0"/>
              </a:spcBef>
              <a:spcAft>
                <a:spcPts val="0"/>
              </a:spcAft>
              <a:buSzPts val="1600"/>
              <a:buChar char="●"/>
            </a:pPr>
            <a:r>
              <a:rPr lang="en"/>
              <a:t>Explore the evolving landscape</a:t>
            </a:r>
            <a:endParaRPr/>
          </a:p>
          <a:p>
            <a:pPr indent="0" lvl="0" marL="0" rtl="0" algn="l">
              <a:spcBef>
                <a:spcPts val="1000"/>
              </a:spcBef>
              <a:spcAft>
                <a:spcPts val="0"/>
              </a:spcAft>
              <a:buNone/>
            </a:pPr>
            <a:r>
              <a:rPr lang="en"/>
              <a:t>Embrace a forward-thinking perspective as we navigate the ever-evolving terrain of health studies, where staying informed and embracing innovation are key to shaping the future of healthcare</a:t>
            </a:r>
            <a:endParaRPr/>
          </a:p>
        </p:txBody>
      </p:sp>
      <p:pic>
        <p:nvPicPr>
          <p:cNvPr id="1291" name="Google Shape;1291;p30"/>
          <p:cNvPicPr preferRelativeResize="0"/>
          <p:nvPr>
            <p:ph idx="2" type="pic"/>
          </p:nvPr>
        </p:nvPicPr>
        <p:blipFill rotWithShape="1">
          <a:blip r:embed="rId3">
            <a:alphaModFix/>
          </a:blip>
          <a:srcRect b="0" l="3048" r="11085" t="0"/>
          <a:stretch/>
        </p:blipFill>
        <p:spPr>
          <a:xfrm>
            <a:off x="5453850" y="678262"/>
            <a:ext cx="3253500" cy="3786900"/>
          </a:xfrm>
          <a:prstGeom prst="roundRect">
            <a:avLst>
              <a:gd fmla="val 24421" name="adj"/>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5" name="Shape 1295"/>
        <p:cNvGrpSpPr/>
        <p:nvPr/>
      </p:nvGrpSpPr>
      <p:grpSpPr>
        <a:xfrm>
          <a:off x="0" y="0"/>
          <a:ext cx="0" cy="0"/>
          <a:chOff x="0" y="0"/>
          <a:chExt cx="0" cy="0"/>
        </a:xfrm>
      </p:grpSpPr>
      <p:sp>
        <p:nvSpPr>
          <p:cNvPr id="1296" name="Google Shape;1296;p31"/>
          <p:cNvSpPr txBox="1"/>
          <p:nvPr>
            <p:ph idx="2" type="subTitle"/>
          </p:nvPr>
        </p:nvSpPr>
        <p:spPr>
          <a:xfrm>
            <a:off x="722400" y="4286250"/>
            <a:ext cx="7699200" cy="3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Enabling effective preventive measures and disease management for healthier communities</a:t>
            </a:r>
            <a:endParaRPr/>
          </a:p>
        </p:txBody>
      </p:sp>
      <p:sp>
        <p:nvSpPr>
          <p:cNvPr id="1297" name="Google Shape;1297;p31"/>
          <p:cNvSpPr txBox="1"/>
          <p:nvPr>
            <p:ph idx="5" type="subTitle"/>
          </p:nvPr>
        </p:nvSpPr>
        <p:spPr>
          <a:xfrm>
            <a:off x="722400" y="1917670"/>
            <a:ext cx="7695300" cy="3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Fostering innovation and improving patient outcomes in the evolving healthcare landscape</a:t>
            </a:r>
            <a:endParaRPr/>
          </a:p>
        </p:txBody>
      </p:sp>
      <p:sp>
        <p:nvSpPr>
          <p:cNvPr id="1298" name="Google Shape;1298;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importance of these studies</a:t>
            </a:r>
            <a:endParaRPr/>
          </a:p>
        </p:txBody>
      </p:sp>
      <p:sp>
        <p:nvSpPr>
          <p:cNvPr id="1299" name="Google Shape;1299;p31"/>
          <p:cNvSpPr txBox="1"/>
          <p:nvPr>
            <p:ph idx="1" type="subTitle"/>
          </p:nvPr>
        </p:nvSpPr>
        <p:spPr>
          <a:xfrm>
            <a:off x="722400" y="3101960"/>
            <a:ext cx="7699200" cy="3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Guiding decisions impacting public health and healthcare policies</a:t>
            </a:r>
            <a:endParaRPr/>
          </a:p>
        </p:txBody>
      </p:sp>
      <p:sp>
        <p:nvSpPr>
          <p:cNvPr id="1300" name="Google Shape;1300;p31"/>
          <p:cNvSpPr txBox="1"/>
          <p:nvPr>
            <p:ph idx="3" type="subTitle"/>
          </p:nvPr>
        </p:nvSpPr>
        <p:spPr>
          <a:xfrm>
            <a:off x="722400" y="3694105"/>
            <a:ext cx="7699200" cy="3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ddressing </a:t>
            </a:r>
            <a:r>
              <a:rPr lang="en"/>
              <a:t>health challenges, like lifestyle-related issues</a:t>
            </a:r>
            <a:endParaRPr/>
          </a:p>
        </p:txBody>
      </p:sp>
      <p:sp>
        <p:nvSpPr>
          <p:cNvPr id="1301" name="Google Shape;1301;p31"/>
          <p:cNvSpPr txBox="1"/>
          <p:nvPr>
            <p:ph idx="4" type="subTitle"/>
          </p:nvPr>
        </p:nvSpPr>
        <p:spPr>
          <a:xfrm>
            <a:off x="722400" y="1325525"/>
            <a:ext cx="7695300" cy="3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Balancing physical, mental, and social health for overall well-being</a:t>
            </a:r>
            <a:endParaRPr/>
          </a:p>
        </p:txBody>
      </p:sp>
      <p:sp>
        <p:nvSpPr>
          <p:cNvPr id="1302" name="Google Shape;1302;p31"/>
          <p:cNvSpPr txBox="1"/>
          <p:nvPr>
            <p:ph idx="6" type="subTitle"/>
          </p:nvPr>
        </p:nvSpPr>
        <p:spPr>
          <a:xfrm>
            <a:off x="722400" y="2509815"/>
            <a:ext cx="7695300" cy="3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Shaping evidence-based health policies to prioritize societal well-being </a:t>
            </a:r>
            <a:endParaRPr/>
          </a:p>
        </p:txBody>
      </p:sp>
      <p:sp>
        <p:nvSpPr>
          <p:cNvPr id="1303" name="Google Shape;1303;p31"/>
          <p:cNvSpPr txBox="1"/>
          <p:nvPr>
            <p:ph idx="7" type="subTitle"/>
          </p:nvPr>
        </p:nvSpPr>
        <p:spPr>
          <a:xfrm>
            <a:off x="722400" y="2850817"/>
            <a:ext cx="76953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Informed decision-making</a:t>
            </a:r>
            <a:endParaRPr/>
          </a:p>
        </p:txBody>
      </p:sp>
      <p:sp>
        <p:nvSpPr>
          <p:cNvPr id="1304" name="Google Shape;1304;p31"/>
          <p:cNvSpPr txBox="1"/>
          <p:nvPr>
            <p:ph idx="8" type="subTitle"/>
          </p:nvPr>
        </p:nvSpPr>
        <p:spPr>
          <a:xfrm>
            <a:off x="722400" y="4034779"/>
            <a:ext cx="76953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Disease prevention and management</a:t>
            </a:r>
            <a:endParaRPr/>
          </a:p>
        </p:txBody>
      </p:sp>
      <p:sp>
        <p:nvSpPr>
          <p:cNvPr id="1305" name="Google Shape;1305;p31"/>
          <p:cNvSpPr txBox="1"/>
          <p:nvPr>
            <p:ph idx="9" type="subTitle"/>
          </p:nvPr>
        </p:nvSpPr>
        <p:spPr>
          <a:xfrm>
            <a:off x="722400" y="1666856"/>
            <a:ext cx="76992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Advancements in treatment modalities</a:t>
            </a:r>
            <a:endParaRPr/>
          </a:p>
        </p:txBody>
      </p:sp>
      <p:sp>
        <p:nvSpPr>
          <p:cNvPr id="1306" name="Google Shape;1306;p31"/>
          <p:cNvSpPr txBox="1"/>
          <p:nvPr>
            <p:ph idx="13" type="subTitle"/>
          </p:nvPr>
        </p:nvSpPr>
        <p:spPr>
          <a:xfrm>
            <a:off x="722400" y="3442798"/>
            <a:ext cx="76953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Public health planning</a:t>
            </a:r>
            <a:endParaRPr/>
          </a:p>
        </p:txBody>
      </p:sp>
      <p:sp>
        <p:nvSpPr>
          <p:cNvPr id="1307" name="Google Shape;1307;p31"/>
          <p:cNvSpPr txBox="1"/>
          <p:nvPr>
            <p:ph idx="14" type="subTitle"/>
          </p:nvPr>
        </p:nvSpPr>
        <p:spPr>
          <a:xfrm>
            <a:off x="722400" y="1074875"/>
            <a:ext cx="76992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Holistic well-being</a:t>
            </a:r>
            <a:endParaRPr/>
          </a:p>
        </p:txBody>
      </p:sp>
      <p:sp>
        <p:nvSpPr>
          <p:cNvPr id="1308" name="Google Shape;1308;p31"/>
          <p:cNvSpPr txBox="1"/>
          <p:nvPr>
            <p:ph idx="15" type="subTitle"/>
          </p:nvPr>
        </p:nvSpPr>
        <p:spPr>
          <a:xfrm>
            <a:off x="722400" y="2258837"/>
            <a:ext cx="76992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Informing health policies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2" name="Shape 1312"/>
        <p:cNvGrpSpPr/>
        <p:nvPr/>
      </p:nvGrpSpPr>
      <p:grpSpPr>
        <a:xfrm>
          <a:off x="0" y="0"/>
          <a:ext cx="0" cy="0"/>
          <a:chOff x="0" y="0"/>
          <a:chExt cx="0" cy="0"/>
        </a:xfrm>
      </p:grpSpPr>
      <p:sp>
        <p:nvSpPr>
          <p:cNvPr id="1313" name="Google Shape;1313;p32"/>
          <p:cNvSpPr txBox="1"/>
          <p:nvPr>
            <p:ph type="title"/>
          </p:nvPr>
        </p:nvSpPr>
        <p:spPr>
          <a:xfrm>
            <a:off x="713325" y="1573195"/>
            <a:ext cx="7717500" cy="199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 the pursuit of knowledge, we illuminate the path to </a:t>
            </a:r>
            <a:endParaRPr/>
          </a:p>
          <a:p>
            <a:pPr indent="0" lvl="0" marL="0" rtl="0" algn="ctr">
              <a:spcBef>
                <a:spcPts val="0"/>
              </a:spcBef>
              <a:spcAft>
                <a:spcPts val="0"/>
              </a:spcAft>
              <a:buNone/>
            </a:pPr>
            <a:r>
              <a:rPr lang="en"/>
              <a:t>healthier tomorrows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 name="Shape 1317"/>
        <p:cNvGrpSpPr/>
        <p:nvPr/>
      </p:nvGrpSpPr>
      <p:grpSpPr>
        <a:xfrm>
          <a:off x="0" y="0"/>
          <a:ext cx="0" cy="0"/>
          <a:chOff x="0" y="0"/>
          <a:chExt cx="0" cy="0"/>
        </a:xfrm>
      </p:grpSpPr>
      <p:pic>
        <p:nvPicPr>
          <p:cNvPr id="1318" name="Google Shape;1318;p33"/>
          <p:cNvPicPr preferRelativeResize="0"/>
          <p:nvPr>
            <p:ph idx="2" type="pic"/>
          </p:nvPr>
        </p:nvPicPr>
        <p:blipFill rotWithShape="1">
          <a:blip r:embed="rId3">
            <a:alphaModFix/>
          </a:blip>
          <a:srcRect b="7757" l="0" r="0" t="7748"/>
          <a:stretch/>
        </p:blipFill>
        <p:spPr>
          <a:xfrm>
            <a:off x="-25" y="-13725"/>
            <a:ext cx="9143997" cy="5157301"/>
          </a:xfrm>
          <a:prstGeom prst="rect">
            <a:avLst/>
          </a:prstGeom>
        </p:spPr>
      </p:pic>
      <p:sp>
        <p:nvSpPr>
          <p:cNvPr id="1319" name="Google Shape;1319;p33"/>
          <p:cNvSpPr txBox="1"/>
          <p:nvPr>
            <p:ph type="title"/>
          </p:nvPr>
        </p:nvSpPr>
        <p:spPr>
          <a:xfrm>
            <a:off x="1426800" y="3928675"/>
            <a:ext cx="6290400" cy="67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Empowering minds, transforming lives—health studies pave the way to a brighter, healthier future</a:t>
            </a:r>
            <a:endParaRPr/>
          </a:p>
        </p:txBody>
      </p:sp>
      <p:grpSp>
        <p:nvGrpSpPr>
          <p:cNvPr id="1320" name="Google Shape;1320;p33"/>
          <p:cNvGrpSpPr/>
          <p:nvPr/>
        </p:nvGrpSpPr>
        <p:grpSpPr>
          <a:xfrm>
            <a:off x="7903951" y="3308475"/>
            <a:ext cx="1979693" cy="4189594"/>
            <a:chOff x="7903951" y="3308475"/>
            <a:chExt cx="1979693" cy="4189594"/>
          </a:xfrm>
        </p:grpSpPr>
        <p:sp>
          <p:nvSpPr>
            <p:cNvPr id="1321" name="Google Shape;1321;p33"/>
            <p:cNvSpPr/>
            <p:nvPr/>
          </p:nvSpPr>
          <p:spPr>
            <a:xfrm flipH="1" rot="-5400000">
              <a:off x="7392438" y="5006863"/>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 name="Google Shape;1322;p33"/>
            <p:cNvGrpSpPr/>
            <p:nvPr/>
          </p:nvGrpSpPr>
          <p:grpSpPr>
            <a:xfrm rot="10800000">
              <a:off x="8347216" y="4192778"/>
              <a:ext cx="1416309" cy="597119"/>
              <a:chOff x="7367961" y="5155313"/>
              <a:chExt cx="937084" cy="395103"/>
            </a:xfrm>
          </p:grpSpPr>
          <p:sp>
            <p:nvSpPr>
              <p:cNvPr id="1323" name="Google Shape;1323;p33"/>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3"/>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3"/>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3"/>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3"/>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3"/>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3"/>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3"/>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3"/>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3"/>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3"/>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3"/>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3"/>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3"/>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3"/>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3"/>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3"/>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3"/>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3"/>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3"/>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3"/>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3"/>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3"/>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3"/>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3"/>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3"/>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3"/>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3"/>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3"/>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3"/>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3"/>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3"/>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33"/>
            <p:cNvGrpSpPr/>
            <p:nvPr/>
          </p:nvGrpSpPr>
          <p:grpSpPr>
            <a:xfrm>
              <a:off x="8562488" y="3308475"/>
              <a:ext cx="467200" cy="468075"/>
              <a:chOff x="4036413" y="3603425"/>
              <a:chExt cx="467200" cy="468075"/>
            </a:xfrm>
          </p:grpSpPr>
          <p:sp>
            <p:nvSpPr>
              <p:cNvPr id="1356" name="Google Shape;1356;p33"/>
              <p:cNvSpPr/>
              <p:nvPr/>
            </p:nvSpPr>
            <p:spPr>
              <a:xfrm>
                <a:off x="4036413" y="3603425"/>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3"/>
              <p:cNvSpPr/>
              <p:nvPr/>
            </p:nvSpPr>
            <p:spPr>
              <a:xfrm>
                <a:off x="4126288" y="3728900"/>
                <a:ext cx="288325" cy="249175"/>
              </a:xfrm>
              <a:custGeom>
                <a:rect b="b" l="l" r="r" t="t"/>
                <a:pathLst>
                  <a:path extrusionOk="0" h="9967" w="11533">
                    <a:moveTo>
                      <a:pt x="2812" y="0"/>
                    </a:moveTo>
                    <a:lnTo>
                      <a:pt x="2421" y="36"/>
                    </a:lnTo>
                    <a:lnTo>
                      <a:pt x="2029" y="143"/>
                    </a:lnTo>
                    <a:lnTo>
                      <a:pt x="1638" y="321"/>
                    </a:lnTo>
                    <a:lnTo>
                      <a:pt x="1317" y="499"/>
                    </a:lnTo>
                    <a:lnTo>
                      <a:pt x="1033" y="748"/>
                    </a:lnTo>
                    <a:lnTo>
                      <a:pt x="748" y="1032"/>
                    </a:lnTo>
                    <a:lnTo>
                      <a:pt x="534" y="1353"/>
                    </a:lnTo>
                    <a:lnTo>
                      <a:pt x="321" y="1709"/>
                    </a:lnTo>
                    <a:lnTo>
                      <a:pt x="178" y="2100"/>
                    </a:lnTo>
                    <a:lnTo>
                      <a:pt x="72" y="2492"/>
                    </a:lnTo>
                    <a:lnTo>
                      <a:pt x="0" y="2919"/>
                    </a:lnTo>
                    <a:lnTo>
                      <a:pt x="0" y="3382"/>
                    </a:lnTo>
                    <a:lnTo>
                      <a:pt x="0" y="3844"/>
                    </a:lnTo>
                    <a:lnTo>
                      <a:pt x="107" y="4343"/>
                    </a:lnTo>
                    <a:lnTo>
                      <a:pt x="214" y="4841"/>
                    </a:lnTo>
                    <a:lnTo>
                      <a:pt x="428" y="5339"/>
                    </a:lnTo>
                    <a:lnTo>
                      <a:pt x="677" y="5838"/>
                    </a:lnTo>
                    <a:lnTo>
                      <a:pt x="962" y="6336"/>
                    </a:lnTo>
                    <a:lnTo>
                      <a:pt x="1317" y="6834"/>
                    </a:lnTo>
                    <a:lnTo>
                      <a:pt x="1745" y="7333"/>
                    </a:lnTo>
                    <a:lnTo>
                      <a:pt x="2243" y="7831"/>
                    </a:lnTo>
                    <a:lnTo>
                      <a:pt x="2812" y="8294"/>
                    </a:lnTo>
                    <a:lnTo>
                      <a:pt x="3453" y="8721"/>
                    </a:lnTo>
                    <a:lnTo>
                      <a:pt x="4129" y="9183"/>
                    </a:lnTo>
                    <a:lnTo>
                      <a:pt x="4912" y="9575"/>
                    </a:lnTo>
                    <a:lnTo>
                      <a:pt x="5767" y="9967"/>
                    </a:lnTo>
                    <a:lnTo>
                      <a:pt x="6621" y="9575"/>
                    </a:lnTo>
                    <a:lnTo>
                      <a:pt x="7368" y="9183"/>
                    </a:lnTo>
                    <a:lnTo>
                      <a:pt x="8080" y="8721"/>
                    </a:lnTo>
                    <a:lnTo>
                      <a:pt x="8721" y="8294"/>
                    </a:lnTo>
                    <a:lnTo>
                      <a:pt x="9255" y="7831"/>
                    </a:lnTo>
                    <a:lnTo>
                      <a:pt x="9753" y="7333"/>
                    </a:lnTo>
                    <a:lnTo>
                      <a:pt x="10180" y="6834"/>
                    </a:lnTo>
                    <a:lnTo>
                      <a:pt x="10536" y="6336"/>
                    </a:lnTo>
                    <a:lnTo>
                      <a:pt x="10857" y="5838"/>
                    </a:lnTo>
                    <a:lnTo>
                      <a:pt x="11106" y="5339"/>
                    </a:lnTo>
                    <a:lnTo>
                      <a:pt x="11284" y="4841"/>
                    </a:lnTo>
                    <a:lnTo>
                      <a:pt x="11426" y="4343"/>
                    </a:lnTo>
                    <a:lnTo>
                      <a:pt x="11497" y="3844"/>
                    </a:lnTo>
                    <a:lnTo>
                      <a:pt x="11533" y="3382"/>
                    </a:lnTo>
                    <a:lnTo>
                      <a:pt x="11497" y="2919"/>
                    </a:lnTo>
                    <a:lnTo>
                      <a:pt x="11462" y="2492"/>
                    </a:lnTo>
                    <a:lnTo>
                      <a:pt x="11319" y="2100"/>
                    </a:lnTo>
                    <a:lnTo>
                      <a:pt x="11177" y="1709"/>
                    </a:lnTo>
                    <a:lnTo>
                      <a:pt x="10999" y="1353"/>
                    </a:lnTo>
                    <a:lnTo>
                      <a:pt x="10750" y="1032"/>
                    </a:lnTo>
                    <a:lnTo>
                      <a:pt x="10501" y="748"/>
                    </a:lnTo>
                    <a:lnTo>
                      <a:pt x="10180" y="499"/>
                    </a:lnTo>
                    <a:lnTo>
                      <a:pt x="9860" y="321"/>
                    </a:lnTo>
                    <a:lnTo>
                      <a:pt x="9504" y="143"/>
                    </a:lnTo>
                    <a:lnTo>
                      <a:pt x="9113" y="36"/>
                    </a:lnTo>
                    <a:lnTo>
                      <a:pt x="8685" y="0"/>
                    </a:lnTo>
                    <a:lnTo>
                      <a:pt x="8258" y="36"/>
                    </a:lnTo>
                    <a:lnTo>
                      <a:pt x="7796" y="107"/>
                    </a:lnTo>
                    <a:lnTo>
                      <a:pt x="7297" y="214"/>
                    </a:lnTo>
                    <a:lnTo>
                      <a:pt x="6799" y="427"/>
                    </a:lnTo>
                    <a:lnTo>
                      <a:pt x="6301" y="712"/>
                    </a:lnTo>
                    <a:lnTo>
                      <a:pt x="5767" y="1068"/>
                    </a:lnTo>
                    <a:lnTo>
                      <a:pt x="5233" y="712"/>
                    </a:lnTo>
                    <a:lnTo>
                      <a:pt x="4699" y="427"/>
                    </a:lnTo>
                    <a:lnTo>
                      <a:pt x="4201" y="214"/>
                    </a:lnTo>
                    <a:lnTo>
                      <a:pt x="3738" y="107"/>
                    </a:lnTo>
                    <a:lnTo>
                      <a:pt x="3275" y="36"/>
                    </a:lnTo>
                    <a:lnTo>
                      <a:pt x="28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 name="Google Shape;1358;p33"/>
            <p:cNvSpPr/>
            <p:nvPr/>
          </p:nvSpPr>
          <p:spPr>
            <a:xfrm>
              <a:off x="7903951" y="4789898"/>
              <a:ext cx="209954" cy="209954"/>
            </a:xfrm>
            <a:custGeom>
              <a:rect b="b" l="l" r="r" t="t"/>
              <a:pathLst>
                <a:path extrusionOk="0" h="4237" w="4237">
                  <a:moveTo>
                    <a:pt x="2599" y="285"/>
                  </a:moveTo>
                  <a:lnTo>
                    <a:pt x="2599" y="1496"/>
                  </a:lnTo>
                  <a:lnTo>
                    <a:pt x="2599" y="1531"/>
                  </a:lnTo>
                  <a:lnTo>
                    <a:pt x="2635" y="1602"/>
                  </a:lnTo>
                  <a:lnTo>
                    <a:pt x="2670" y="1602"/>
                  </a:lnTo>
                  <a:lnTo>
                    <a:pt x="2741" y="1638"/>
                  </a:lnTo>
                  <a:lnTo>
                    <a:pt x="3952" y="1638"/>
                  </a:lnTo>
                  <a:lnTo>
                    <a:pt x="3952" y="2599"/>
                  </a:lnTo>
                  <a:lnTo>
                    <a:pt x="2670" y="2599"/>
                  </a:lnTo>
                  <a:lnTo>
                    <a:pt x="2635" y="2635"/>
                  </a:lnTo>
                  <a:lnTo>
                    <a:pt x="2599" y="2670"/>
                  </a:lnTo>
                  <a:lnTo>
                    <a:pt x="2599" y="2741"/>
                  </a:lnTo>
                  <a:lnTo>
                    <a:pt x="2599" y="3952"/>
                  </a:lnTo>
                  <a:lnTo>
                    <a:pt x="1638" y="3952"/>
                  </a:lnTo>
                  <a:lnTo>
                    <a:pt x="1638" y="2741"/>
                  </a:lnTo>
                  <a:lnTo>
                    <a:pt x="1602" y="2670"/>
                  </a:lnTo>
                  <a:lnTo>
                    <a:pt x="1602" y="2635"/>
                  </a:lnTo>
                  <a:lnTo>
                    <a:pt x="1531" y="2599"/>
                  </a:lnTo>
                  <a:lnTo>
                    <a:pt x="285" y="2599"/>
                  </a:lnTo>
                  <a:lnTo>
                    <a:pt x="285" y="1638"/>
                  </a:lnTo>
                  <a:lnTo>
                    <a:pt x="1496" y="1638"/>
                  </a:lnTo>
                  <a:lnTo>
                    <a:pt x="1531" y="1602"/>
                  </a:lnTo>
                  <a:lnTo>
                    <a:pt x="1602" y="1602"/>
                  </a:lnTo>
                  <a:lnTo>
                    <a:pt x="1602" y="1531"/>
                  </a:lnTo>
                  <a:lnTo>
                    <a:pt x="1638" y="1496"/>
                  </a:lnTo>
                  <a:lnTo>
                    <a:pt x="1638" y="285"/>
                  </a:lnTo>
                  <a:close/>
                  <a:moveTo>
                    <a:pt x="1425" y="1"/>
                  </a:moveTo>
                  <a:lnTo>
                    <a:pt x="1389" y="36"/>
                  </a:lnTo>
                  <a:lnTo>
                    <a:pt x="1353" y="72"/>
                  </a:lnTo>
                  <a:lnTo>
                    <a:pt x="1353" y="143"/>
                  </a:lnTo>
                  <a:lnTo>
                    <a:pt x="1353" y="1353"/>
                  </a:lnTo>
                  <a:lnTo>
                    <a:pt x="72" y="1353"/>
                  </a:lnTo>
                  <a:lnTo>
                    <a:pt x="36" y="1389"/>
                  </a:lnTo>
                  <a:lnTo>
                    <a:pt x="1" y="1424"/>
                  </a:lnTo>
                  <a:lnTo>
                    <a:pt x="1" y="1496"/>
                  </a:lnTo>
                  <a:lnTo>
                    <a:pt x="1" y="2741"/>
                  </a:lnTo>
                  <a:lnTo>
                    <a:pt x="1" y="2777"/>
                  </a:lnTo>
                  <a:lnTo>
                    <a:pt x="36" y="2848"/>
                  </a:lnTo>
                  <a:lnTo>
                    <a:pt x="72" y="2884"/>
                  </a:lnTo>
                  <a:lnTo>
                    <a:pt x="1353" y="2884"/>
                  </a:lnTo>
                  <a:lnTo>
                    <a:pt x="1353" y="4094"/>
                  </a:lnTo>
                  <a:lnTo>
                    <a:pt x="1353" y="4129"/>
                  </a:lnTo>
                  <a:lnTo>
                    <a:pt x="1389" y="4201"/>
                  </a:lnTo>
                  <a:lnTo>
                    <a:pt x="1425" y="4201"/>
                  </a:lnTo>
                  <a:lnTo>
                    <a:pt x="1496" y="4236"/>
                  </a:lnTo>
                  <a:lnTo>
                    <a:pt x="2741" y="4236"/>
                  </a:lnTo>
                  <a:lnTo>
                    <a:pt x="2777" y="4201"/>
                  </a:lnTo>
                  <a:lnTo>
                    <a:pt x="2848" y="4201"/>
                  </a:lnTo>
                  <a:lnTo>
                    <a:pt x="2884" y="4129"/>
                  </a:lnTo>
                  <a:lnTo>
                    <a:pt x="2884" y="4094"/>
                  </a:lnTo>
                  <a:lnTo>
                    <a:pt x="2884" y="2884"/>
                  </a:lnTo>
                  <a:lnTo>
                    <a:pt x="4130" y="2884"/>
                  </a:lnTo>
                  <a:lnTo>
                    <a:pt x="4201" y="2848"/>
                  </a:lnTo>
                  <a:lnTo>
                    <a:pt x="4201" y="2777"/>
                  </a:lnTo>
                  <a:lnTo>
                    <a:pt x="4236" y="2741"/>
                  </a:lnTo>
                  <a:lnTo>
                    <a:pt x="4236" y="1496"/>
                  </a:lnTo>
                  <a:lnTo>
                    <a:pt x="4201" y="1424"/>
                  </a:lnTo>
                  <a:lnTo>
                    <a:pt x="4201" y="1389"/>
                  </a:lnTo>
                  <a:lnTo>
                    <a:pt x="4130" y="1353"/>
                  </a:lnTo>
                  <a:lnTo>
                    <a:pt x="2884" y="1353"/>
                  </a:lnTo>
                  <a:lnTo>
                    <a:pt x="2884" y="143"/>
                  </a:lnTo>
                  <a:lnTo>
                    <a:pt x="2884" y="72"/>
                  </a:lnTo>
                  <a:lnTo>
                    <a:pt x="2848" y="36"/>
                  </a:lnTo>
                  <a:lnTo>
                    <a:pt x="27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33"/>
          <p:cNvGrpSpPr/>
          <p:nvPr/>
        </p:nvGrpSpPr>
        <p:grpSpPr>
          <a:xfrm>
            <a:off x="-969769" y="-2792705"/>
            <a:ext cx="1916292" cy="3764680"/>
            <a:chOff x="-969769" y="-2792705"/>
            <a:chExt cx="1916292" cy="3764680"/>
          </a:xfrm>
        </p:grpSpPr>
        <p:sp>
          <p:nvSpPr>
            <p:cNvPr id="1360" name="Google Shape;1360;p33"/>
            <p:cNvSpPr/>
            <p:nvPr/>
          </p:nvSpPr>
          <p:spPr>
            <a:xfrm flipH="1" rot="5400000">
              <a:off x="-2044687" y="-1717787"/>
              <a:ext cx="3566124" cy="1416288"/>
            </a:xfrm>
            <a:custGeom>
              <a:rect b="b" l="l" r="r" t="t"/>
              <a:pathLst>
                <a:path extrusionOk="0" h="58482" w="147254">
                  <a:moveTo>
                    <a:pt x="29864" y="1"/>
                  </a:moveTo>
                  <a:lnTo>
                    <a:pt x="28334" y="36"/>
                  </a:lnTo>
                  <a:lnTo>
                    <a:pt x="26803" y="143"/>
                  </a:lnTo>
                  <a:lnTo>
                    <a:pt x="25308" y="357"/>
                  </a:lnTo>
                  <a:lnTo>
                    <a:pt x="23849" y="606"/>
                  </a:lnTo>
                  <a:lnTo>
                    <a:pt x="22390" y="926"/>
                  </a:lnTo>
                  <a:lnTo>
                    <a:pt x="20966" y="1353"/>
                  </a:lnTo>
                  <a:lnTo>
                    <a:pt x="19578" y="1816"/>
                  </a:lnTo>
                  <a:lnTo>
                    <a:pt x="18225" y="2350"/>
                  </a:lnTo>
                  <a:lnTo>
                    <a:pt x="16908" y="2955"/>
                  </a:lnTo>
                  <a:lnTo>
                    <a:pt x="15627" y="3596"/>
                  </a:lnTo>
                  <a:lnTo>
                    <a:pt x="14381" y="4343"/>
                  </a:lnTo>
                  <a:lnTo>
                    <a:pt x="13171" y="5091"/>
                  </a:lnTo>
                  <a:lnTo>
                    <a:pt x="11996" y="5945"/>
                  </a:lnTo>
                  <a:lnTo>
                    <a:pt x="10857" y="6835"/>
                  </a:lnTo>
                  <a:lnTo>
                    <a:pt x="9789" y="7760"/>
                  </a:lnTo>
                  <a:lnTo>
                    <a:pt x="8721" y="8757"/>
                  </a:lnTo>
                  <a:lnTo>
                    <a:pt x="7760" y="9789"/>
                  </a:lnTo>
                  <a:lnTo>
                    <a:pt x="6799" y="10857"/>
                  </a:lnTo>
                  <a:lnTo>
                    <a:pt x="5910" y="11996"/>
                  </a:lnTo>
                  <a:lnTo>
                    <a:pt x="5091" y="13171"/>
                  </a:lnTo>
                  <a:lnTo>
                    <a:pt x="4308" y="14381"/>
                  </a:lnTo>
                  <a:lnTo>
                    <a:pt x="3596" y="15627"/>
                  </a:lnTo>
                  <a:lnTo>
                    <a:pt x="2920" y="16908"/>
                  </a:lnTo>
                  <a:lnTo>
                    <a:pt x="2350" y="18261"/>
                  </a:lnTo>
                  <a:lnTo>
                    <a:pt x="1816" y="19613"/>
                  </a:lnTo>
                  <a:lnTo>
                    <a:pt x="1318" y="21001"/>
                  </a:lnTo>
                  <a:lnTo>
                    <a:pt x="926" y="22390"/>
                  </a:lnTo>
                  <a:lnTo>
                    <a:pt x="606" y="23849"/>
                  </a:lnTo>
                  <a:lnTo>
                    <a:pt x="321" y="25308"/>
                  </a:lnTo>
                  <a:lnTo>
                    <a:pt x="143" y="26803"/>
                  </a:lnTo>
                  <a:lnTo>
                    <a:pt x="37" y="28334"/>
                  </a:lnTo>
                  <a:lnTo>
                    <a:pt x="1" y="29864"/>
                  </a:lnTo>
                  <a:lnTo>
                    <a:pt x="1" y="58482"/>
                  </a:lnTo>
                  <a:lnTo>
                    <a:pt x="147254" y="58482"/>
                  </a:lnTo>
                  <a:lnTo>
                    <a:pt x="147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 name="Google Shape;1361;p33"/>
            <p:cNvGrpSpPr/>
            <p:nvPr/>
          </p:nvGrpSpPr>
          <p:grpSpPr>
            <a:xfrm rot="-5400000">
              <a:off x="-892422" y="-184260"/>
              <a:ext cx="1416309" cy="597119"/>
              <a:chOff x="7367961" y="5155313"/>
              <a:chExt cx="937084" cy="395103"/>
            </a:xfrm>
          </p:grpSpPr>
          <p:sp>
            <p:nvSpPr>
              <p:cNvPr id="1362" name="Google Shape;1362;p33"/>
              <p:cNvSpPr/>
              <p:nvPr/>
            </p:nvSpPr>
            <p:spPr>
              <a:xfrm>
                <a:off x="7367961" y="5155313"/>
                <a:ext cx="24358" cy="24358"/>
              </a:xfrm>
              <a:custGeom>
                <a:rect b="b" l="l" r="r" t="t"/>
                <a:pathLst>
                  <a:path extrusionOk="0" h="891" w="891">
                    <a:moveTo>
                      <a:pt x="464" y="1"/>
                    </a:moveTo>
                    <a:lnTo>
                      <a:pt x="286" y="37"/>
                    </a:lnTo>
                    <a:lnTo>
                      <a:pt x="143" y="108"/>
                    </a:lnTo>
                    <a:lnTo>
                      <a:pt x="37" y="250"/>
                    </a:lnTo>
                    <a:lnTo>
                      <a:pt x="1" y="428"/>
                    </a:lnTo>
                    <a:lnTo>
                      <a:pt x="37" y="606"/>
                    </a:lnTo>
                    <a:lnTo>
                      <a:pt x="143" y="748"/>
                    </a:lnTo>
                    <a:lnTo>
                      <a:pt x="286" y="855"/>
                    </a:lnTo>
                    <a:lnTo>
                      <a:pt x="464" y="891"/>
                    </a:lnTo>
                    <a:lnTo>
                      <a:pt x="642" y="855"/>
                    </a:lnTo>
                    <a:lnTo>
                      <a:pt x="784" y="748"/>
                    </a:lnTo>
                    <a:lnTo>
                      <a:pt x="855" y="606"/>
                    </a:lnTo>
                    <a:lnTo>
                      <a:pt x="891" y="428"/>
                    </a:lnTo>
                    <a:lnTo>
                      <a:pt x="855" y="250"/>
                    </a:lnTo>
                    <a:lnTo>
                      <a:pt x="784" y="108"/>
                    </a:lnTo>
                    <a:lnTo>
                      <a:pt x="642" y="37"/>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3"/>
              <p:cNvSpPr/>
              <p:nvPr/>
            </p:nvSpPr>
            <p:spPr>
              <a:xfrm>
                <a:off x="7498358"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a:off x="7628755" y="5155313"/>
                <a:ext cx="24330" cy="24358"/>
              </a:xfrm>
              <a:custGeom>
                <a:rect b="b" l="l" r="r" t="t"/>
                <a:pathLst>
                  <a:path extrusionOk="0" h="891" w="890">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a:off x="7759125" y="5155313"/>
                <a:ext cx="24358" cy="24358"/>
              </a:xfrm>
              <a:custGeom>
                <a:rect b="b" l="l" r="r" t="t"/>
                <a:pathLst>
                  <a:path extrusionOk="0" h="891" w="891">
                    <a:moveTo>
                      <a:pt x="463" y="1"/>
                    </a:moveTo>
                    <a:lnTo>
                      <a:pt x="286" y="37"/>
                    </a:lnTo>
                    <a:lnTo>
                      <a:pt x="143" y="108"/>
                    </a:lnTo>
                    <a:lnTo>
                      <a:pt x="36" y="250"/>
                    </a:lnTo>
                    <a:lnTo>
                      <a:pt x="1" y="428"/>
                    </a:lnTo>
                    <a:lnTo>
                      <a:pt x="36" y="606"/>
                    </a:lnTo>
                    <a:lnTo>
                      <a:pt x="143" y="748"/>
                    </a:lnTo>
                    <a:lnTo>
                      <a:pt x="286" y="855"/>
                    </a:lnTo>
                    <a:lnTo>
                      <a:pt x="463" y="891"/>
                    </a:lnTo>
                    <a:lnTo>
                      <a:pt x="641" y="855"/>
                    </a:lnTo>
                    <a:lnTo>
                      <a:pt x="784" y="748"/>
                    </a:lnTo>
                    <a:lnTo>
                      <a:pt x="855" y="606"/>
                    </a:lnTo>
                    <a:lnTo>
                      <a:pt x="891"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a:off x="7889522"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a:off x="8019920" y="5155313"/>
                <a:ext cx="24330" cy="24358"/>
              </a:xfrm>
              <a:custGeom>
                <a:rect b="b" l="l" r="r" t="t"/>
                <a:pathLst>
                  <a:path extrusionOk="0" h="891" w="890">
                    <a:moveTo>
                      <a:pt x="463" y="1"/>
                    </a:moveTo>
                    <a:lnTo>
                      <a:pt x="285" y="37"/>
                    </a:lnTo>
                    <a:lnTo>
                      <a:pt x="142" y="108"/>
                    </a:lnTo>
                    <a:lnTo>
                      <a:pt x="36" y="250"/>
                    </a:lnTo>
                    <a:lnTo>
                      <a:pt x="0" y="428"/>
                    </a:lnTo>
                    <a:lnTo>
                      <a:pt x="36" y="606"/>
                    </a:lnTo>
                    <a:lnTo>
                      <a:pt x="142" y="748"/>
                    </a:lnTo>
                    <a:lnTo>
                      <a:pt x="285" y="855"/>
                    </a:lnTo>
                    <a:lnTo>
                      <a:pt x="463" y="891"/>
                    </a:lnTo>
                    <a:lnTo>
                      <a:pt x="641" y="855"/>
                    </a:lnTo>
                    <a:lnTo>
                      <a:pt x="783" y="748"/>
                    </a:lnTo>
                    <a:lnTo>
                      <a:pt x="854" y="606"/>
                    </a:lnTo>
                    <a:lnTo>
                      <a:pt x="890" y="428"/>
                    </a:lnTo>
                    <a:lnTo>
                      <a:pt x="854"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a:off x="8150290" y="5155313"/>
                <a:ext cx="24358" cy="24358"/>
              </a:xfrm>
              <a:custGeom>
                <a:rect b="b" l="l" r="r" t="t"/>
                <a:pathLst>
                  <a:path extrusionOk="0" h="891" w="891">
                    <a:moveTo>
                      <a:pt x="463" y="1"/>
                    </a:moveTo>
                    <a:lnTo>
                      <a:pt x="285" y="37"/>
                    </a:lnTo>
                    <a:lnTo>
                      <a:pt x="143" y="108"/>
                    </a:lnTo>
                    <a:lnTo>
                      <a:pt x="36" y="250"/>
                    </a:lnTo>
                    <a:lnTo>
                      <a:pt x="1" y="428"/>
                    </a:lnTo>
                    <a:lnTo>
                      <a:pt x="36" y="606"/>
                    </a:lnTo>
                    <a:lnTo>
                      <a:pt x="143" y="748"/>
                    </a:lnTo>
                    <a:lnTo>
                      <a:pt x="285" y="855"/>
                    </a:lnTo>
                    <a:lnTo>
                      <a:pt x="463" y="891"/>
                    </a:lnTo>
                    <a:lnTo>
                      <a:pt x="641" y="855"/>
                    </a:lnTo>
                    <a:lnTo>
                      <a:pt x="784" y="748"/>
                    </a:lnTo>
                    <a:lnTo>
                      <a:pt x="855" y="606"/>
                    </a:lnTo>
                    <a:lnTo>
                      <a:pt x="890" y="428"/>
                    </a:lnTo>
                    <a:lnTo>
                      <a:pt x="855" y="250"/>
                    </a:lnTo>
                    <a:lnTo>
                      <a:pt x="784"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3"/>
              <p:cNvSpPr/>
              <p:nvPr/>
            </p:nvSpPr>
            <p:spPr>
              <a:xfrm>
                <a:off x="8280687" y="5155313"/>
                <a:ext cx="24358" cy="24358"/>
              </a:xfrm>
              <a:custGeom>
                <a:rect b="b" l="l" r="r" t="t"/>
                <a:pathLst>
                  <a:path extrusionOk="0" h="891" w="891">
                    <a:moveTo>
                      <a:pt x="463" y="1"/>
                    </a:moveTo>
                    <a:lnTo>
                      <a:pt x="285" y="37"/>
                    </a:lnTo>
                    <a:lnTo>
                      <a:pt x="143" y="108"/>
                    </a:lnTo>
                    <a:lnTo>
                      <a:pt x="36" y="250"/>
                    </a:lnTo>
                    <a:lnTo>
                      <a:pt x="0" y="428"/>
                    </a:lnTo>
                    <a:lnTo>
                      <a:pt x="36" y="606"/>
                    </a:lnTo>
                    <a:lnTo>
                      <a:pt x="143" y="748"/>
                    </a:lnTo>
                    <a:lnTo>
                      <a:pt x="285" y="855"/>
                    </a:lnTo>
                    <a:lnTo>
                      <a:pt x="463" y="891"/>
                    </a:lnTo>
                    <a:lnTo>
                      <a:pt x="641" y="855"/>
                    </a:lnTo>
                    <a:lnTo>
                      <a:pt x="783" y="748"/>
                    </a:lnTo>
                    <a:lnTo>
                      <a:pt x="855" y="606"/>
                    </a:lnTo>
                    <a:lnTo>
                      <a:pt x="890" y="428"/>
                    </a:lnTo>
                    <a:lnTo>
                      <a:pt x="855" y="250"/>
                    </a:lnTo>
                    <a:lnTo>
                      <a:pt x="783" y="108"/>
                    </a:lnTo>
                    <a:lnTo>
                      <a:pt x="641" y="37"/>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3"/>
              <p:cNvSpPr/>
              <p:nvPr/>
            </p:nvSpPr>
            <p:spPr>
              <a:xfrm>
                <a:off x="7367961" y="5277920"/>
                <a:ext cx="24358" cy="25342"/>
              </a:xfrm>
              <a:custGeom>
                <a:rect b="b" l="l" r="r" t="t"/>
                <a:pathLst>
                  <a:path extrusionOk="0" h="927" w="891">
                    <a:moveTo>
                      <a:pt x="464" y="1"/>
                    </a:moveTo>
                    <a:lnTo>
                      <a:pt x="286" y="36"/>
                    </a:lnTo>
                    <a:lnTo>
                      <a:pt x="143" y="143"/>
                    </a:lnTo>
                    <a:lnTo>
                      <a:pt x="37" y="286"/>
                    </a:lnTo>
                    <a:lnTo>
                      <a:pt x="1" y="464"/>
                    </a:lnTo>
                    <a:lnTo>
                      <a:pt x="37" y="642"/>
                    </a:lnTo>
                    <a:lnTo>
                      <a:pt x="143" y="784"/>
                    </a:lnTo>
                    <a:lnTo>
                      <a:pt x="286" y="891"/>
                    </a:lnTo>
                    <a:lnTo>
                      <a:pt x="464" y="926"/>
                    </a:lnTo>
                    <a:lnTo>
                      <a:pt x="642" y="891"/>
                    </a:lnTo>
                    <a:lnTo>
                      <a:pt x="784" y="784"/>
                    </a:lnTo>
                    <a:lnTo>
                      <a:pt x="855" y="642"/>
                    </a:lnTo>
                    <a:lnTo>
                      <a:pt x="891" y="464"/>
                    </a:lnTo>
                    <a:lnTo>
                      <a:pt x="855" y="286"/>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3"/>
              <p:cNvSpPr/>
              <p:nvPr/>
            </p:nvSpPr>
            <p:spPr>
              <a:xfrm>
                <a:off x="7498358"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3"/>
              <p:cNvSpPr/>
              <p:nvPr/>
            </p:nvSpPr>
            <p:spPr>
              <a:xfrm>
                <a:off x="7628755" y="5277920"/>
                <a:ext cx="24330" cy="25342"/>
              </a:xfrm>
              <a:custGeom>
                <a:rect b="b" l="l" r="r" t="t"/>
                <a:pathLst>
                  <a:path extrusionOk="0" h="927" w="890">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3"/>
              <p:cNvSpPr/>
              <p:nvPr/>
            </p:nvSpPr>
            <p:spPr>
              <a:xfrm>
                <a:off x="7759125" y="5277920"/>
                <a:ext cx="24358" cy="25342"/>
              </a:xfrm>
              <a:custGeom>
                <a:rect b="b" l="l" r="r" t="t"/>
                <a:pathLst>
                  <a:path extrusionOk="0" h="927" w="891">
                    <a:moveTo>
                      <a:pt x="463" y="1"/>
                    </a:moveTo>
                    <a:lnTo>
                      <a:pt x="286" y="36"/>
                    </a:lnTo>
                    <a:lnTo>
                      <a:pt x="143" y="143"/>
                    </a:lnTo>
                    <a:lnTo>
                      <a:pt x="36" y="286"/>
                    </a:lnTo>
                    <a:lnTo>
                      <a:pt x="1" y="464"/>
                    </a:lnTo>
                    <a:lnTo>
                      <a:pt x="36" y="642"/>
                    </a:lnTo>
                    <a:lnTo>
                      <a:pt x="143" y="784"/>
                    </a:lnTo>
                    <a:lnTo>
                      <a:pt x="286" y="891"/>
                    </a:lnTo>
                    <a:lnTo>
                      <a:pt x="463" y="926"/>
                    </a:lnTo>
                    <a:lnTo>
                      <a:pt x="641" y="891"/>
                    </a:lnTo>
                    <a:lnTo>
                      <a:pt x="784" y="784"/>
                    </a:lnTo>
                    <a:lnTo>
                      <a:pt x="855" y="642"/>
                    </a:lnTo>
                    <a:lnTo>
                      <a:pt x="891"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3"/>
              <p:cNvSpPr/>
              <p:nvPr/>
            </p:nvSpPr>
            <p:spPr>
              <a:xfrm>
                <a:off x="7889522"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3"/>
              <p:cNvSpPr/>
              <p:nvPr/>
            </p:nvSpPr>
            <p:spPr>
              <a:xfrm>
                <a:off x="8019920" y="5277920"/>
                <a:ext cx="24330" cy="25342"/>
              </a:xfrm>
              <a:custGeom>
                <a:rect b="b" l="l" r="r" t="t"/>
                <a:pathLst>
                  <a:path extrusionOk="0" h="927" w="890">
                    <a:moveTo>
                      <a:pt x="463" y="1"/>
                    </a:moveTo>
                    <a:lnTo>
                      <a:pt x="285" y="36"/>
                    </a:lnTo>
                    <a:lnTo>
                      <a:pt x="142" y="143"/>
                    </a:lnTo>
                    <a:lnTo>
                      <a:pt x="36" y="286"/>
                    </a:lnTo>
                    <a:lnTo>
                      <a:pt x="0" y="464"/>
                    </a:lnTo>
                    <a:lnTo>
                      <a:pt x="36" y="642"/>
                    </a:lnTo>
                    <a:lnTo>
                      <a:pt x="142" y="784"/>
                    </a:lnTo>
                    <a:lnTo>
                      <a:pt x="285" y="891"/>
                    </a:lnTo>
                    <a:lnTo>
                      <a:pt x="463" y="926"/>
                    </a:lnTo>
                    <a:lnTo>
                      <a:pt x="641" y="891"/>
                    </a:lnTo>
                    <a:lnTo>
                      <a:pt x="783" y="784"/>
                    </a:lnTo>
                    <a:lnTo>
                      <a:pt x="854" y="642"/>
                    </a:lnTo>
                    <a:lnTo>
                      <a:pt x="890" y="464"/>
                    </a:lnTo>
                    <a:lnTo>
                      <a:pt x="854"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a:off x="8150290" y="5277920"/>
                <a:ext cx="24358" cy="25342"/>
              </a:xfrm>
              <a:custGeom>
                <a:rect b="b" l="l" r="r" t="t"/>
                <a:pathLst>
                  <a:path extrusionOk="0" h="927" w="891">
                    <a:moveTo>
                      <a:pt x="463" y="1"/>
                    </a:moveTo>
                    <a:lnTo>
                      <a:pt x="285" y="36"/>
                    </a:lnTo>
                    <a:lnTo>
                      <a:pt x="143" y="143"/>
                    </a:lnTo>
                    <a:lnTo>
                      <a:pt x="36" y="286"/>
                    </a:lnTo>
                    <a:lnTo>
                      <a:pt x="1" y="464"/>
                    </a:lnTo>
                    <a:lnTo>
                      <a:pt x="36" y="642"/>
                    </a:lnTo>
                    <a:lnTo>
                      <a:pt x="143" y="784"/>
                    </a:lnTo>
                    <a:lnTo>
                      <a:pt x="285" y="891"/>
                    </a:lnTo>
                    <a:lnTo>
                      <a:pt x="463" y="926"/>
                    </a:lnTo>
                    <a:lnTo>
                      <a:pt x="641" y="891"/>
                    </a:lnTo>
                    <a:lnTo>
                      <a:pt x="784" y="784"/>
                    </a:lnTo>
                    <a:lnTo>
                      <a:pt x="855" y="642"/>
                    </a:lnTo>
                    <a:lnTo>
                      <a:pt x="890" y="464"/>
                    </a:lnTo>
                    <a:lnTo>
                      <a:pt x="855" y="286"/>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a:off x="8280687" y="5277920"/>
                <a:ext cx="24358" cy="25342"/>
              </a:xfrm>
              <a:custGeom>
                <a:rect b="b" l="l" r="r" t="t"/>
                <a:pathLst>
                  <a:path extrusionOk="0" h="927" w="891">
                    <a:moveTo>
                      <a:pt x="463" y="1"/>
                    </a:moveTo>
                    <a:lnTo>
                      <a:pt x="285" y="36"/>
                    </a:lnTo>
                    <a:lnTo>
                      <a:pt x="143" y="143"/>
                    </a:lnTo>
                    <a:lnTo>
                      <a:pt x="36" y="286"/>
                    </a:lnTo>
                    <a:lnTo>
                      <a:pt x="0" y="464"/>
                    </a:lnTo>
                    <a:lnTo>
                      <a:pt x="36" y="642"/>
                    </a:lnTo>
                    <a:lnTo>
                      <a:pt x="143" y="784"/>
                    </a:lnTo>
                    <a:lnTo>
                      <a:pt x="285" y="891"/>
                    </a:lnTo>
                    <a:lnTo>
                      <a:pt x="463" y="926"/>
                    </a:lnTo>
                    <a:lnTo>
                      <a:pt x="641" y="891"/>
                    </a:lnTo>
                    <a:lnTo>
                      <a:pt x="783" y="784"/>
                    </a:lnTo>
                    <a:lnTo>
                      <a:pt x="855" y="642"/>
                    </a:lnTo>
                    <a:lnTo>
                      <a:pt x="890" y="464"/>
                    </a:lnTo>
                    <a:lnTo>
                      <a:pt x="855" y="286"/>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3"/>
              <p:cNvSpPr/>
              <p:nvPr/>
            </p:nvSpPr>
            <p:spPr>
              <a:xfrm>
                <a:off x="7367961" y="5401510"/>
                <a:ext cx="24358" cy="25315"/>
              </a:xfrm>
              <a:custGeom>
                <a:rect b="b" l="l" r="r" t="t"/>
                <a:pathLst>
                  <a:path extrusionOk="0" h="926" w="891">
                    <a:moveTo>
                      <a:pt x="464" y="0"/>
                    </a:moveTo>
                    <a:lnTo>
                      <a:pt x="286" y="36"/>
                    </a:lnTo>
                    <a:lnTo>
                      <a:pt x="143" y="143"/>
                    </a:lnTo>
                    <a:lnTo>
                      <a:pt x="37" y="285"/>
                    </a:lnTo>
                    <a:lnTo>
                      <a:pt x="1" y="463"/>
                    </a:lnTo>
                    <a:lnTo>
                      <a:pt x="37" y="641"/>
                    </a:lnTo>
                    <a:lnTo>
                      <a:pt x="143" y="783"/>
                    </a:lnTo>
                    <a:lnTo>
                      <a:pt x="286" y="890"/>
                    </a:lnTo>
                    <a:lnTo>
                      <a:pt x="464" y="926"/>
                    </a:lnTo>
                    <a:lnTo>
                      <a:pt x="642" y="890"/>
                    </a:lnTo>
                    <a:lnTo>
                      <a:pt x="784" y="783"/>
                    </a:lnTo>
                    <a:lnTo>
                      <a:pt x="855" y="641"/>
                    </a:lnTo>
                    <a:lnTo>
                      <a:pt x="891" y="463"/>
                    </a:lnTo>
                    <a:lnTo>
                      <a:pt x="855" y="285"/>
                    </a:lnTo>
                    <a:lnTo>
                      <a:pt x="784" y="143"/>
                    </a:lnTo>
                    <a:lnTo>
                      <a:pt x="642" y="36"/>
                    </a:lnTo>
                    <a:lnTo>
                      <a:pt x="4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3"/>
              <p:cNvSpPr/>
              <p:nvPr/>
            </p:nvSpPr>
            <p:spPr>
              <a:xfrm>
                <a:off x="7498358"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3"/>
              <p:cNvSpPr/>
              <p:nvPr/>
            </p:nvSpPr>
            <p:spPr>
              <a:xfrm>
                <a:off x="7628755" y="5401510"/>
                <a:ext cx="24330" cy="25315"/>
              </a:xfrm>
              <a:custGeom>
                <a:rect b="b" l="l" r="r" t="t"/>
                <a:pathLst>
                  <a:path extrusionOk="0" h="926" w="890">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3"/>
              <p:cNvSpPr/>
              <p:nvPr/>
            </p:nvSpPr>
            <p:spPr>
              <a:xfrm>
                <a:off x="7759125" y="5401510"/>
                <a:ext cx="24358" cy="25315"/>
              </a:xfrm>
              <a:custGeom>
                <a:rect b="b" l="l" r="r" t="t"/>
                <a:pathLst>
                  <a:path extrusionOk="0" h="926" w="891">
                    <a:moveTo>
                      <a:pt x="463" y="0"/>
                    </a:moveTo>
                    <a:lnTo>
                      <a:pt x="286" y="36"/>
                    </a:lnTo>
                    <a:lnTo>
                      <a:pt x="143" y="143"/>
                    </a:lnTo>
                    <a:lnTo>
                      <a:pt x="36" y="285"/>
                    </a:lnTo>
                    <a:lnTo>
                      <a:pt x="1" y="463"/>
                    </a:lnTo>
                    <a:lnTo>
                      <a:pt x="36" y="641"/>
                    </a:lnTo>
                    <a:lnTo>
                      <a:pt x="143" y="783"/>
                    </a:lnTo>
                    <a:lnTo>
                      <a:pt x="286" y="890"/>
                    </a:lnTo>
                    <a:lnTo>
                      <a:pt x="463" y="926"/>
                    </a:lnTo>
                    <a:lnTo>
                      <a:pt x="641" y="890"/>
                    </a:lnTo>
                    <a:lnTo>
                      <a:pt x="784" y="783"/>
                    </a:lnTo>
                    <a:lnTo>
                      <a:pt x="855" y="641"/>
                    </a:lnTo>
                    <a:lnTo>
                      <a:pt x="891"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3"/>
              <p:cNvSpPr/>
              <p:nvPr/>
            </p:nvSpPr>
            <p:spPr>
              <a:xfrm>
                <a:off x="7889522"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3"/>
              <p:cNvSpPr/>
              <p:nvPr/>
            </p:nvSpPr>
            <p:spPr>
              <a:xfrm>
                <a:off x="8019920" y="5401510"/>
                <a:ext cx="24330" cy="25315"/>
              </a:xfrm>
              <a:custGeom>
                <a:rect b="b" l="l" r="r" t="t"/>
                <a:pathLst>
                  <a:path extrusionOk="0" h="926" w="890">
                    <a:moveTo>
                      <a:pt x="463" y="0"/>
                    </a:moveTo>
                    <a:lnTo>
                      <a:pt x="285" y="36"/>
                    </a:lnTo>
                    <a:lnTo>
                      <a:pt x="142" y="143"/>
                    </a:lnTo>
                    <a:lnTo>
                      <a:pt x="36" y="285"/>
                    </a:lnTo>
                    <a:lnTo>
                      <a:pt x="0" y="463"/>
                    </a:lnTo>
                    <a:lnTo>
                      <a:pt x="36" y="641"/>
                    </a:lnTo>
                    <a:lnTo>
                      <a:pt x="142" y="783"/>
                    </a:lnTo>
                    <a:lnTo>
                      <a:pt x="285" y="890"/>
                    </a:lnTo>
                    <a:lnTo>
                      <a:pt x="463" y="926"/>
                    </a:lnTo>
                    <a:lnTo>
                      <a:pt x="641" y="890"/>
                    </a:lnTo>
                    <a:lnTo>
                      <a:pt x="783" y="783"/>
                    </a:lnTo>
                    <a:lnTo>
                      <a:pt x="854" y="641"/>
                    </a:lnTo>
                    <a:lnTo>
                      <a:pt x="890" y="463"/>
                    </a:lnTo>
                    <a:lnTo>
                      <a:pt x="854"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3"/>
              <p:cNvSpPr/>
              <p:nvPr/>
            </p:nvSpPr>
            <p:spPr>
              <a:xfrm>
                <a:off x="8150290" y="5401510"/>
                <a:ext cx="24358" cy="25315"/>
              </a:xfrm>
              <a:custGeom>
                <a:rect b="b" l="l" r="r" t="t"/>
                <a:pathLst>
                  <a:path extrusionOk="0" h="926" w="891">
                    <a:moveTo>
                      <a:pt x="463" y="0"/>
                    </a:moveTo>
                    <a:lnTo>
                      <a:pt x="285" y="36"/>
                    </a:lnTo>
                    <a:lnTo>
                      <a:pt x="143" y="143"/>
                    </a:lnTo>
                    <a:lnTo>
                      <a:pt x="36" y="285"/>
                    </a:lnTo>
                    <a:lnTo>
                      <a:pt x="1" y="463"/>
                    </a:lnTo>
                    <a:lnTo>
                      <a:pt x="36" y="641"/>
                    </a:lnTo>
                    <a:lnTo>
                      <a:pt x="143" y="783"/>
                    </a:lnTo>
                    <a:lnTo>
                      <a:pt x="285" y="890"/>
                    </a:lnTo>
                    <a:lnTo>
                      <a:pt x="463" y="926"/>
                    </a:lnTo>
                    <a:lnTo>
                      <a:pt x="641" y="890"/>
                    </a:lnTo>
                    <a:lnTo>
                      <a:pt x="784" y="783"/>
                    </a:lnTo>
                    <a:lnTo>
                      <a:pt x="855" y="641"/>
                    </a:lnTo>
                    <a:lnTo>
                      <a:pt x="890" y="463"/>
                    </a:lnTo>
                    <a:lnTo>
                      <a:pt x="855" y="285"/>
                    </a:lnTo>
                    <a:lnTo>
                      <a:pt x="784"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3"/>
              <p:cNvSpPr/>
              <p:nvPr/>
            </p:nvSpPr>
            <p:spPr>
              <a:xfrm>
                <a:off x="8280687" y="5401510"/>
                <a:ext cx="24358" cy="25315"/>
              </a:xfrm>
              <a:custGeom>
                <a:rect b="b" l="l" r="r" t="t"/>
                <a:pathLst>
                  <a:path extrusionOk="0" h="926" w="891">
                    <a:moveTo>
                      <a:pt x="463" y="0"/>
                    </a:moveTo>
                    <a:lnTo>
                      <a:pt x="285" y="36"/>
                    </a:lnTo>
                    <a:lnTo>
                      <a:pt x="143" y="143"/>
                    </a:lnTo>
                    <a:lnTo>
                      <a:pt x="36" y="285"/>
                    </a:lnTo>
                    <a:lnTo>
                      <a:pt x="0" y="463"/>
                    </a:lnTo>
                    <a:lnTo>
                      <a:pt x="36" y="641"/>
                    </a:lnTo>
                    <a:lnTo>
                      <a:pt x="143" y="783"/>
                    </a:lnTo>
                    <a:lnTo>
                      <a:pt x="285" y="890"/>
                    </a:lnTo>
                    <a:lnTo>
                      <a:pt x="463" y="926"/>
                    </a:lnTo>
                    <a:lnTo>
                      <a:pt x="641" y="890"/>
                    </a:lnTo>
                    <a:lnTo>
                      <a:pt x="783" y="783"/>
                    </a:lnTo>
                    <a:lnTo>
                      <a:pt x="855" y="641"/>
                    </a:lnTo>
                    <a:lnTo>
                      <a:pt x="890" y="463"/>
                    </a:lnTo>
                    <a:lnTo>
                      <a:pt x="855" y="285"/>
                    </a:lnTo>
                    <a:lnTo>
                      <a:pt x="783" y="143"/>
                    </a:lnTo>
                    <a:lnTo>
                      <a:pt x="641" y="36"/>
                    </a:lnTo>
                    <a:lnTo>
                      <a:pt x="4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3"/>
              <p:cNvSpPr/>
              <p:nvPr/>
            </p:nvSpPr>
            <p:spPr>
              <a:xfrm>
                <a:off x="7367961" y="5525074"/>
                <a:ext cx="24358" cy="25342"/>
              </a:xfrm>
              <a:custGeom>
                <a:rect b="b" l="l" r="r" t="t"/>
                <a:pathLst>
                  <a:path extrusionOk="0" h="927" w="891">
                    <a:moveTo>
                      <a:pt x="464" y="1"/>
                    </a:moveTo>
                    <a:lnTo>
                      <a:pt x="286" y="36"/>
                    </a:lnTo>
                    <a:lnTo>
                      <a:pt x="143" y="143"/>
                    </a:lnTo>
                    <a:lnTo>
                      <a:pt x="37" y="285"/>
                    </a:lnTo>
                    <a:lnTo>
                      <a:pt x="1" y="463"/>
                    </a:lnTo>
                    <a:lnTo>
                      <a:pt x="37" y="641"/>
                    </a:lnTo>
                    <a:lnTo>
                      <a:pt x="143" y="784"/>
                    </a:lnTo>
                    <a:lnTo>
                      <a:pt x="286" y="891"/>
                    </a:lnTo>
                    <a:lnTo>
                      <a:pt x="464" y="926"/>
                    </a:lnTo>
                    <a:lnTo>
                      <a:pt x="642" y="891"/>
                    </a:lnTo>
                    <a:lnTo>
                      <a:pt x="784" y="784"/>
                    </a:lnTo>
                    <a:lnTo>
                      <a:pt x="855" y="641"/>
                    </a:lnTo>
                    <a:lnTo>
                      <a:pt x="891" y="463"/>
                    </a:lnTo>
                    <a:lnTo>
                      <a:pt x="855" y="285"/>
                    </a:lnTo>
                    <a:lnTo>
                      <a:pt x="784" y="143"/>
                    </a:lnTo>
                    <a:lnTo>
                      <a:pt x="642" y="36"/>
                    </a:lnTo>
                    <a:lnTo>
                      <a:pt x="4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3"/>
              <p:cNvSpPr/>
              <p:nvPr/>
            </p:nvSpPr>
            <p:spPr>
              <a:xfrm>
                <a:off x="7498358"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3"/>
              <p:cNvSpPr/>
              <p:nvPr/>
            </p:nvSpPr>
            <p:spPr>
              <a:xfrm>
                <a:off x="7628755" y="5525074"/>
                <a:ext cx="24330" cy="25342"/>
              </a:xfrm>
              <a:custGeom>
                <a:rect b="b" l="l" r="r" t="t"/>
                <a:pathLst>
                  <a:path extrusionOk="0" h="927" w="890">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3"/>
              <p:cNvSpPr/>
              <p:nvPr/>
            </p:nvSpPr>
            <p:spPr>
              <a:xfrm>
                <a:off x="7759125" y="5525074"/>
                <a:ext cx="24358" cy="25342"/>
              </a:xfrm>
              <a:custGeom>
                <a:rect b="b" l="l" r="r" t="t"/>
                <a:pathLst>
                  <a:path extrusionOk="0" h="927" w="891">
                    <a:moveTo>
                      <a:pt x="463" y="1"/>
                    </a:moveTo>
                    <a:lnTo>
                      <a:pt x="286" y="36"/>
                    </a:lnTo>
                    <a:lnTo>
                      <a:pt x="143" y="143"/>
                    </a:lnTo>
                    <a:lnTo>
                      <a:pt x="36" y="285"/>
                    </a:lnTo>
                    <a:lnTo>
                      <a:pt x="1" y="463"/>
                    </a:lnTo>
                    <a:lnTo>
                      <a:pt x="36" y="641"/>
                    </a:lnTo>
                    <a:lnTo>
                      <a:pt x="143" y="784"/>
                    </a:lnTo>
                    <a:lnTo>
                      <a:pt x="286" y="891"/>
                    </a:lnTo>
                    <a:lnTo>
                      <a:pt x="463" y="926"/>
                    </a:lnTo>
                    <a:lnTo>
                      <a:pt x="641" y="891"/>
                    </a:lnTo>
                    <a:lnTo>
                      <a:pt x="784" y="784"/>
                    </a:lnTo>
                    <a:lnTo>
                      <a:pt x="855" y="641"/>
                    </a:lnTo>
                    <a:lnTo>
                      <a:pt x="891"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3"/>
              <p:cNvSpPr/>
              <p:nvPr/>
            </p:nvSpPr>
            <p:spPr>
              <a:xfrm>
                <a:off x="7889522"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3"/>
              <p:cNvSpPr/>
              <p:nvPr/>
            </p:nvSpPr>
            <p:spPr>
              <a:xfrm>
                <a:off x="8019920" y="5525074"/>
                <a:ext cx="24330" cy="25342"/>
              </a:xfrm>
              <a:custGeom>
                <a:rect b="b" l="l" r="r" t="t"/>
                <a:pathLst>
                  <a:path extrusionOk="0" h="927" w="890">
                    <a:moveTo>
                      <a:pt x="463" y="1"/>
                    </a:moveTo>
                    <a:lnTo>
                      <a:pt x="285" y="36"/>
                    </a:lnTo>
                    <a:lnTo>
                      <a:pt x="142" y="143"/>
                    </a:lnTo>
                    <a:lnTo>
                      <a:pt x="36" y="285"/>
                    </a:lnTo>
                    <a:lnTo>
                      <a:pt x="0" y="463"/>
                    </a:lnTo>
                    <a:lnTo>
                      <a:pt x="36" y="641"/>
                    </a:lnTo>
                    <a:lnTo>
                      <a:pt x="142" y="784"/>
                    </a:lnTo>
                    <a:lnTo>
                      <a:pt x="285" y="891"/>
                    </a:lnTo>
                    <a:lnTo>
                      <a:pt x="463" y="926"/>
                    </a:lnTo>
                    <a:lnTo>
                      <a:pt x="641" y="891"/>
                    </a:lnTo>
                    <a:lnTo>
                      <a:pt x="783" y="784"/>
                    </a:lnTo>
                    <a:lnTo>
                      <a:pt x="854" y="641"/>
                    </a:lnTo>
                    <a:lnTo>
                      <a:pt x="890" y="463"/>
                    </a:lnTo>
                    <a:lnTo>
                      <a:pt x="854"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3"/>
              <p:cNvSpPr/>
              <p:nvPr/>
            </p:nvSpPr>
            <p:spPr>
              <a:xfrm>
                <a:off x="8150290" y="5525074"/>
                <a:ext cx="24358" cy="25342"/>
              </a:xfrm>
              <a:custGeom>
                <a:rect b="b" l="l" r="r" t="t"/>
                <a:pathLst>
                  <a:path extrusionOk="0" h="927" w="891">
                    <a:moveTo>
                      <a:pt x="463" y="1"/>
                    </a:moveTo>
                    <a:lnTo>
                      <a:pt x="285" y="36"/>
                    </a:lnTo>
                    <a:lnTo>
                      <a:pt x="143" y="143"/>
                    </a:lnTo>
                    <a:lnTo>
                      <a:pt x="36" y="285"/>
                    </a:lnTo>
                    <a:lnTo>
                      <a:pt x="1" y="463"/>
                    </a:lnTo>
                    <a:lnTo>
                      <a:pt x="36" y="641"/>
                    </a:lnTo>
                    <a:lnTo>
                      <a:pt x="143" y="784"/>
                    </a:lnTo>
                    <a:lnTo>
                      <a:pt x="285" y="891"/>
                    </a:lnTo>
                    <a:lnTo>
                      <a:pt x="463" y="926"/>
                    </a:lnTo>
                    <a:lnTo>
                      <a:pt x="641" y="891"/>
                    </a:lnTo>
                    <a:lnTo>
                      <a:pt x="784" y="784"/>
                    </a:lnTo>
                    <a:lnTo>
                      <a:pt x="855" y="641"/>
                    </a:lnTo>
                    <a:lnTo>
                      <a:pt x="890" y="463"/>
                    </a:lnTo>
                    <a:lnTo>
                      <a:pt x="855" y="285"/>
                    </a:lnTo>
                    <a:lnTo>
                      <a:pt x="784"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3"/>
              <p:cNvSpPr/>
              <p:nvPr/>
            </p:nvSpPr>
            <p:spPr>
              <a:xfrm>
                <a:off x="8280687" y="5525074"/>
                <a:ext cx="24358" cy="25342"/>
              </a:xfrm>
              <a:custGeom>
                <a:rect b="b" l="l" r="r" t="t"/>
                <a:pathLst>
                  <a:path extrusionOk="0" h="927" w="891">
                    <a:moveTo>
                      <a:pt x="463" y="1"/>
                    </a:moveTo>
                    <a:lnTo>
                      <a:pt x="285" y="36"/>
                    </a:lnTo>
                    <a:lnTo>
                      <a:pt x="143" y="143"/>
                    </a:lnTo>
                    <a:lnTo>
                      <a:pt x="36" y="285"/>
                    </a:lnTo>
                    <a:lnTo>
                      <a:pt x="0" y="463"/>
                    </a:lnTo>
                    <a:lnTo>
                      <a:pt x="36" y="641"/>
                    </a:lnTo>
                    <a:lnTo>
                      <a:pt x="143" y="784"/>
                    </a:lnTo>
                    <a:lnTo>
                      <a:pt x="285" y="891"/>
                    </a:lnTo>
                    <a:lnTo>
                      <a:pt x="463" y="926"/>
                    </a:lnTo>
                    <a:lnTo>
                      <a:pt x="641" y="891"/>
                    </a:lnTo>
                    <a:lnTo>
                      <a:pt x="783" y="784"/>
                    </a:lnTo>
                    <a:lnTo>
                      <a:pt x="855" y="641"/>
                    </a:lnTo>
                    <a:lnTo>
                      <a:pt x="890" y="463"/>
                    </a:lnTo>
                    <a:lnTo>
                      <a:pt x="855" y="285"/>
                    </a:lnTo>
                    <a:lnTo>
                      <a:pt x="783" y="143"/>
                    </a:lnTo>
                    <a:lnTo>
                      <a:pt x="641" y="36"/>
                    </a:lnTo>
                    <a:lnTo>
                      <a:pt x="4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 name="Google Shape;1394;p33"/>
            <p:cNvSpPr/>
            <p:nvPr/>
          </p:nvSpPr>
          <p:spPr>
            <a:xfrm>
              <a:off x="202238" y="822450"/>
              <a:ext cx="149525" cy="149525"/>
            </a:xfrm>
            <a:custGeom>
              <a:rect b="b" l="l" r="r" t="t"/>
              <a:pathLst>
                <a:path extrusionOk="0" h="5981" w="5981">
                  <a:moveTo>
                    <a:pt x="2029" y="0"/>
                  </a:moveTo>
                  <a:lnTo>
                    <a:pt x="2029" y="2065"/>
                  </a:lnTo>
                  <a:lnTo>
                    <a:pt x="1" y="2065"/>
                  </a:lnTo>
                  <a:lnTo>
                    <a:pt x="1" y="3951"/>
                  </a:lnTo>
                  <a:lnTo>
                    <a:pt x="2029" y="3951"/>
                  </a:lnTo>
                  <a:lnTo>
                    <a:pt x="2029" y="5980"/>
                  </a:lnTo>
                  <a:lnTo>
                    <a:pt x="3952" y="5980"/>
                  </a:lnTo>
                  <a:lnTo>
                    <a:pt x="3952" y="3951"/>
                  </a:lnTo>
                  <a:lnTo>
                    <a:pt x="5980" y="3951"/>
                  </a:lnTo>
                  <a:lnTo>
                    <a:pt x="5980" y="2065"/>
                  </a:lnTo>
                  <a:lnTo>
                    <a:pt x="3952" y="2065"/>
                  </a:lnTo>
                  <a:lnTo>
                    <a:pt x="39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 name="Google Shape;1395;p33"/>
            <p:cNvGrpSpPr/>
            <p:nvPr/>
          </p:nvGrpSpPr>
          <p:grpSpPr>
            <a:xfrm>
              <a:off x="590549" y="114288"/>
              <a:ext cx="355973" cy="355079"/>
              <a:chOff x="3185850" y="4486173"/>
              <a:chExt cx="565216" cy="563886"/>
            </a:xfrm>
          </p:grpSpPr>
          <p:sp>
            <p:nvSpPr>
              <p:cNvPr id="1396" name="Google Shape;1396;p33"/>
              <p:cNvSpPr/>
              <p:nvPr/>
            </p:nvSpPr>
            <p:spPr>
              <a:xfrm>
                <a:off x="3185850" y="4486173"/>
                <a:ext cx="565216" cy="563886"/>
              </a:xfrm>
              <a:custGeom>
                <a:rect b="b" l="l" r="r" t="t"/>
                <a:pathLst>
                  <a:path extrusionOk="0" h="14844" w="14879">
                    <a:moveTo>
                      <a:pt x="2919" y="0"/>
                    </a:moveTo>
                    <a:lnTo>
                      <a:pt x="2599" y="72"/>
                    </a:lnTo>
                    <a:lnTo>
                      <a:pt x="2314" y="143"/>
                    </a:lnTo>
                    <a:lnTo>
                      <a:pt x="1994" y="250"/>
                    </a:lnTo>
                    <a:lnTo>
                      <a:pt x="1709" y="392"/>
                    </a:lnTo>
                    <a:lnTo>
                      <a:pt x="1460" y="570"/>
                    </a:lnTo>
                    <a:lnTo>
                      <a:pt x="1211" y="748"/>
                    </a:lnTo>
                    <a:lnTo>
                      <a:pt x="961" y="961"/>
                    </a:lnTo>
                    <a:lnTo>
                      <a:pt x="748" y="1175"/>
                    </a:lnTo>
                    <a:lnTo>
                      <a:pt x="570" y="1424"/>
                    </a:lnTo>
                    <a:lnTo>
                      <a:pt x="392" y="1709"/>
                    </a:lnTo>
                    <a:lnTo>
                      <a:pt x="285" y="1994"/>
                    </a:lnTo>
                    <a:lnTo>
                      <a:pt x="178" y="2278"/>
                    </a:lnTo>
                    <a:lnTo>
                      <a:pt x="72" y="2599"/>
                    </a:lnTo>
                    <a:lnTo>
                      <a:pt x="36" y="2919"/>
                    </a:lnTo>
                    <a:lnTo>
                      <a:pt x="0" y="3239"/>
                    </a:lnTo>
                    <a:lnTo>
                      <a:pt x="0" y="11604"/>
                    </a:lnTo>
                    <a:lnTo>
                      <a:pt x="36" y="11924"/>
                    </a:lnTo>
                    <a:lnTo>
                      <a:pt x="72" y="12245"/>
                    </a:lnTo>
                    <a:lnTo>
                      <a:pt x="178" y="12565"/>
                    </a:lnTo>
                    <a:lnTo>
                      <a:pt x="285" y="12885"/>
                    </a:lnTo>
                    <a:lnTo>
                      <a:pt x="392" y="13170"/>
                    </a:lnTo>
                    <a:lnTo>
                      <a:pt x="570" y="13419"/>
                    </a:lnTo>
                    <a:lnTo>
                      <a:pt x="748" y="13669"/>
                    </a:lnTo>
                    <a:lnTo>
                      <a:pt x="961" y="13918"/>
                    </a:lnTo>
                    <a:lnTo>
                      <a:pt x="1211" y="14131"/>
                    </a:lnTo>
                    <a:lnTo>
                      <a:pt x="1460" y="14309"/>
                    </a:lnTo>
                    <a:lnTo>
                      <a:pt x="1709" y="14452"/>
                    </a:lnTo>
                    <a:lnTo>
                      <a:pt x="1994" y="14594"/>
                    </a:lnTo>
                    <a:lnTo>
                      <a:pt x="2314" y="14701"/>
                    </a:lnTo>
                    <a:lnTo>
                      <a:pt x="2599" y="14808"/>
                    </a:lnTo>
                    <a:lnTo>
                      <a:pt x="2919" y="14843"/>
                    </a:lnTo>
                    <a:lnTo>
                      <a:pt x="11960" y="14843"/>
                    </a:lnTo>
                    <a:lnTo>
                      <a:pt x="12280" y="14808"/>
                    </a:lnTo>
                    <a:lnTo>
                      <a:pt x="12601" y="14701"/>
                    </a:lnTo>
                    <a:lnTo>
                      <a:pt x="12886" y="14594"/>
                    </a:lnTo>
                    <a:lnTo>
                      <a:pt x="13170" y="14452"/>
                    </a:lnTo>
                    <a:lnTo>
                      <a:pt x="13455" y="14309"/>
                    </a:lnTo>
                    <a:lnTo>
                      <a:pt x="13704" y="14131"/>
                    </a:lnTo>
                    <a:lnTo>
                      <a:pt x="13918" y="13918"/>
                    </a:lnTo>
                    <a:lnTo>
                      <a:pt x="14131" y="13669"/>
                    </a:lnTo>
                    <a:lnTo>
                      <a:pt x="14309" y="13419"/>
                    </a:lnTo>
                    <a:lnTo>
                      <a:pt x="14487" y="13170"/>
                    </a:lnTo>
                    <a:lnTo>
                      <a:pt x="14630" y="12885"/>
                    </a:lnTo>
                    <a:lnTo>
                      <a:pt x="14736" y="12565"/>
                    </a:lnTo>
                    <a:lnTo>
                      <a:pt x="14808" y="12245"/>
                    </a:lnTo>
                    <a:lnTo>
                      <a:pt x="14843" y="11924"/>
                    </a:lnTo>
                    <a:lnTo>
                      <a:pt x="14879" y="11604"/>
                    </a:lnTo>
                    <a:lnTo>
                      <a:pt x="14879" y="3239"/>
                    </a:lnTo>
                    <a:lnTo>
                      <a:pt x="14843" y="2919"/>
                    </a:lnTo>
                    <a:lnTo>
                      <a:pt x="14808" y="2599"/>
                    </a:lnTo>
                    <a:lnTo>
                      <a:pt x="14736" y="2278"/>
                    </a:lnTo>
                    <a:lnTo>
                      <a:pt x="14630" y="1994"/>
                    </a:lnTo>
                    <a:lnTo>
                      <a:pt x="14487" y="1709"/>
                    </a:lnTo>
                    <a:lnTo>
                      <a:pt x="14309" y="1424"/>
                    </a:lnTo>
                    <a:lnTo>
                      <a:pt x="14131" y="1175"/>
                    </a:lnTo>
                    <a:lnTo>
                      <a:pt x="13918" y="961"/>
                    </a:lnTo>
                    <a:lnTo>
                      <a:pt x="13704" y="748"/>
                    </a:lnTo>
                    <a:lnTo>
                      <a:pt x="13455" y="570"/>
                    </a:lnTo>
                    <a:lnTo>
                      <a:pt x="13170" y="392"/>
                    </a:lnTo>
                    <a:lnTo>
                      <a:pt x="12886" y="250"/>
                    </a:lnTo>
                    <a:lnTo>
                      <a:pt x="12601" y="143"/>
                    </a:lnTo>
                    <a:lnTo>
                      <a:pt x="12280" y="72"/>
                    </a:lnTo>
                    <a:lnTo>
                      <a:pt x="119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3"/>
              <p:cNvSpPr/>
              <p:nvPr/>
            </p:nvSpPr>
            <p:spPr>
              <a:xfrm>
                <a:off x="3353529" y="4607849"/>
                <a:ext cx="229900" cy="342153"/>
              </a:xfrm>
              <a:custGeom>
                <a:rect b="b" l="l" r="r" t="t"/>
                <a:pathLst>
                  <a:path extrusionOk="0" h="9007" w="6052">
                    <a:moveTo>
                      <a:pt x="3026" y="1"/>
                    </a:moveTo>
                    <a:lnTo>
                      <a:pt x="2563" y="464"/>
                    </a:lnTo>
                    <a:lnTo>
                      <a:pt x="2065" y="1033"/>
                    </a:lnTo>
                    <a:lnTo>
                      <a:pt x="1531" y="1781"/>
                    </a:lnTo>
                    <a:lnTo>
                      <a:pt x="1246" y="2208"/>
                    </a:lnTo>
                    <a:lnTo>
                      <a:pt x="961" y="2670"/>
                    </a:lnTo>
                    <a:lnTo>
                      <a:pt x="712" y="3169"/>
                    </a:lnTo>
                    <a:lnTo>
                      <a:pt x="463" y="3667"/>
                    </a:lnTo>
                    <a:lnTo>
                      <a:pt x="285" y="4237"/>
                    </a:lnTo>
                    <a:lnTo>
                      <a:pt x="143" y="4770"/>
                    </a:lnTo>
                    <a:lnTo>
                      <a:pt x="36" y="5376"/>
                    </a:lnTo>
                    <a:lnTo>
                      <a:pt x="0" y="5981"/>
                    </a:lnTo>
                    <a:lnTo>
                      <a:pt x="36" y="6265"/>
                    </a:lnTo>
                    <a:lnTo>
                      <a:pt x="71" y="6586"/>
                    </a:lnTo>
                    <a:lnTo>
                      <a:pt x="143" y="6870"/>
                    </a:lnTo>
                    <a:lnTo>
                      <a:pt x="249" y="7155"/>
                    </a:lnTo>
                    <a:lnTo>
                      <a:pt x="356" y="7404"/>
                    </a:lnTo>
                    <a:lnTo>
                      <a:pt x="534" y="7654"/>
                    </a:lnTo>
                    <a:lnTo>
                      <a:pt x="712" y="7903"/>
                    </a:lnTo>
                    <a:lnTo>
                      <a:pt x="890" y="8116"/>
                    </a:lnTo>
                    <a:lnTo>
                      <a:pt x="1104" y="8294"/>
                    </a:lnTo>
                    <a:lnTo>
                      <a:pt x="1353" y="8472"/>
                    </a:lnTo>
                    <a:lnTo>
                      <a:pt x="1602" y="8615"/>
                    </a:lnTo>
                    <a:lnTo>
                      <a:pt x="1851" y="8757"/>
                    </a:lnTo>
                    <a:lnTo>
                      <a:pt x="2136" y="8864"/>
                    </a:lnTo>
                    <a:lnTo>
                      <a:pt x="2421" y="8935"/>
                    </a:lnTo>
                    <a:lnTo>
                      <a:pt x="2705" y="8971"/>
                    </a:lnTo>
                    <a:lnTo>
                      <a:pt x="3026" y="9006"/>
                    </a:lnTo>
                    <a:lnTo>
                      <a:pt x="3346" y="8971"/>
                    </a:lnTo>
                    <a:lnTo>
                      <a:pt x="3631" y="8935"/>
                    </a:lnTo>
                    <a:lnTo>
                      <a:pt x="3915" y="8864"/>
                    </a:lnTo>
                    <a:lnTo>
                      <a:pt x="4200" y="8757"/>
                    </a:lnTo>
                    <a:lnTo>
                      <a:pt x="4485" y="8615"/>
                    </a:lnTo>
                    <a:lnTo>
                      <a:pt x="4734" y="8472"/>
                    </a:lnTo>
                    <a:lnTo>
                      <a:pt x="4948" y="8294"/>
                    </a:lnTo>
                    <a:lnTo>
                      <a:pt x="5161" y="8116"/>
                    </a:lnTo>
                    <a:lnTo>
                      <a:pt x="5375" y="7903"/>
                    </a:lnTo>
                    <a:lnTo>
                      <a:pt x="5553" y="7654"/>
                    </a:lnTo>
                    <a:lnTo>
                      <a:pt x="5695" y="7404"/>
                    </a:lnTo>
                    <a:lnTo>
                      <a:pt x="5802" y="7155"/>
                    </a:lnTo>
                    <a:lnTo>
                      <a:pt x="5909" y="6870"/>
                    </a:lnTo>
                    <a:lnTo>
                      <a:pt x="5980" y="6586"/>
                    </a:lnTo>
                    <a:lnTo>
                      <a:pt x="6051" y="6265"/>
                    </a:lnTo>
                    <a:lnTo>
                      <a:pt x="6051" y="5981"/>
                    </a:lnTo>
                    <a:lnTo>
                      <a:pt x="6016" y="5376"/>
                    </a:lnTo>
                    <a:lnTo>
                      <a:pt x="5909" y="4770"/>
                    </a:lnTo>
                    <a:lnTo>
                      <a:pt x="5766" y="4237"/>
                    </a:lnTo>
                    <a:lnTo>
                      <a:pt x="5588" y="3667"/>
                    </a:lnTo>
                    <a:lnTo>
                      <a:pt x="5339" y="3169"/>
                    </a:lnTo>
                    <a:lnTo>
                      <a:pt x="5090" y="2670"/>
                    </a:lnTo>
                    <a:lnTo>
                      <a:pt x="4841" y="2208"/>
                    </a:lnTo>
                    <a:lnTo>
                      <a:pt x="4556" y="1781"/>
                    </a:lnTo>
                    <a:lnTo>
                      <a:pt x="3987" y="1033"/>
                    </a:lnTo>
                    <a:lnTo>
                      <a:pt x="3488" y="464"/>
                    </a:lnTo>
                    <a:lnTo>
                      <a:pt x="30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1" name="Shape 1401"/>
        <p:cNvGrpSpPr/>
        <p:nvPr/>
      </p:nvGrpSpPr>
      <p:grpSpPr>
        <a:xfrm>
          <a:off x="0" y="0"/>
          <a:ext cx="0" cy="0"/>
          <a:chOff x="0" y="0"/>
          <a:chExt cx="0" cy="0"/>
        </a:xfrm>
      </p:grpSpPr>
      <p:sp>
        <p:nvSpPr>
          <p:cNvPr id="1402" name="Google Shape;1402;p34"/>
          <p:cNvSpPr txBox="1"/>
          <p:nvPr>
            <p:ph type="title"/>
          </p:nvPr>
        </p:nvSpPr>
        <p:spPr>
          <a:xfrm>
            <a:off x="1284000" y="1669532"/>
            <a:ext cx="6576000" cy="110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123</a:t>
            </a:r>
            <a:r>
              <a:rPr lang="en"/>
              <a:t>,000</a:t>
            </a:r>
            <a:endParaRPr/>
          </a:p>
        </p:txBody>
      </p:sp>
      <p:sp>
        <p:nvSpPr>
          <p:cNvPr id="1403" name="Google Shape;1403;p34"/>
          <p:cNvSpPr txBox="1"/>
          <p:nvPr>
            <p:ph idx="1" type="subTitle"/>
          </p:nvPr>
        </p:nvSpPr>
        <p:spPr>
          <a:xfrm>
            <a:off x="1284000" y="2776768"/>
            <a:ext cx="6576000" cy="69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Numerical insights crystallize the profound impact of health studies, offering clarity and measurable progress in the pursuit of well-being</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 name="Shape 1407"/>
        <p:cNvGrpSpPr/>
        <p:nvPr/>
      </p:nvGrpSpPr>
      <p:grpSpPr>
        <a:xfrm>
          <a:off x="0" y="0"/>
          <a:ext cx="0" cy="0"/>
          <a:chOff x="0" y="0"/>
          <a:chExt cx="0" cy="0"/>
        </a:xfrm>
      </p:grpSpPr>
      <p:sp>
        <p:nvSpPr>
          <p:cNvPr id="1408" name="Google Shape;1408;p35"/>
          <p:cNvSpPr txBox="1"/>
          <p:nvPr/>
        </p:nvSpPr>
        <p:spPr>
          <a:xfrm flipH="1">
            <a:off x="5726542" y="1354050"/>
            <a:ext cx="2704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Place 1</a:t>
            </a:r>
            <a:endParaRPr sz="1600">
              <a:solidFill>
                <a:schemeClr val="dk1"/>
              </a:solidFill>
              <a:latin typeface="Montserrat SemiBold"/>
              <a:ea typeface="Montserrat SemiBold"/>
              <a:cs typeface="Montserrat SemiBold"/>
              <a:sym typeface="Montserrat SemiBold"/>
            </a:endParaRPr>
          </a:p>
        </p:txBody>
      </p:sp>
      <p:sp>
        <p:nvSpPr>
          <p:cNvPr id="1409" name="Google Shape;1409;p35"/>
          <p:cNvSpPr txBox="1"/>
          <p:nvPr/>
        </p:nvSpPr>
        <p:spPr>
          <a:xfrm flipH="1">
            <a:off x="5726542" y="3588035"/>
            <a:ext cx="2704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Place 3</a:t>
            </a:r>
            <a:endParaRPr sz="1600">
              <a:solidFill>
                <a:schemeClr val="dk1"/>
              </a:solidFill>
              <a:latin typeface="Montserrat SemiBold"/>
              <a:ea typeface="Montserrat SemiBold"/>
              <a:cs typeface="Montserrat SemiBold"/>
              <a:sym typeface="Montserrat SemiBold"/>
            </a:endParaRPr>
          </a:p>
        </p:txBody>
      </p:sp>
      <p:sp>
        <p:nvSpPr>
          <p:cNvPr id="1410" name="Google Shape;1410;p35"/>
          <p:cNvSpPr txBox="1"/>
          <p:nvPr/>
        </p:nvSpPr>
        <p:spPr>
          <a:xfrm flipH="1">
            <a:off x="5726573" y="2471043"/>
            <a:ext cx="2704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Place 2</a:t>
            </a:r>
            <a:endParaRPr sz="1600">
              <a:solidFill>
                <a:schemeClr val="dk1"/>
              </a:solidFill>
              <a:latin typeface="Montserrat SemiBold"/>
              <a:ea typeface="Montserrat SemiBold"/>
              <a:cs typeface="Montserrat SemiBold"/>
              <a:sym typeface="Montserrat SemiBold"/>
            </a:endParaRPr>
          </a:p>
        </p:txBody>
      </p:sp>
      <p:sp>
        <p:nvSpPr>
          <p:cNvPr id="1411" name="Google Shape;1411;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Global health insights</a:t>
            </a:r>
            <a:endParaRPr/>
          </a:p>
        </p:txBody>
      </p:sp>
      <p:sp>
        <p:nvSpPr>
          <p:cNvPr id="1412" name="Google Shape;1412;p35"/>
          <p:cNvSpPr txBox="1"/>
          <p:nvPr/>
        </p:nvSpPr>
        <p:spPr>
          <a:xfrm flipH="1">
            <a:off x="5726557" y="1690815"/>
            <a:ext cx="2704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Community well-being through accessible healthcare</a:t>
            </a:r>
            <a:endParaRPr>
              <a:solidFill>
                <a:schemeClr val="dk1"/>
              </a:solidFill>
              <a:latin typeface="Barlow"/>
              <a:ea typeface="Barlow"/>
              <a:cs typeface="Barlow"/>
              <a:sym typeface="Barlow"/>
            </a:endParaRPr>
          </a:p>
        </p:txBody>
      </p:sp>
      <p:sp>
        <p:nvSpPr>
          <p:cNvPr id="1413" name="Google Shape;1413;p35"/>
          <p:cNvSpPr txBox="1"/>
          <p:nvPr/>
        </p:nvSpPr>
        <p:spPr>
          <a:xfrm flipH="1">
            <a:off x="5726557" y="3924800"/>
            <a:ext cx="2704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Championing holistic well-being for all</a:t>
            </a:r>
            <a:endParaRPr>
              <a:solidFill>
                <a:schemeClr val="dk1"/>
              </a:solidFill>
              <a:latin typeface="Barlow"/>
              <a:ea typeface="Barlow"/>
              <a:cs typeface="Barlow"/>
              <a:sym typeface="Barlow"/>
            </a:endParaRPr>
          </a:p>
        </p:txBody>
      </p:sp>
      <p:sp>
        <p:nvSpPr>
          <p:cNvPr id="1414" name="Google Shape;1414;p35"/>
          <p:cNvSpPr txBox="1"/>
          <p:nvPr/>
        </p:nvSpPr>
        <p:spPr>
          <a:xfrm flipH="1">
            <a:off x="5726575" y="2807807"/>
            <a:ext cx="2704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Disease management excellence and advanced treatments</a:t>
            </a:r>
            <a:endParaRPr>
              <a:solidFill>
                <a:schemeClr val="dk1"/>
              </a:solidFill>
              <a:latin typeface="Barlow"/>
              <a:ea typeface="Barlow"/>
              <a:cs typeface="Barlow"/>
              <a:sym typeface="Barlow"/>
            </a:endParaRPr>
          </a:p>
        </p:txBody>
      </p:sp>
      <p:grpSp>
        <p:nvGrpSpPr>
          <p:cNvPr id="1415" name="Google Shape;1415;p35"/>
          <p:cNvGrpSpPr/>
          <p:nvPr/>
        </p:nvGrpSpPr>
        <p:grpSpPr>
          <a:xfrm>
            <a:off x="713215" y="1699811"/>
            <a:ext cx="4428118" cy="2451037"/>
            <a:chOff x="2654821" y="2311071"/>
            <a:chExt cx="2279715" cy="1262120"/>
          </a:xfrm>
        </p:grpSpPr>
        <p:grpSp>
          <p:nvGrpSpPr>
            <p:cNvPr id="1416" name="Google Shape;1416;p35"/>
            <p:cNvGrpSpPr/>
            <p:nvPr/>
          </p:nvGrpSpPr>
          <p:grpSpPr>
            <a:xfrm>
              <a:off x="4034269" y="2840745"/>
              <a:ext cx="40212" cy="36437"/>
              <a:chOff x="4293400" y="2574725"/>
              <a:chExt cx="84425" cy="80100"/>
            </a:xfrm>
          </p:grpSpPr>
          <p:sp>
            <p:nvSpPr>
              <p:cNvPr id="1417" name="Google Shape;1417;p3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1"/>
              </a:solidFill>
              <a:ln>
                <a:noFill/>
              </a:ln>
            </p:spPr>
          </p:sp>
          <p:sp>
            <p:nvSpPr>
              <p:cNvPr id="1418" name="Google Shape;1418;p3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35"/>
            <p:cNvGrpSpPr/>
            <p:nvPr/>
          </p:nvGrpSpPr>
          <p:grpSpPr>
            <a:xfrm>
              <a:off x="3894606" y="2334874"/>
              <a:ext cx="913198" cy="518984"/>
              <a:chOff x="4000175" y="1462675"/>
              <a:chExt cx="1917275" cy="1140875"/>
            </a:xfrm>
          </p:grpSpPr>
          <p:sp>
            <p:nvSpPr>
              <p:cNvPr id="1420" name="Google Shape;1420;p3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1"/>
              </a:solidFill>
              <a:ln>
                <a:noFill/>
              </a:ln>
            </p:spPr>
          </p:sp>
          <p:grpSp>
            <p:nvGrpSpPr>
              <p:cNvPr id="1421" name="Google Shape;1421;p35"/>
              <p:cNvGrpSpPr/>
              <p:nvPr/>
            </p:nvGrpSpPr>
            <p:grpSpPr>
              <a:xfrm>
                <a:off x="4000175" y="1462675"/>
                <a:ext cx="1917275" cy="1140875"/>
                <a:chOff x="4000175" y="1462675"/>
                <a:chExt cx="1917275" cy="1140875"/>
              </a:xfrm>
            </p:grpSpPr>
            <p:sp>
              <p:nvSpPr>
                <p:cNvPr id="1422" name="Google Shape;1422;p3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1"/>
                </a:solidFill>
                <a:ln>
                  <a:noFill/>
                </a:ln>
              </p:spPr>
            </p:sp>
            <p:sp>
              <p:nvSpPr>
                <p:cNvPr id="1423" name="Google Shape;1423;p3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27" name="Google Shape;1427;p3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 name="Google Shape;1428;p35"/>
            <p:cNvGrpSpPr/>
            <p:nvPr/>
          </p:nvGrpSpPr>
          <p:grpSpPr>
            <a:xfrm>
              <a:off x="3875768" y="2846704"/>
              <a:ext cx="44796" cy="47366"/>
              <a:chOff x="3960625" y="2587825"/>
              <a:chExt cx="94050" cy="104125"/>
            </a:xfrm>
          </p:grpSpPr>
          <p:sp>
            <p:nvSpPr>
              <p:cNvPr id="1429" name="Google Shape;1429;p3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1"/>
              </a:solidFill>
              <a:ln>
                <a:noFill/>
              </a:ln>
            </p:spPr>
          </p:sp>
          <p:sp>
            <p:nvSpPr>
              <p:cNvPr id="1430" name="Google Shape;1430;p3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35"/>
            <p:cNvGrpSpPr/>
            <p:nvPr/>
          </p:nvGrpSpPr>
          <p:grpSpPr>
            <a:xfrm>
              <a:off x="3782759" y="2807162"/>
              <a:ext cx="82686" cy="85487"/>
              <a:chOff x="3765350" y="2500900"/>
              <a:chExt cx="173600" cy="187925"/>
            </a:xfrm>
          </p:grpSpPr>
          <p:sp>
            <p:nvSpPr>
              <p:cNvPr id="1432" name="Google Shape;1432;p3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1"/>
              </a:solidFill>
              <a:ln>
                <a:noFill/>
              </a:ln>
            </p:spPr>
          </p:sp>
          <p:sp>
            <p:nvSpPr>
              <p:cNvPr id="1433" name="Google Shape;1433;p3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35"/>
            <p:cNvGrpSpPr/>
            <p:nvPr/>
          </p:nvGrpSpPr>
          <p:grpSpPr>
            <a:xfrm>
              <a:off x="3775674" y="2798496"/>
              <a:ext cx="40545" cy="23564"/>
              <a:chOff x="3750475" y="2481850"/>
              <a:chExt cx="85125" cy="51800"/>
            </a:xfrm>
          </p:grpSpPr>
          <p:sp>
            <p:nvSpPr>
              <p:cNvPr id="1439" name="Google Shape;1439;p3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1"/>
              </a:solidFill>
              <a:ln>
                <a:noFill/>
              </a:ln>
            </p:spPr>
          </p:sp>
        </p:grpSp>
        <p:grpSp>
          <p:nvGrpSpPr>
            <p:cNvPr id="1441" name="Google Shape;1441;p35"/>
            <p:cNvGrpSpPr/>
            <p:nvPr/>
          </p:nvGrpSpPr>
          <p:grpSpPr>
            <a:xfrm>
              <a:off x="3716946" y="2776024"/>
              <a:ext cx="81971" cy="76912"/>
              <a:chOff x="3627175" y="2432450"/>
              <a:chExt cx="172100" cy="169075"/>
            </a:xfrm>
          </p:grpSpPr>
          <p:sp>
            <p:nvSpPr>
              <p:cNvPr id="1442" name="Google Shape;1442;p3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1"/>
              </a:solidFill>
              <a:ln>
                <a:noFill/>
              </a:ln>
            </p:spPr>
          </p:sp>
          <p:sp>
            <p:nvSpPr>
              <p:cNvPr id="1444" name="Google Shape;1444;p3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1445" name="Google Shape;1445;p35"/>
            <p:cNvGrpSpPr/>
            <p:nvPr/>
          </p:nvGrpSpPr>
          <p:grpSpPr>
            <a:xfrm>
              <a:off x="3685682" y="2845624"/>
              <a:ext cx="29311" cy="45055"/>
              <a:chOff x="3561536" y="2585450"/>
              <a:chExt cx="61539" cy="99045"/>
            </a:xfrm>
          </p:grpSpPr>
          <p:sp>
            <p:nvSpPr>
              <p:cNvPr id="1446" name="Google Shape;1446;p3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1"/>
              </a:solidFill>
              <a:ln>
                <a:noFill/>
              </a:ln>
            </p:spPr>
          </p:sp>
        </p:grpSp>
        <p:grpSp>
          <p:nvGrpSpPr>
            <p:cNvPr id="1448" name="Google Shape;1448;p35"/>
            <p:cNvGrpSpPr/>
            <p:nvPr/>
          </p:nvGrpSpPr>
          <p:grpSpPr>
            <a:xfrm>
              <a:off x="3849905" y="2572252"/>
              <a:ext cx="74339" cy="119559"/>
              <a:chOff x="3906325" y="1984500"/>
              <a:chExt cx="156075" cy="262825"/>
            </a:xfrm>
          </p:grpSpPr>
          <p:sp>
            <p:nvSpPr>
              <p:cNvPr id="1449" name="Google Shape;1449;p3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1"/>
              </a:solidFill>
              <a:ln>
                <a:noFill/>
              </a:ln>
            </p:spPr>
          </p:sp>
          <p:sp>
            <p:nvSpPr>
              <p:cNvPr id="1450" name="Google Shape;1450;p3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 name="Google Shape;1451;p35"/>
            <p:cNvGrpSpPr/>
            <p:nvPr/>
          </p:nvGrpSpPr>
          <p:grpSpPr>
            <a:xfrm>
              <a:off x="2654821" y="2414345"/>
              <a:ext cx="667570" cy="558731"/>
              <a:chOff x="1397225" y="1637375"/>
              <a:chExt cx="1401575" cy="1228250"/>
            </a:xfrm>
          </p:grpSpPr>
          <p:sp>
            <p:nvSpPr>
              <p:cNvPr id="1452" name="Google Shape;1452;p3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1453" name="Google Shape;1453;p35"/>
              <p:cNvGrpSpPr/>
              <p:nvPr/>
            </p:nvGrpSpPr>
            <p:grpSpPr>
              <a:xfrm>
                <a:off x="1397225" y="1637375"/>
                <a:ext cx="1398775" cy="1228250"/>
                <a:chOff x="1397225" y="1637375"/>
                <a:chExt cx="1398775" cy="1228250"/>
              </a:xfrm>
            </p:grpSpPr>
            <p:sp>
              <p:nvSpPr>
                <p:cNvPr id="1454" name="Google Shape;1454;p3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 name="Google Shape;1456;p35"/>
            <p:cNvGrpSpPr/>
            <p:nvPr/>
          </p:nvGrpSpPr>
          <p:grpSpPr>
            <a:xfrm>
              <a:off x="3230417" y="3103734"/>
              <a:ext cx="282982" cy="280332"/>
              <a:chOff x="2605700" y="3152850"/>
              <a:chExt cx="594125" cy="616250"/>
            </a:xfrm>
          </p:grpSpPr>
          <p:sp>
            <p:nvSpPr>
              <p:cNvPr id="1457" name="Google Shape;1457;p3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1"/>
              </a:solidFill>
              <a:ln>
                <a:noFill/>
              </a:ln>
            </p:spPr>
          </p:sp>
          <p:sp>
            <p:nvSpPr>
              <p:cNvPr id="1458" name="Google Shape;1458;p3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59" name="Google Shape;1459;p35"/>
            <p:cNvGrpSpPr/>
            <p:nvPr/>
          </p:nvGrpSpPr>
          <p:grpSpPr>
            <a:xfrm>
              <a:off x="3265985" y="3226989"/>
              <a:ext cx="87151" cy="346202"/>
              <a:chOff x="2680375" y="3423800"/>
              <a:chExt cx="182975" cy="761050"/>
            </a:xfrm>
          </p:grpSpPr>
          <p:sp>
            <p:nvSpPr>
              <p:cNvPr id="1460" name="Google Shape;1460;p3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1"/>
              </a:solidFill>
              <a:ln>
                <a:noFill/>
              </a:ln>
            </p:spPr>
          </p:sp>
          <p:sp>
            <p:nvSpPr>
              <p:cNvPr id="1461" name="Google Shape;1461;p3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35"/>
            <p:cNvGrpSpPr/>
            <p:nvPr/>
          </p:nvGrpSpPr>
          <p:grpSpPr>
            <a:xfrm>
              <a:off x="3855466" y="3289811"/>
              <a:ext cx="112514" cy="94210"/>
              <a:chOff x="3918000" y="3561900"/>
              <a:chExt cx="236225" cy="207100"/>
            </a:xfrm>
          </p:grpSpPr>
          <p:sp>
            <p:nvSpPr>
              <p:cNvPr id="1463" name="Google Shape;1463;p3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1464" name="Google Shape;1464;p3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 name="Google Shape;1465;p3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68" name="Google Shape;1468;p35"/>
            <p:cNvGrpSpPr/>
            <p:nvPr/>
          </p:nvGrpSpPr>
          <p:grpSpPr>
            <a:xfrm>
              <a:off x="2905224" y="2311071"/>
              <a:ext cx="596721" cy="528992"/>
              <a:chOff x="1922950" y="1410350"/>
              <a:chExt cx="1252825" cy="1162875"/>
            </a:xfrm>
          </p:grpSpPr>
          <p:sp>
            <p:nvSpPr>
              <p:cNvPr id="1469" name="Google Shape;1469;p3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85" name="Google Shape;1485;p3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05" name="Google Shape;1505;p3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6" name="Google Shape;1506;p3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35"/>
            <p:cNvGrpSpPr/>
            <p:nvPr/>
          </p:nvGrpSpPr>
          <p:grpSpPr>
            <a:xfrm>
              <a:off x="3280929" y="3294542"/>
              <a:ext cx="109894" cy="272224"/>
              <a:chOff x="2711750" y="3572300"/>
              <a:chExt cx="230725" cy="598425"/>
            </a:xfrm>
          </p:grpSpPr>
          <p:sp>
            <p:nvSpPr>
              <p:cNvPr id="1508" name="Google Shape;1508;p3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 name="Google Shape;1510;p3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 name="Google Shape;1511;p35"/>
            <p:cNvGrpSpPr/>
            <p:nvPr/>
          </p:nvGrpSpPr>
          <p:grpSpPr>
            <a:xfrm>
              <a:off x="3790439" y="2408636"/>
              <a:ext cx="73017" cy="75684"/>
              <a:chOff x="3781475" y="1624825"/>
              <a:chExt cx="153300" cy="166375"/>
            </a:xfrm>
          </p:grpSpPr>
          <p:sp>
            <p:nvSpPr>
              <p:cNvPr id="1512" name="Google Shape;1512;p3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 name="Google Shape;1516;p3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 name="Google Shape;1523;p35"/>
            <p:cNvGrpSpPr/>
            <p:nvPr/>
          </p:nvGrpSpPr>
          <p:grpSpPr>
            <a:xfrm>
              <a:off x="4403342" y="3107749"/>
              <a:ext cx="316680" cy="101374"/>
              <a:chOff x="5068275" y="3161675"/>
              <a:chExt cx="664875" cy="222850"/>
            </a:xfrm>
          </p:grpSpPr>
          <p:sp>
            <p:nvSpPr>
              <p:cNvPr id="1524" name="Google Shape;1524;p3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3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 name="Google Shape;1557;p35"/>
            <p:cNvGrpSpPr/>
            <p:nvPr/>
          </p:nvGrpSpPr>
          <p:grpSpPr>
            <a:xfrm>
              <a:off x="3697513" y="2707266"/>
              <a:ext cx="59549" cy="79733"/>
              <a:chOff x="3586375" y="2281300"/>
              <a:chExt cx="125025" cy="175275"/>
            </a:xfrm>
          </p:grpSpPr>
          <p:sp>
            <p:nvSpPr>
              <p:cNvPr id="1558" name="Google Shape;1558;p3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 name="Google Shape;1560;p3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 name="Google Shape;1561;p35"/>
            <p:cNvGrpSpPr/>
            <p:nvPr/>
          </p:nvGrpSpPr>
          <p:grpSpPr>
            <a:xfrm>
              <a:off x="4513224" y="3221724"/>
              <a:ext cx="274563" cy="280321"/>
              <a:chOff x="5298975" y="3412225"/>
              <a:chExt cx="576450" cy="616225"/>
            </a:xfrm>
          </p:grpSpPr>
          <p:sp>
            <p:nvSpPr>
              <p:cNvPr id="1562" name="Google Shape;1562;p3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63" name="Google Shape;1563;p3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35"/>
            <p:cNvGrpSpPr/>
            <p:nvPr/>
          </p:nvGrpSpPr>
          <p:grpSpPr>
            <a:xfrm>
              <a:off x="4824403" y="3421846"/>
              <a:ext cx="110132" cy="130647"/>
              <a:chOff x="5952300" y="3852150"/>
              <a:chExt cx="231225" cy="287200"/>
            </a:xfrm>
          </p:grpSpPr>
          <p:sp>
            <p:nvSpPr>
              <p:cNvPr id="1565" name="Google Shape;1565;p3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3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5"/>
            <p:cNvSpPr/>
            <p:nvPr/>
          </p:nvSpPr>
          <p:spPr>
            <a:xfrm>
              <a:off x="4442708" y="2990191"/>
              <a:ext cx="762" cy="967"/>
            </a:xfrm>
            <a:custGeom>
              <a:rect b="b" l="l" r="r" t="t"/>
              <a:pathLst>
                <a:path extrusionOk="0" h="85" w="64">
                  <a:moveTo>
                    <a:pt x="63" y="85"/>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5"/>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 name="Google Shape;1575;p35"/>
            <p:cNvGrpSpPr/>
            <p:nvPr/>
          </p:nvGrpSpPr>
          <p:grpSpPr>
            <a:xfrm>
              <a:off x="4295710" y="3079670"/>
              <a:ext cx="14968" cy="27135"/>
              <a:chOff x="4842300" y="3099950"/>
              <a:chExt cx="31425" cy="59650"/>
            </a:xfrm>
          </p:grpSpPr>
          <p:sp>
            <p:nvSpPr>
              <p:cNvPr id="1576" name="Google Shape;1576;p3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 name="Google Shape;1580;p3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 name="Google Shape;1588;p35"/>
            <p:cNvGrpSpPr/>
            <p:nvPr/>
          </p:nvGrpSpPr>
          <p:grpSpPr>
            <a:xfrm>
              <a:off x="3831056" y="2816010"/>
              <a:ext cx="37378" cy="27612"/>
              <a:chOff x="3866750" y="2520350"/>
              <a:chExt cx="78475" cy="60700"/>
            </a:xfrm>
          </p:grpSpPr>
          <p:sp>
            <p:nvSpPr>
              <p:cNvPr id="1589" name="Google Shape;1589;p3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 name="Google Shape;1593;p3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10" name="Google Shape;1610;p3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22" name="Google Shape;1622;p3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5" name="Google Shape;1635;p35"/>
            <p:cNvGrpSpPr/>
            <p:nvPr/>
          </p:nvGrpSpPr>
          <p:grpSpPr>
            <a:xfrm>
              <a:off x="3632736" y="3051591"/>
              <a:ext cx="63288" cy="45217"/>
              <a:chOff x="3450375" y="3038225"/>
              <a:chExt cx="132875" cy="99400"/>
            </a:xfrm>
          </p:grpSpPr>
          <p:sp>
            <p:nvSpPr>
              <p:cNvPr id="1636" name="Google Shape;1636;p3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8" name="Google Shape;1638;p3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47" name="Google Shape;1647;p3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57" name="Google Shape;1657;p3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63" name="Google Shape;1663;p3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5"/>
            <p:cNvSpPr/>
            <p:nvPr/>
          </p:nvSpPr>
          <p:spPr>
            <a:xfrm>
              <a:off x="4036853" y="2853608"/>
              <a:ext cx="1250" cy="1205"/>
            </a:xfrm>
            <a:custGeom>
              <a:rect b="b" l="l" r="r" t="t"/>
              <a:pathLst>
                <a:path extrusionOk="0" fill="none" h="106" w="105">
                  <a:moveTo>
                    <a:pt x="105" y="105"/>
                  </a:moveTo>
                  <a:lnTo>
                    <a:pt x="0" y="1"/>
                  </a:lnTo>
                </a:path>
              </a:pathLst>
            </a:custGeom>
            <a:solidFill>
              <a:schemeClr val="accen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35"/>
          <p:cNvSpPr/>
          <p:nvPr/>
        </p:nvSpPr>
        <p:spPr>
          <a:xfrm>
            <a:off x="5364600" y="1426650"/>
            <a:ext cx="304800" cy="30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1674" name="Google Shape;1674;p35"/>
          <p:cNvSpPr/>
          <p:nvPr/>
        </p:nvSpPr>
        <p:spPr>
          <a:xfrm>
            <a:off x="5364600" y="2543638"/>
            <a:ext cx="304800" cy="30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1675" name="Google Shape;1675;p35"/>
          <p:cNvSpPr/>
          <p:nvPr/>
        </p:nvSpPr>
        <p:spPr>
          <a:xfrm>
            <a:off x="5364600" y="3660638"/>
            <a:ext cx="304800" cy="304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9" name="Shape 1679"/>
        <p:cNvGrpSpPr/>
        <p:nvPr/>
      </p:nvGrpSpPr>
      <p:grpSpPr>
        <a:xfrm>
          <a:off x="0" y="0"/>
          <a:ext cx="0" cy="0"/>
          <a:chOff x="0" y="0"/>
          <a:chExt cx="0" cy="0"/>
        </a:xfrm>
      </p:grpSpPr>
      <p:sp>
        <p:nvSpPr>
          <p:cNvPr id="1680" name="Google Shape;1680;p36"/>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Health trends overview</a:t>
            </a:r>
            <a:endParaRPr/>
          </a:p>
        </p:txBody>
      </p:sp>
      <p:sp>
        <p:nvSpPr>
          <p:cNvPr id="1681" name="Google Shape;1681;p36"/>
          <p:cNvSpPr txBox="1"/>
          <p:nvPr/>
        </p:nvSpPr>
        <p:spPr>
          <a:xfrm>
            <a:off x="965525" y="4296500"/>
            <a:ext cx="6904800" cy="30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 </a:t>
            </a:r>
            <a:r>
              <a:rPr b="1" lang="en" sz="1000" u="sng">
                <a:solidFill>
                  <a:schemeClr val="dk1"/>
                </a:solidFill>
                <a:latin typeface="Barlow"/>
                <a:ea typeface="Barlow"/>
                <a:cs typeface="Barlow"/>
                <a:sym typeface="Barlow"/>
                <a:hlinkClick r:id="rId3">
                  <a:extLst>
                    <a:ext uri="{A12FA001-AC4F-418D-AE19-62706E023703}">
                      <ahyp:hlinkClr val="tx"/>
                    </a:ext>
                  </a:extLst>
                </a:hlinkClick>
              </a:rPr>
              <a:t>For more info, click here</a:t>
            </a:r>
            <a:endParaRPr b="1" sz="1000" u="sng">
              <a:solidFill>
                <a:schemeClr val="dk1"/>
              </a:solidFill>
              <a:latin typeface="Barlow"/>
              <a:ea typeface="Barlow"/>
              <a:cs typeface="Barlow"/>
              <a:sym typeface="Barlow"/>
            </a:endParaRPr>
          </a:p>
        </p:txBody>
      </p:sp>
      <p:sp>
        <p:nvSpPr>
          <p:cNvPr id="1682" name="Google Shape;1682;p36"/>
          <p:cNvSpPr txBox="1"/>
          <p:nvPr>
            <p:ph idx="4294967295" type="title"/>
          </p:nvPr>
        </p:nvSpPr>
        <p:spPr>
          <a:xfrm flipH="1">
            <a:off x="1142175" y="1169813"/>
            <a:ext cx="3365400" cy="425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600">
                <a:latin typeface="Montserrat SemiBold"/>
                <a:ea typeface="Montserrat SemiBold"/>
                <a:cs typeface="Montserrat SemiBold"/>
                <a:sym typeface="Montserrat SemiBold"/>
              </a:rPr>
              <a:t>Preventive measures</a:t>
            </a:r>
            <a:endParaRPr b="0" sz="1600">
              <a:latin typeface="Montserrat SemiBold"/>
              <a:ea typeface="Montserrat SemiBold"/>
              <a:cs typeface="Montserrat SemiBold"/>
              <a:sym typeface="Montserrat SemiBold"/>
            </a:endParaRPr>
          </a:p>
        </p:txBody>
      </p:sp>
      <p:sp>
        <p:nvSpPr>
          <p:cNvPr id="1683" name="Google Shape;1683;p36"/>
          <p:cNvSpPr txBox="1"/>
          <p:nvPr>
            <p:ph idx="4294967295" type="title"/>
          </p:nvPr>
        </p:nvSpPr>
        <p:spPr>
          <a:xfrm flipH="1">
            <a:off x="5017575" y="1169837"/>
            <a:ext cx="3365400" cy="425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600">
                <a:latin typeface="Montserrat SemiBold"/>
                <a:ea typeface="Montserrat SemiBold"/>
                <a:cs typeface="Montserrat SemiBold"/>
                <a:sym typeface="Montserrat SemiBold"/>
              </a:rPr>
              <a:t>Advancements in healthcare</a:t>
            </a:r>
            <a:endParaRPr b="0" sz="1600">
              <a:latin typeface="Montserrat SemiBold"/>
              <a:ea typeface="Montserrat SemiBold"/>
              <a:cs typeface="Montserrat SemiBold"/>
              <a:sym typeface="Montserrat SemiBold"/>
            </a:endParaRPr>
          </a:p>
        </p:txBody>
      </p:sp>
      <p:sp>
        <p:nvSpPr>
          <p:cNvPr id="1684" name="Google Shape;1684;p36"/>
          <p:cNvSpPr txBox="1"/>
          <p:nvPr>
            <p:ph idx="4294967295" type="title"/>
          </p:nvPr>
        </p:nvSpPr>
        <p:spPr>
          <a:xfrm flipH="1">
            <a:off x="1142175" y="1652737"/>
            <a:ext cx="3365400" cy="425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600">
                <a:latin typeface="Montserrat SemiBold"/>
                <a:ea typeface="Montserrat SemiBold"/>
                <a:cs typeface="Montserrat SemiBold"/>
                <a:sym typeface="Montserrat SemiBold"/>
              </a:rPr>
              <a:t>Treatment outcomes</a:t>
            </a:r>
            <a:endParaRPr b="0" sz="1600">
              <a:latin typeface="Montserrat SemiBold"/>
              <a:ea typeface="Montserrat SemiBold"/>
              <a:cs typeface="Montserrat SemiBold"/>
              <a:sym typeface="Montserrat SemiBold"/>
            </a:endParaRPr>
          </a:p>
        </p:txBody>
      </p:sp>
      <p:sp>
        <p:nvSpPr>
          <p:cNvPr id="1685" name="Google Shape;1685;p36"/>
          <p:cNvSpPr txBox="1"/>
          <p:nvPr>
            <p:ph idx="4294967295" type="title"/>
          </p:nvPr>
        </p:nvSpPr>
        <p:spPr>
          <a:xfrm flipH="1">
            <a:off x="5017575" y="1652762"/>
            <a:ext cx="3365400" cy="425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600">
                <a:latin typeface="Montserrat SemiBold"/>
                <a:ea typeface="Montserrat SemiBold"/>
                <a:cs typeface="Montserrat SemiBold"/>
                <a:sym typeface="Montserrat SemiBold"/>
              </a:rPr>
              <a:t> Impact of social factors</a:t>
            </a:r>
            <a:endParaRPr b="0" sz="1600">
              <a:latin typeface="Montserrat SemiBold"/>
              <a:ea typeface="Montserrat SemiBold"/>
              <a:cs typeface="Montserrat SemiBold"/>
              <a:sym typeface="Montserrat SemiBold"/>
            </a:endParaRPr>
          </a:p>
        </p:txBody>
      </p:sp>
      <p:sp>
        <p:nvSpPr>
          <p:cNvPr id="1686" name="Google Shape;1686;p36"/>
          <p:cNvSpPr/>
          <p:nvPr/>
        </p:nvSpPr>
        <p:spPr>
          <a:xfrm flipH="1">
            <a:off x="761025" y="1249213"/>
            <a:ext cx="252300" cy="252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687" name="Google Shape;1687;p36"/>
          <p:cNvSpPr/>
          <p:nvPr/>
        </p:nvSpPr>
        <p:spPr>
          <a:xfrm flipH="1">
            <a:off x="4636425" y="1249234"/>
            <a:ext cx="252300" cy="2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688" name="Google Shape;1688;p36"/>
          <p:cNvSpPr/>
          <p:nvPr/>
        </p:nvSpPr>
        <p:spPr>
          <a:xfrm flipH="1">
            <a:off x="761025" y="1732136"/>
            <a:ext cx="252300" cy="2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689" name="Google Shape;1689;p36"/>
          <p:cNvSpPr/>
          <p:nvPr/>
        </p:nvSpPr>
        <p:spPr>
          <a:xfrm flipH="1">
            <a:off x="4636425" y="1732157"/>
            <a:ext cx="252300" cy="2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pic>
        <p:nvPicPr>
          <p:cNvPr id="1690" name="Google Shape;1690;p36" title="Gráfico">
            <a:hlinkClick r:id="rId4"/>
          </p:cNvPr>
          <p:cNvPicPr preferRelativeResize="0"/>
          <p:nvPr/>
        </p:nvPicPr>
        <p:blipFill>
          <a:blip r:embed="rId5">
            <a:alphaModFix/>
          </a:blip>
          <a:stretch>
            <a:fillRect/>
          </a:stretch>
        </p:blipFill>
        <p:spPr>
          <a:xfrm>
            <a:off x="717746" y="2286375"/>
            <a:ext cx="7256106" cy="19546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4" name="Shape 1694"/>
        <p:cNvGrpSpPr/>
        <p:nvPr/>
      </p:nvGrpSpPr>
      <p:grpSpPr>
        <a:xfrm>
          <a:off x="0" y="0"/>
          <a:ext cx="0" cy="0"/>
          <a:chOff x="0" y="0"/>
          <a:chExt cx="0" cy="0"/>
        </a:xfrm>
      </p:grpSpPr>
      <p:sp>
        <p:nvSpPr>
          <p:cNvPr id="1695" name="Google Shape;1695;p37"/>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Eight key stages of progress</a:t>
            </a:r>
            <a:endParaRPr/>
          </a:p>
        </p:txBody>
      </p:sp>
      <p:sp>
        <p:nvSpPr>
          <p:cNvPr id="1696" name="Google Shape;1696;p37"/>
          <p:cNvSpPr txBox="1"/>
          <p:nvPr/>
        </p:nvSpPr>
        <p:spPr>
          <a:xfrm flipH="1">
            <a:off x="1027591" y="1328550"/>
            <a:ext cx="3417000" cy="43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Montserrat SemiBold"/>
                <a:ea typeface="Montserrat SemiBold"/>
                <a:cs typeface="Montserrat SemiBold"/>
                <a:sym typeface="Montserrat SemiBold"/>
              </a:rPr>
              <a:t>Discovery phase</a:t>
            </a:r>
            <a:endParaRPr sz="1600">
              <a:solidFill>
                <a:schemeClr val="dk1"/>
              </a:solidFill>
              <a:latin typeface="Montserrat SemiBold"/>
              <a:ea typeface="Montserrat SemiBold"/>
              <a:cs typeface="Montserrat SemiBold"/>
              <a:sym typeface="Montserrat SemiBold"/>
            </a:endParaRPr>
          </a:p>
        </p:txBody>
      </p:sp>
      <p:sp>
        <p:nvSpPr>
          <p:cNvPr id="1697" name="Google Shape;1697;p37"/>
          <p:cNvSpPr txBox="1"/>
          <p:nvPr/>
        </p:nvSpPr>
        <p:spPr>
          <a:xfrm flipH="1">
            <a:off x="1027578" y="2186972"/>
            <a:ext cx="3417000" cy="43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Montserrat SemiBold"/>
                <a:ea typeface="Montserrat SemiBold"/>
                <a:cs typeface="Montserrat SemiBold"/>
                <a:sym typeface="Montserrat SemiBold"/>
              </a:rPr>
              <a:t>Innovation surge</a:t>
            </a:r>
            <a:endParaRPr sz="1600">
              <a:solidFill>
                <a:schemeClr val="dk1"/>
              </a:solidFill>
              <a:latin typeface="Montserrat SemiBold"/>
              <a:ea typeface="Montserrat SemiBold"/>
              <a:cs typeface="Montserrat SemiBold"/>
              <a:sym typeface="Montserrat SemiBold"/>
            </a:endParaRPr>
          </a:p>
        </p:txBody>
      </p:sp>
      <p:sp>
        <p:nvSpPr>
          <p:cNvPr id="1698" name="Google Shape;1698;p37"/>
          <p:cNvSpPr txBox="1"/>
          <p:nvPr/>
        </p:nvSpPr>
        <p:spPr>
          <a:xfrm flipH="1">
            <a:off x="1027603" y="3045378"/>
            <a:ext cx="3417000" cy="43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Montserrat SemiBold"/>
                <a:ea typeface="Montserrat SemiBold"/>
                <a:cs typeface="Montserrat SemiBold"/>
                <a:sym typeface="Montserrat SemiBold"/>
              </a:rPr>
              <a:t>Research breakthroughs</a:t>
            </a:r>
            <a:endParaRPr sz="1600">
              <a:solidFill>
                <a:schemeClr val="dk1"/>
              </a:solidFill>
              <a:latin typeface="Montserrat SemiBold"/>
              <a:ea typeface="Montserrat SemiBold"/>
              <a:cs typeface="Montserrat SemiBold"/>
              <a:sym typeface="Montserrat SemiBold"/>
            </a:endParaRPr>
          </a:p>
        </p:txBody>
      </p:sp>
      <p:sp>
        <p:nvSpPr>
          <p:cNvPr id="1699" name="Google Shape;1699;p37"/>
          <p:cNvSpPr txBox="1"/>
          <p:nvPr/>
        </p:nvSpPr>
        <p:spPr>
          <a:xfrm flipH="1">
            <a:off x="1027591" y="3903800"/>
            <a:ext cx="3417000" cy="43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Montserrat SemiBold"/>
                <a:ea typeface="Montserrat SemiBold"/>
                <a:cs typeface="Montserrat SemiBold"/>
                <a:sym typeface="Montserrat SemiBold"/>
              </a:rPr>
              <a:t>Technological advancements</a:t>
            </a:r>
            <a:endParaRPr sz="1600">
              <a:solidFill>
                <a:schemeClr val="dk1"/>
              </a:solidFill>
              <a:latin typeface="Montserrat SemiBold"/>
              <a:ea typeface="Montserrat SemiBold"/>
              <a:cs typeface="Montserrat SemiBold"/>
              <a:sym typeface="Montserrat SemiBold"/>
            </a:endParaRPr>
          </a:p>
        </p:txBody>
      </p:sp>
      <p:sp>
        <p:nvSpPr>
          <p:cNvPr id="1700" name="Google Shape;1700;p37"/>
          <p:cNvSpPr txBox="1"/>
          <p:nvPr/>
        </p:nvSpPr>
        <p:spPr>
          <a:xfrm flipH="1">
            <a:off x="4699397" y="3903800"/>
            <a:ext cx="3417000" cy="43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Montserrat SemiBold"/>
                <a:ea typeface="Montserrat SemiBold"/>
                <a:cs typeface="Montserrat SemiBold"/>
                <a:sym typeface="Montserrat SemiBold"/>
              </a:rPr>
              <a:t>Community health initiatives</a:t>
            </a:r>
            <a:endParaRPr sz="1600">
              <a:solidFill>
                <a:schemeClr val="dk1"/>
              </a:solidFill>
              <a:latin typeface="Montserrat SemiBold"/>
              <a:ea typeface="Montserrat SemiBold"/>
              <a:cs typeface="Montserrat SemiBold"/>
              <a:sym typeface="Montserrat SemiBold"/>
            </a:endParaRPr>
          </a:p>
        </p:txBody>
      </p:sp>
      <p:sp>
        <p:nvSpPr>
          <p:cNvPr id="1701" name="Google Shape;1701;p37"/>
          <p:cNvSpPr txBox="1"/>
          <p:nvPr/>
        </p:nvSpPr>
        <p:spPr>
          <a:xfrm flipH="1">
            <a:off x="4699397" y="3045383"/>
            <a:ext cx="3417000" cy="43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Montserrat SemiBold"/>
                <a:ea typeface="Montserrat SemiBold"/>
                <a:cs typeface="Montserrat SemiBold"/>
                <a:sym typeface="Montserrat SemiBold"/>
              </a:rPr>
              <a:t>Policy transformations</a:t>
            </a:r>
            <a:endParaRPr sz="1600">
              <a:solidFill>
                <a:schemeClr val="dk1"/>
              </a:solidFill>
              <a:latin typeface="Montserrat SemiBold"/>
              <a:ea typeface="Montserrat SemiBold"/>
              <a:cs typeface="Montserrat SemiBold"/>
              <a:sym typeface="Montserrat SemiBold"/>
            </a:endParaRPr>
          </a:p>
        </p:txBody>
      </p:sp>
      <p:sp>
        <p:nvSpPr>
          <p:cNvPr id="1702" name="Google Shape;1702;p37"/>
          <p:cNvSpPr txBox="1"/>
          <p:nvPr/>
        </p:nvSpPr>
        <p:spPr>
          <a:xfrm flipH="1">
            <a:off x="4699422" y="2186967"/>
            <a:ext cx="3417000" cy="43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Montserrat SemiBold"/>
                <a:ea typeface="Montserrat SemiBold"/>
                <a:cs typeface="Montserrat SemiBold"/>
                <a:sym typeface="Montserrat SemiBold"/>
              </a:rPr>
              <a:t>Global collaboration era</a:t>
            </a:r>
            <a:endParaRPr sz="1600">
              <a:solidFill>
                <a:schemeClr val="dk1"/>
              </a:solidFill>
              <a:latin typeface="Montserrat SemiBold"/>
              <a:ea typeface="Montserrat SemiBold"/>
              <a:cs typeface="Montserrat SemiBold"/>
              <a:sym typeface="Montserrat SemiBold"/>
            </a:endParaRPr>
          </a:p>
        </p:txBody>
      </p:sp>
      <p:sp>
        <p:nvSpPr>
          <p:cNvPr id="1703" name="Google Shape;1703;p37"/>
          <p:cNvSpPr txBox="1"/>
          <p:nvPr/>
        </p:nvSpPr>
        <p:spPr>
          <a:xfrm flipH="1">
            <a:off x="4699397" y="1328550"/>
            <a:ext cx="3417000" cy="43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Montserrat SemiBold"/>
                <a:ea typeface="Montserrat SemiBold"/>
                <a:cs typeface="Montserrat SemiBold"/>
                <a:sym typeface="Montserrat SemiBold"/>
              </a:rPr>
              <a:t>Future health horizons</a:t>
            </a:r>
            <a:endParaRPr sz="1600">
              <a:solidFill>
                <a:schemeClr val="dk1"/>
              </a:solidFill>
              <a:latin typeface="Montserrat SemiBold"/>
              <a:ea typeface="Montserrat SemiBold"/>
              <a:cs typeface="Montserrat SemiBold"/>
              <a:sym typeface="Montserrat SemiBold"/>
            </a:endParaRPr>
          </a:p>
        </p:txBody>
      </p:sp>
      <p:cxnSp>
        <p:nvCxnSpPr>
          <p:cNvPr id="1704" name="Google Shape;1704;p37"/>
          <p:cNvCxnSpPr>
            <a:stCxn id="1696" idx="3"/>
            <a:endCxn id="1697" idx="3"/>
          </p:cNvCxnSpPr>
          <p:nvPr/>
        </p:nvCxnSpPr>
        <p:spPr>
          <a:xfrm>
            <a:off x="1027591" y="1548300"/>
            <a:ext cx="600" cy="858300"/>
          </a:xfrm>
          <a:prstGeom prst="curvedConnector3">
            <a:avLst>
              <a:gd fmla="val -39689682" name="adj1"/>
            </a:avLst>
          </a:prstGeom>
          <a:noFill/>
          <a:ln cap="flat" cmpd="sng" w="19050">
            <a:solidFill>
              <a:schemeClr val="accent2"/>
            </a:solidFill>
            <a:prstDash val="solid"/>
            <a:round/>
            <a:headEnd len="med" w="med" type="none"/>
            <a:tailEnd len="med" w="med" type="triangle"/>
          </a:ln>
        </p:spPr>
      </p:cxnSp>
      <p:cxnSp>
        <p:nvCxnSpPr>
          <p:cNvPr id="1705" name="Google Shape;1705;p37"/>
          <p:cNvCxnSpPr>
            <a:stCxn id="1699" idx="1"/>
            <a:endCxn id="1700" idx="3"/>
          </p:cNvCxnSpPr>
          <p:nvPr/>
        </p:nvCxnSpPr>
        <p:spPr>
          <a:xfrm>
            <a:off x="4444591" y="4123550"/>
            <a:ext cx="254700" cy="600"/>
          </a:xfrm>
          <a:prstGeom prst="bentConnector3">
            <a:avLst>
              <a:gd fmla="val 50021" name="adj1"/>
            </a:avLst>
          </a:prstGeom>
          <a:noFill/>
          <a:ln cap="flat" cmpd="sng" w="19050">
            <a:solidFill>
              <a:schemeClr val="accent2"/>
            </a:solidFill>
            <a:prstDash val="solid"/>
            <a:round/>
            <a:headEnd len="med" w="med" type="none"/>
            <a:tailEnd len="med" w="med" type="stealth"/>
          </a:ln>
        </p:spPr>
      </p:cxnSp>
      <p:cxnSp>
        <p:nvCxnSpPr>
          <p:cNvPr id="1706" name="Google Shape;1706;p37"/>
          <p:cNvCxnSpPr>
            <a:stCxn id="1697" idx="3"/>
            <a:endCxn id="1698" idx="3"/>
          </p:cNvCxnSpPr>
          <p:nvPr/>
        </p:nvCxnSpPr>
        <p:spPr>
          <a:xfrm>
            <a:off x="1027578" y="2406722"/>
            <a:ext cx="600" cy="858300"/>
          </a:xfrm>
          <a:prstGeom prst="curvedConnector3">
            <a:avLst>
              <a:gd fmla="val -39687500" name="adj1"/>
            </a:avLst>
          </a:prstGeom>
          <a:noFill/>
          <a:ln cap="flat" cmpd="sng" w="19050">
            <a:solidFill>
              <a:schemeClr val="accent2"/>
            </a:solidFill>
            <a:prstDash val="solid"/>
            <a:round/>
            <a:headEnd len="med" w="med" type="none"/>
            <a:tailEnd len="med" w="med" type="triangle"/>
          </a:ln>
        </p:spPr>
      </p:cxnSp>
      <p:cxnSp>
        <p:nvCxnSpPr>
          <p:cNvPr id="1707" name="Google Shape;1707;p37"/>
          <p:cNvCxnSpPr>
            <a:stCxn id="1698" idx="3"/>
            <a:endCxn id="1699" idx="3"/>
          </p:cNvCxnSpPr>
          <p:nvPr/>
        </p:nvCxnSpPr>
        <p:spPr>
          <a:xfrm>
            <a:off x="1027603" y="3265128"/>
            <a:ext cx="600" cy="858300"/>
          </a:xfrm>
          <a:prstGeom prst="curvedConnector3">
            <a:avLst>
              <a:gd fmla="val -39689485" name="adj1"/>
            </a:avLst>
          </a:prstGeom>
          <a:noFill/>
          <a:ln cap="flat" cmpd="sng" w="19050">
            <a:solidFill>
              <a:schemeClr val="accent2"/>
            </a:solidFill>
            <a:prstDash val="solid"/>
            <a:round/>
            <a:headEnd len="med" w="med" type="none"/>
            <a:tailEnd len="med" w="med" type="triangle"/>
          </a:ln>
        </p:spPr>
      </p:cxnSp>
      <p:cxnSp>
        <p:nvCxnSpPr>
          <p:cNvPr id="1708" name="Google Shape;1708;p37"/>
          <p:cNvCxnSpPr>
            <a:stCxn id="1700" idx="1"/>
            <a:endCxn id="1701" idx="1"/>
          </p:cNvCxnSpPr>
          <p:nvPr/>
        </p:nvCxnSpPr>
        <p:spPr>
          <a:xfrm flipH="1" rot="10800000">
            <a:off x="8116397" y="3265250"/>
            <a:ext cx="600" cy="858300"/>
          </a:xfrm>
          <a:prstGeom prst="curvedConnector3">
            <a:avLst>
              <a:gd fmla="val 39687500" name="adj1"/>
            </a:avLst>
          </a:prstGeom>
          <a:noFill/>
          <a:ln cap="flat" cmpd="sng" w="19050">
            <a:solidFill>
              <a:schemeClr val="accent2"/>
            </a:solidFill>
            <a:prstDash val="solid"/>
            <a:round/>
            <a:headEnd len="med" w="med" type="none"/>
            <a:tailEnd len="med" w="med" type="triangle"/>
          </a:ln>
        </p:spPr>
      </p:cxnSp>
      <p:cxnSp>
        <p:nvCxnSpPr>
          <p:cNvPr id="1709" name="Google Shape;1709;p37"/>
          <p:cNvCxnSpPr>
            <a:stCxn id="1701" idx="1"/>
            <a:endCxn id="1702" idx="1"/>
          </p:cNvCxnSpPr>
          <p:nvPr/>
        </p:nvCxnSpPr>
        <p:spPr>
          <a:xfrm flipH="1" rot="10800000">
            <a:off x="8116397" y="2406833"/>
            <a:ext cx="600" cy="858300"/>
          </a:xfrm>
          <a:prstGeom prst="curvedConnector3">
            <a:avLst>
              <a:gd fmla="val 39691667" name="adj1"/>
            </a:avLst>
          </a:prstGeom>
          <a:noFill/>
          <a:ln cap="flat" cmpd="sng" w="19050">
            <a:solidFill>
              <a:schemeClr val="accent2"/>
            </a:solidFill>
            <a:prstDash val="solid"/>
            <a:round/>
            <a:headEnd len="med" w="med" type="none"/>
            <a:tailEnd len="med" w="med" type="triangle"/>
          </a:ln>
        </p:spPr>
      </p:cxnSp>
      <p:cxnSp>
        <p:nvCxnSpPr>
          <p:cNvPr id="1710" name="Google Shape;1710;p37"/>
          <p:cNvCxnSpPr>
            <a:stCxn id="1702" idx="1"/>
            <a:endCxn id="1703" idx="1"/>
          </p:cNvCxnSpPr>
          <p:nvPr/>
        </p:nvCxnSpPr>
        <p:spPr>
          <a:xfrm flipH="1" rot="10800000">
            <a:off x="8116422" y="1548417"/>
            <a:ext cx="600" cy="858300"/>
          </a:xfrm>
          <a:prstGeom prst="curvedConnector3">
            <a:avLst>
              <a:gd fmla="val 39687500" name="adj1"/>
            </a:avLst>
          </a:prstGeom>
          <a:noFill/>
          <a:ln cap="flat" cmpd="sng" w="19050">
            <a:solidFill>
              <a:schemeClr val="accent2"/>
            </a:solidFill>
            <a:prstDash val="solid"/>
            <a:round/>
            <a:headEnd len="med" w="med" type="none"/>
            <a:tailEnd len="med" w="med" type="triangl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4" name="Shape 1714"/>
        <p:cNvGrpSpPr/>
        <p:nvPr/>
      </p:nvGrpSpPr>
      <p:grpSpPr>
        <a:xfrm>
          <a:off x="0" y="0"/>
          <a:ext cx="0" cy="0"/>
          <a:chOff x="0" y="0"/>
          <a:chExt cx="0" cy="0"/>
        </a:xfrm>
      </p:grpSpPr>
      <p:sp>
        <p:nvSpPr>
          <p:cNvPr id="1715" name="Google Shape;1715;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Integrated </a:t>
            </a:r>
            <a:r>
              <a:rPr lang="en"/>
              <a:t>health framework</a:t>
            </a:r>
            <a:endParaRPr/>
          </a:p>
        </p:txBody>
      </p:sp>
      <p:sp>
        <p:nvSpPr>
          <p:cNvPr id="1716" name="Google Shape;1716;p38"/>
          <p:cNvSpPr/>
          <p:nvPr/>
        </p:nvSpPr>
        <p:spPr>
          <a:xfrm>
            <a:off x="6027250" y="1482325"/>
            <a:ext cx="558900" cy="558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B</a:t>
            </a:r>
            <a:endParaRPr b="1">
              <a:solidFill>
                <a:schemeClr val="lt1"/>
              </a:solidFill>
              <a:latin typeface="Montserrat"/>
              <a:ea typeface="Montserrat"/>
              <a:cs typeface="Montserrat"/>
              <a:sym typeface="Montserrat"/>
            </a:endParaRPr>
          </a:p>
        </p:txBody>
      </p:sp>
      <p:sp>
        <p:nvSpPr>
          <p:cNvPr id="1717" name="Google Shape;1717;p38"/>
          <p:cNvSpPr/>
          <p:nvPr/>
        </p:nvSpPr>
        <p:spPr>
          <a:xfrm>
            <a:off x="2557850" y="3949288"/>
            <a:ext cx="558900" cy="558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G</a:t>
            </a:r>
            <a:endParaRPr b="1">
              <a:solidFill>
                <a:schemeClr val="lt1"/>
              </a:solidFill>
              <a:latin typeface="Montserrat"/>
              <a:ea typeface="Montserrat"/>
              <a:cs typeface="Montserrat"/>
              <a:sym typeface="Montserrat"/>
            </a:endParaRPr>
          </a:p>
        </p:txBody>
      </p:sp>
      <p:sp>
        <p:nvSpPr>
          <p:cNvPr id="1718" name="Google Shape;1718;p38"/>
          <p:cNvSpPr/>
          <p:nvPr/>
        </p:nvSpPr>
        <p:spPr>
          <a:xfrm>
            <a:off x="6027250" y="3949288"/>
            <a:ext cx="558900" cy="558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H</a:t>
            </a:r>
            <a:endParaRPr b="1">
              <a:solidFill>
                <a:schemeClr val="lt1"/>
              </a:solidFill>
              <a:latin typeface="Montserrat"/>
              <a:ea typeface="Montserrat"/>
              <a:cs typeface="Montserrat"/>
              <a:sym typeface="Montserrat"/>
            </a:endParaRPr>
          </a:p>
        </p:txBody>
      </p:sp>
      <p:sp>
        <p:nvSpPr>
          <p:cNvPr id="1719" name="Google Shape;1719;p38"/>
          <p:cNvSpPr/>
          <p:nvPr/>
        </p:nvSpPr>
        <p:spPr>
          <a:xfrm>
            <a:off x="2557850" y="1482325"/>
            <a:ext cx="558900" cy="558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A</a:t>
            </a:r>
            <a:endParaRPr b="1">
              <a:solidFill>
                <a:schemeClr val="lt1"/>
              </a:solidFill>
              <a:latin typeface="Montserrat"/>
              <a:ea typeface="Montserrat"/>
              <a:cs typeface="Montserrat"/>
              <a:sym typeface="Montserrat"/>
            </a:endParaRPr>
          </a:p>
        </p:txBody>
      </p:sp>
      <p:sp>
        <p:nvSpPr>
          <p:cNvPr id="1720" name="Google Shape;1720;p38"/>
          <p:cNvSpPr txBox="1"/>
          <p:nvPr/>
        </p:nvSpPr>
        <p:spPr>
          <a:xfrm>
            <a:off x="719909" y="1482325"/>
            <a:ext cx="1657800" cy="5589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Prevention initiatives</a:t>
            </a:r>
            <a:endParaRPr sz="1600">
              <a:solidFill>
                <a:schemeClr val="dk1"/>
              </a:solidFill>
              <a:latin typeface="Montserrat SemiBold"/>
              <a:ea typeface="Montserrat SemiBold"/>
              <a:cs typeface="Montserrat SemiBold"/>
              <a:sym typeface="Montserrat SemiBold"/>
            </a:endParaRPr>
          </a:p>
        </p:txBody>
      </p:sp>
      <p:sp>
        <p:nvSpPr>
          <p:cNvPr id="1721" name="Google Shape;1721;p38"/>
          <p:cNvSpPr txBox="1"/>
          <p:nvPr/>
        </p:nvSpPr>
        <p:spPr>
          <a:xfrm>
            <a:off x="3852750" y="2637956"/>
            <a:ext cx="1438500" cy="7146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Health</a:t>
            </a:r>
            <a:endParaRPr sz="1600">
              <a:solidFill>
                <a:schemeClr val="dk1"/>
              </a:solidFill>
              <a:latin typeface="Montserrat SemiBold"/>
              <a:ea typeface="Montserrat SemiBold"/>
              <a:cs typeface="Montserrat SemiBold"/>
              <a:sym typeface="Montserrat SemiBold"/>
            </a:endParaRPr>
          </a:p>
        </p:txBody>
      </p:sp>
      <p:cxnSp>
        <p:nvCxnSpPr>
          <p:cNvPr id="1722" name="Google Shape;1722;p38"/>
          <p:cNvCxnSpPr>
            <a:stCxn id="1721" idx="0"/>
            <a:endCxn id="1716" idx="1"/>
          </p:cNvCxnSpPr>
          <p:nvPr/>
        </p:nvCxnSpPr>
        <p:spPr>
          <a:xfrm rot="-5400000">
            <a:off x="4861500" y="1472156"/>
            <a:ext cx="876300" cy="1455300"/>
          </a:xfrm>
          <a:prstGeom prst="curvedConnector2">
            <a:avLst/>
          </a:prstGeom>
          <a:noFill/>
          <a:ln cap="flat" cmpd="sng" w="19050">
            <a:solidFill>
              <a:schemeClr val="accent2"/>
            </a:solidFill>
            <a:prstDash val="solid"/>
            <a:round/>
            <a:headEnd len="med" w="med" type="none"/>
            <a:tailEnd len="med" w="med" type="none"/>
          </a:ln>
        </p:spPr>
      </p:cxnSp>
      <p:cxnSp>
        <p:nvCxnSpPr>
          <p:cNvPr id="1723" name="Google Shape;1723;p38"/>
          <p:cNvCxnSpPr>
            <a:stCxn id="1721" idx="2"/>
            <a:endCxn id="1718" idx="1"/>
          </p:cNvCxnSpPr>
          <p:nvPr/>
        </p:nvCxnSpPr>
        <p:spPr>
          <a:xfrm flipH="1" rot="-5400000">
            <a:off x="4861500" y="3063056"/>
            <a:ext cx="876300" cy="1455300"/>
          </a:xfrm>
          <a:prstGeom prst="curvedConnector2">
            <a:avLst/>
          </a:prstGeom>
          <a:noFill/>
          <a:ln cap="flat" cmpd="sng" w="19050">
            <a:solidFill>
              <a:schemeClr val="accent2"/>
            </a:solidFill>
            <a:prstDash val="solid"/>
            <a:round/>
            <a:headEnd len="med" w="med" type="none"/>
            <a:tailEnd len="med" w="med" type="none"/>
          </a:ln>
        </p:spPr>
      </p:cxnSp>
      <p:sp>
        <p:nvSpPr>
          <p:cNvPr id="1724" name="Google Shape;1724;p38"/>
          <p:cNvSpPr txBox="1"/>
          <p:nvPr/>
        </p:nvSpPr>
        <p:spPr>
          <a:xfrm>
            <a:off x="719909" y="3949288"/>
            <a:ext cx="1657800" cy="5589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Social analysis</a:t>
            </a:r>
            <a:endParaRPr sz="1600">
              <a:solidFill>
                <a:schemeClr val="dk1"/>
              </a:solidFill>
              <a:latin typeface="Montserrat SemiBold"/>
              <a:ea typeface="Montserrat SemiBold"/>
              <a:cs typeface="Montserrat SemiBold"/>
              <a:sym typeface="Montserrat SemiBold"/>
            </a:endParaRPr>
          </a:p>
        </p:txBody>
      </p:sp>
      <p:sp>
        <p:nvSpPr>
          <p:cNvPr id="1725" name="Google Shape;1725;p38"/>
          <p:cNvSpPr txBox="1"/>
          <p:nvPr/>
        </p:nvSpPr>
        <p:spPr>
          <a:xfrm>
            <a:off x="6766209" y="1482325"/>
            <a:ext cx="16578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Health partnerships</a:t>
            </a:r>
            <a:endParaRPr sz="1600">
              <a:solidFill>
                <a:schemeClr val="dk1"/>
              </a:solidFill>
              <a:latin typeface="Montserrat SemiBold"/>
              <a:ea typeface="Montserrat SemiBold"/>
              <a:cs typeface="Montserrat SemiBold"/>
              <a:sym typeface="Montserrat SemiBold"/>
            </a:endParaRPr>
          </a:p>
        </p:txBody>
      </p:sp>
      <p:sp>
        <p:nvSpPr>
          <p:cNvPr id="1726" name="Google Shape;1726;p38"/>
          <p:cNvSpPr txBox="1"/>
          <p:nvPr/>
        </p:nvSpPr>
        <p:spPr>
          <a:xfrm>
            <a:off x="6766209" y="3949288"/>
            <a:ext cx="16578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Health programs</a:t>
            </a:r>
            <a:endParaRPr sz="1600">
              <a:solidFill>
                <a:schemeClr val="dk1"/>
              </a:solidFill>
              <a:latin typeface="Montserrat SemiBold"/>
              <a:ea typeface="Montserrat SemiBold"/>
              <a:cs typeface="Montserrat SemiBold"/>
              <a:sym typeface="Montserrat SemiBold"/>
            </a:endParaRPr>
          </a:p>
        </p:txBody>
      </p:sp>
      <p:cxnSp>
        <p:nvCxnSpPr>
          <p:cNvPr id="1727" name="Google Shape;1727;p38"/>
          <p:cNvCxnSpPr>
            <a:stCxn id="1721" idx="0"/>
            <a:endCxn id="1719" idx="3"/>
          </p:cNvCxnSpPr>
          <p:nvPr/>
        </p:nvCxnSpPr>
        <p:spPr>
          <a:xfrm flipH="1" rot="5400000">
            <a:off x="3406200" y="1472156"/>
            <a:ext cx="876300" cy="1455300"/>
          </a:xfrm>
          <a:prstGeom prst="curvedConnector2">
            <a:avLst/>
          </a:prstGeom>
          <a:noFill/>
          <a:ln cap="flat" cmpd="sng" w="19050">
            <a:solidFill>
              <a:schemeClr val="accent2"/>
            </a:solidFill>
            <a:prstDash val="solid"/>
            <a:round/>
            <a:headEnd len="med" w="med" type="none"/>
            <a:tailEnd len="med" w="med" type="none"/>
          </a:ln>
        </p:spPr>
      </p:cxnSp>
      <p:cxnSp>
        <p:nvCxnSpPr>
          <p:cNvPr id="1728" name="Google Shape;1728;p38"/>
          <p:cNvCxnSpPr>
            <a:stCxn id="1721" idx="2"/>
            <a:endCxn id="1717" idx="3"/>
          </p:cNvCxnSpPr>
          <p:nvPr/>
        </p:nvCxnSpPr>
        <p:spPr>
          <a:xfrm rot="5400000">
            <a:off x="3406200" y="3063056"/>
            <a:ext cx="876300" cy="1455300"/>
          </a:xfrm>
          <a:prstGeom prst="curvedConnector2">
            <a:avLst/>
          </a:prstGeom>
          <a:noFill/>
          <a:ln cap="flat" cmpd="sng" w="19050">
            <a:solidFill>
              <a:schemeClr val="accent2"/>
            </a:solidFill>
            <a:prstDash val="solid"/>
            <a:round/>
            <a:headEnd len="med" w="med" type="none"/>
            <a:tailEnd len="med" w="med" type="none"/>
          </a:ln>
        </p:spPr>
      </p:cxnSp>
      <p:sp>
        <p:nvSpPr>
          <p:cNvPr id="1729" name="Google Shape;1729;p38"/>
          <p:cNvSpPr txBox="1"/>
          <p:nvPr/>
        </p:nvSpPr>
        <p:spPr>
          <a:xfrm>
            <a:off x="719909" y="2304646"/>
            <a:ext cx="1657800" cy="5589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Surveillance systems</a:t>
            </a:r>
            <a:endParaRPr sz="1600">
              <a:solidFill>
                <a:schemeClr val="dk1"/>
              </a:solidFill>
              <a:latin typeface="Montserrat SemiBold"/>
              <a:ea typeface="Montserrat SemiBold"/>
              <a:cs typeface="Montserrat SemiBold"/>
              <a:sym typeface="Montserrat SemiBold"/>
            </a:endParaRPr>
          </a:p>
        </p:txBody>
      </p:sp>
      <p:sp>
        <p:nvSpPr>
          <p:cNvPr id="1730" name="Google Shape;1730;p38"/>
          <p:cNvSpPr txBox="1"/>
          <p:nvPr/>
        </p:nvSpPr>
        <p:spPr>
          <a:xfrm>
            <a:off x="719909" y="3126967"/>
            <a:ext cx="1657800" cy="5589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Treatment plans</a:t>
            </a:r>
            <a:endParaRPr sz="1600">
              <a:solidFill>
                <a:schemeClr val="dk1"/>
              </a:solidFill>
              <a:latin typeface="Montserrat SemiBold"/>
              <a:ea typeface="Montserrat SemiBold"/>
              <a:cs typeface="Montserrat SemiBold"/>
              <a:sym typeface="Montserrat SemiBold"/>
            </a:endParaRPr>
          </a:p>
        </p:txBody>
      </p:sp>
      <p:sp>
        <p:nvSpPr>
          <p:cNvPr id="1731" name="Google Shape;1731;p38"/>
          <p:cNvSpPr txBox="1"/>
          <p:nvPr/>
        </p:nvSpPr>
        <p:spPr>
          <a:xfrm>
            <a:off x="6766291" y="2304646"/>
            <a:ext cx="16578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Telehealth integration</a:t>
            </a:r>
            <a:endParaRPr sz="1600">
              <a:solidFill>
                <a:schemeClr val="dk1"/>
              </a:solidFill>
              <a:latin typeface="Montserrat SemiBold"/>
              <a:ea typeface="Montserrat SemiBold"/>
              <a:cs typeface="Montserrat SemiBold"/>
              <a:sym typeface="Montserrat SemiBold"/>
            </a:endParaRPr>
          </a:p>
        </p:txBody>
      </p:sp>
      <p:sp>
        <p:nvSpPr>
          <p:cNvPr id="1732" name="Google Shape;1732;p38"/>
          <p:cNvSpPr txBox="1"/>
          <p:nvPr/>
        </p:nvSpPr>
        <p:spPr>
          <a:xfrm>
            <a:off x="6766291" y="3126967"/>
            <a:ext cx="16578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Informatics solutions</a:t>
            </a:r>
            <a:endParaRPr sz="1600">
              <a:solidFill>
                <a:schemeClr val="dk1"/>
              </a:solidFill>
              <a:latin typeface="Montserrat SemiBold"/>
              <a:ea typeface="Montserrat SemiBold"/>
              <a:cs typeface="Montserrat SemiBold"/>
              <a:sym typeface="Montserrat SemiBold"/>
            </a:endParaRPr>
          </a:p>
        </p:txBody>
      </p:sp>
      <p:sp>
        <p:nvSpPr>
          <p:cNvPr id="1733" name="Google Shape;1733;p38"/>
          <p:cNvSpPr/>
          <p:nvPr/>
        </p:nvSpPr>
        <p:spPr>
          <a:xfrm>
            <a:off x="2557750" y="2304646"/>
            <a:ext cx="558900" cy="558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C</a:t>
            </a:r>
            <a:endParaRPr b="1">
              <a:solidFill>
                <a:schemeClr val="lt1"/>
              </a:solidFill>
              <a:latin typeface="Montserrat"/>
              <a:ea typeface="Montserrat"/>
              <a:cs typeface="Montserrat"/>
              <a:sym typeface="Montserrat"/>
            </a:endParaRPr>
          </a:p>
        </p:txBody>
      </p:sp>
      <p:sp>
        <p:nvSpPr>
          <p:cNvPr id="1734" name="Google Shape;1734;p38"/>
          <p:cNvSpPr/>
          <p:nvPr/>
        </p:nvSpPr>
        <p:spPr>
          <a:xfrm>
            <a:off x="2557850" y="3126967"/>
            <a:ext cx="558900" cy="558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E</a:t>
            </a:r>
            <a:endParaRPr b="1">
              <a:solidFill>
                <a:schemeClr val="lt1"/>
              </a:solidFill>
              <a:latin typeface="Montserrat"/>
              <a:ea typeface="Montserrat"/>
              <a:cs typeface="Montserrat"/>
              <a:sym typeface="Montserrat"/>
            </a:endParaRPr>
          </a:p>
        </p:txBody>
      </p:sp>
      <p:sp>
        <p:nvSpPr>
          <p:cNvPr id="1735" name="Google Shape;1735;p38"/>
          <p:cNvSpPr/>
          <p:nvPr/>
        </p:nvSpPr>
        <p:spPr>
          <a:xfrm>
            <a:off x="6027250" y="2304646"/>
            <a:ext cx="558900" cy="558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D</a:t>
            </a:r>
            <a:endParaRPr b="1">
              <a:solidFill>
                <a:schemeClr val="lt1"/>
              </a:solidFill>
              <a:latin typeface="Montserrat"/>
              <a:ea typeface="Montserrat"/>
              <a:cs typeface="Montserrat"/>
              <a:sym typeface="Montserrat"/>
            </a:endParaRPr>
          </a:p>
        </p:txBody>
      </p:sp>
      <p:sp>
        <p:nvSpPr>
          <p:cNvPr id="1736" name="Google Shape;1736;p38"/>
          <p:cNvSpPr/>
          <p:nvPr/>
        </p:nvSpPr>
        <p:spPr>
          <a:xfrm>
            <a:off x="6027250" y="3126967"/>
            <a:ext cx="558900" cy="558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Montserrat"/>
                <a:ea typeface="Montserrat"/>
                <a:cs typeface="Montserrat"/>
                <a:sym typeface="Montserrat"/>
              </a:rPr>
              <a:t>F</a:t>
            </a:r>
            <a:endParaRPr b="1">
              <a:solidFill>
                <a:schemeClr val="lt1"/>
              </a:solidFill>
              <a:latin typeface="Montserrat"/>
              <a:ea typeface="Montserrat"/>
              <a:cs typeface="Montserrat"/>
              <a:sym typeface="Montserrat"/>
            </a:endParaRPr>
          </a:p>
        </p:txBody>
      </p:sp>
      <p:cxnSp>
        <p:nvCxnSpPr>
          <p:cNvPr id="1737" name="Google Shape;1737;p38"/>
          <p:cNvCxnSpPr>
            <a:stCxn id="1721" idx="1"/>
            <a:endCxn id="1733" idx="3"/>
          </p:cNvCxnSpPr>
          <p:nvPr/>
        </p:nvCxnSpPr>
        <p:spPr>
          <a:xfrm rot="10800000">
            <a:off x="3116550" y="2583956"/>
            <a:ext cx="736200" cy="411300"/>
          </a:xfrm>
          <a:prstGeom prst="curvedConnector3">
            <a:avLst>
              <a:gd fmla="val 49993" name="adj1"/>
            </a:avLst>
          </a:prstGeom>
          <a:noFill/>
          <a:ln cap="flat" cmpd="sng" w="19050">
            <a:solidFill>
              <a:schemeClr val="accent2"/>
            </a:solidFill>
            <a:prstDash val="solid"/>
            <a:round/>
            <a:headEnd len="med" w="med" type="none"/>
            <a:tailEnd len="med" w="med" type="none"/>
          </a:ln>
        </p:spPr>
      </p:cxnSp>
      <p:cxnSp>
        <p:nvCxnSpPr>
          <p:cNvPr id="1738" name="Google Shape;1738;p38"/>
          <p:cNvCxnSpPr>
            <a:stCxn id="1721" idx="1"/>
            <a:endCxn id="1734" idx="3"/>
          </p:cNvCxnSpPr>
          <p:nvPr/>
        </p:nvCxnSpPr>
        <p:spPr>
          <a:xfrm flipH="1">
            <a:off x="3116850" y="2995256"/>
            <a:ext cx="735900" cy="411300"/>
          </a:xfrm>
          <a:prstGeom prst="curvedConnector3">
            <a:avLst>
              <a:gd fmla="val 50007" name="adj1"/>
            </a:avLst>
          </a:prstGeom>
          <a:noFill/>
          <a:ln cap="flat" cmpd="sng" w="19050">
            <a:solidFill>
              <a:schemeClr val="accent2"/>
            </a:solidFill>
            <a:prstDash val="solid"/>
            <a:round/>
            <a:headEnd len="med" w="med" type="none"/>
            <a:tailEnd len="med" w="med" type="none"/>
          </a:ln>
        </p:spPr>
      </p:cxnSp>
      <p:cxnSp>
        <p:nvCxnSpPr>
          <p:cNvPr id="1739" name="Google Shape;1739;p38"/>
          <p:cNvCxnSpPr>
            <a:stCxn id="1721" idx="3"/>
            <a:endCxn id="1735" idx="1"/>
          </p:cNvCxnSpPr>
          <p:nvPr/>
        </p:nvCxnSpPr>
        <p:spPr>
          <a:xfrm flipH="1" rot="10800000">
            <a:off x="5291250" y="2583956"/>
            <a:ext cx="735900" cy="411300"/>
          </a:xfrm>
          <a:prstGeom prst="curvedConnector3">
            <a:avLst>
              <a:gd fmla="val 50007" name="adj1"/>
            </a:avLst>
          </a:prstGeom>
          <a:noFill/>
          <a:ln cap="flat" cmpd="sng" w="19050">
            <a:solidFill>
              <a:schemeClr val="accent2"/>
            </a:solidFill>
            <a:prstDash val="solid"/>
            <a:round/>
            <a:headEnd len="med" w="med" type="none"/>
            <a:tailEnd len="med" w="med" type="none"/>
          </a:ln>
        </p:spPr>
      </p:cxnSp>
      <p:cxnSp>
        <p:nvCxnSpPr>
          <p:cNvPr id="1740" name="Google Shape;1740;p38"/>
          <p:cNvCxnSpPr>
            <a:stCxn id="1721" idx="3"/>
            <a:endCxn id="1736" idx="1"/>
          </p:cNvCxnSpPr>
          <p:nvPr/>
        </p:nvCxnSpPr>
        <p:spPr>
          <a:xfrm>
            <a:off x="5291250" y="2995256"/>
            <a:ext cx="735900" cy="411300"/>
          </a:xfrm>
          <a:prstGeom prst="curvedConnector3">
            <a:avLst>
              <a:gd fmla="val 50007" name="adj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applications</a:t>
            </a:r>
            <a:endParaRPr/>
          </a:p>
        </p:txBody>
      </p:sp>
      <p:sp>
        <p:nvSpPr>
          <p:cNvPr id="1746" name="Google Shape;1746;p39"/>
          <p:cNvSpPr txBox="1"/>
          <p:nvPr>
            <p:ph idx="1" type="subTitle"/>
          </p:nvPr>
        </p:nvSpPr>
        <p:spPr>
          <a:xfrm>
            <a:off x="1263400" y="3450800"/>
            <a:ext cx="5489100" cy="87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Harnessing cutting-edge technologies to craft tailored treatment plans, ensuring personalized care that comprehensively addresses individual health needs and preferences</a:t>
            </a:r>
            <a:endParaRPr/>
          </a:p>
        </p:txBody>
      </p:sp>
      <p:sp>
        <p:nvSpPr>
          <p:cNvPr id="1747" name="Google Shape;1747;p39"/>
          <p:cNvSpPr txBox="1"/>
          <p:nvPr>
            <p:ph idx="2" type="subTitle"/>
          </p:nvPr>
        </p:nvSpPr>
        <p:spPr>
          <a:xfrm>
            <a:off x="1263400" y="1924374"/>
            <a:ext cx="5489100" cy="87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impactful programs that prioritize well-being at the local level, fostering healthier and more resilient communities through accessible and community-driven initiatives</a:t>
            </a:r>
            <a:endParaRPr/>
          </a:p>
        </p:txBody>
      </p:sp>
      <p:sp>
        <p:nvSpPr>
          <p:cNvPr id="1748" name="Google Shape;1748;p39"/>
          <p:cNvSpPr txBox="1"/>
          <p:nvPr>
            <p:ph idx="3" type="subTitle"/>
          </p:nvPr>
        </p:nvSpPr>
        <p:spPr>
          <a:xfrm>
            <a:off x="1263403" y="1496300"/>
            <a:ext cx="5489100" cy="49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Community wellness initiatives</a:t>
            </a:r>
            <a:endParaRPr/>
          </a:p>
        </p:txBody>
      </p:sp>
      <p:sp>
        <p:nvSpPr>
          <p:cNvPr id="1749" name="Google Shape;1749;p39"/>
          <p:cNvSpPr/>
          <p:nvPr/>
        </p:nvSpPr>
        <p:spPr>
          <a:xfrm>
            <a:off x="719988" y="1629360"/>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a:off x="719988" y="3155772"/>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1" name="Google Shape;1751;p39"/>
          <p:cNvGrpSpPr/>
          <p:nvPr/>
        </p:nvGrpSpPr>
        <p:grpSpPr>
          <a:xfrm>
            <a:off x="828325" y="1721117"/>
            <a:ext cx="250531" cy="284571"/>
            <a:chOff x="-28069875" y="3175300"/>
            <a:chExt cx="260725" cy="296150"/>
          </a:xfrm>
        </p:grpSpPr>
        <p:sp>
          <p:nvSpPr>
            <p:cNvPr id="1752" name="Google Shape;1752;p39"/>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39"/>
          <p:cNvGrpSpPr/>
          <p:nvPr/>
        </p:nvGrpSpPr>
        <p:grpSpPr>
          <a:xfrm>
            <a:off x="812447" y="3249418"/>
            <a:ext cx="282312" cy="280799"/>
            <a:chOff x="-24353075" y="3891250"/>
            <a:chExt cx="293800" cy="292225"/>
          </a:xfrm>
        </p:grpSpPr>
        <p:sp>
          <p:nvSpPr>
            <p:cNvPr id="1762" name="Google Shape;1762;p39"/>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 name="Google Shape;1764;p39"/>
          <p:cNvSpPr txBox="1"/>
          <p:nvPr>
            <p:ph idx="4" type="subTitle"/>
          </p:nvPr>
        </p:nvSpPr>
        <p:spPr>
          <a:xfrm>
            <a:off x="1263400" y="3022729"/>
            <a:ext cx="5489100" cy="49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Personalized healthcare solutions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sp>
        <p:nvSpPr>
          <p:cNvPr id="1769" name="Google Shape;1769;p40"/>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Rubric</a:t>
            </a:r>
            <a:endParaRPr/>
          </a:p>
        </p:txBody>
      </p:sp>
      <p:graphicFrame>
        <p:nvGraphicFramePr>
          <p:cNvPr id="1770" name="Google Shape;1770;p40"/>
          <p:cNvGraphicFramePr/>
          <p:nvPr/>
        </p:nvGraphicFramePr>
        <p:xfrm>
          <a:off x="719988" y="1146299"/>
          <a:ext cx="3000000" cy="3000000"/>
        </p:xfrm>
        <a:graphic>
          <a:graphicData uri="http://schemas.openxmlformats.org/drawingml/2006/table">
            <a:tbl>
              <a:tblPr>
                <a:noFill/>
                <a:tableStyleId>{CE2B4E7F-DDDB-4641-A8C6-7E990AFC53F2}</a:tableStyleId>
              </a:tblPr>
              <a:tblGrid>
                <a:gridCol w="1214925"/>
                <a:gridCol w="1730925"/>
                <a:gridCol w="1628900"/>
                <a:gridCol w="1514475"/>
                <a:gridCol w="1614550"/>
              </a:tblGrid>
              <a:tr h="270300">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Criteria</a:t>
                      </a:r>
                      <a:endParaRPr>
                        <a:solidFill>
                          <a:schemeClr val="dk1"/>
                        </a:solidFill>
                        <a:latin typeface="Montserrat SemiBold"/>
                        <a:ea typeface="Montserrat SemiBold"/>
                        <a:cs typeface="Montserrat SemiBold"/>
                        <a:sym typeface="Montserrat SemiBold"/>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Excellent (4)</a:t>
                      </a:r>
                      <a:endParaRPr>
                        <a:solidFill>
                          <a:schemeClr val="dk1"/>
                        </a:solidFill>
                        <a:latin typeface="Montserrat SemiBold"/>
                        <a:ea typeface="Montserrat SemiBold"/>
                        <a:cs typeface="Montserrat SemiBold"/>
                        <a:sym typeface="Montserrat SemiBold"/>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Good (</a:t>
                      </a:r>
                      <a:r>
                        <a:rPr lang="en">
                          <a:solidFill>
                            <a:schemeClr val="dk1"/>
                          </a:solidFill>
                          <a:latin typeface="Montserrat SemiBold"/>
                          <a:ea typeface="Montserrat SemiBold"/>
                          <a:cs typeface="Montserrat SemiBold"/>
                          <a:sym typeface="Montserrat SemiBold"/>
                        </a:rPr>
                        <a:t>3</a:t>
                      </a:r>
                      <a:r>
                        <a:rPr lang="en">
                          <a:solidFill>
                            <a:schemeClr val="dk1"/>
                          </a:solidFill>
                          <a:latin typeface="Montserrat SemiBold"/>
                          <a:ea typeface="Montserrat SemiBold"/>
                          <a:cs typeface="Montserrat SemiBold"/>
                          <a:sym typeface="Montserrat SemiBold"/>
                        </a:rPr>
                        <a:t>)</a:t>
                      </a:r>
                      <a:endParaRPr>
                        <a:solidFill>
                          <a:schemeClr val="dk1"/>
                        </a:solidFill>
                        <a:latin typeface="Montserrat SemiBold"/>
                        <a:ea typeface="Montserrat SemiBold"/>
                        <a:cs typeface="Montserrat SemiBold"/>
                        <a:sym typeface="Montserrat SemiBold"/>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Clr>
                          <a:srgbClr val="000000"/>
                        </a:buClr>
                        <a:buSzPts val="1100"/>
                        <a:buFont typeface="Arial"/>
                        <a:buNone/>
                      </a:pPr>
                      <a:r>
                        <a:rPr lang="en">
                          <a:solidFill>
                            <a:schemeClr val="dk1"/>
                          </a:solidFill>
                          <a:latin typeface="Montserrat SemiBold"/>
                          <a:ea typeface="Montserrat SemiBold"/>
                          <a:cs typeface="Montserrat SemiBold"/>
                          <a:sym typeface="Montserrat SemiBold"/>
                        </a:rPr>
                        <a:t>Basic (</a:t>
                      </a:r>
                      <a:r>
                        <a:rPr lang="en">
                          <a:solidFill>
                            <a:schemeClr val="dk1"/>
                          </a:solidFill>
                          <a:latin typeface="Montserrat SemiBold"/>
                          <a:ea typeface="Montserrat SemiBold"/>
                          <a:cs typeface="Montserrat SemiBold"/>
                          <a:sym typeface="Montserrat SemiBold"/>
                        </a:rPr>
                        <a:t>2</a:t>
                      </a:r>
                      <a:r>
                        <a:rPr lang="en">
                          <a:solidFill>
                            <a:schemeClr val="dk1"/>
                          </a:solidFill>
                          <a:latin typeface="Montserrat SemiBold"/>
                          <a:ea typeface="Montserrat SemiBold"/>
                          <a:cs typeface="Montserrat SemiBold"/>
                          <a:sym typeface="Montserrat SemiBold"/>
                        </a:rPr>
                        <a:t>)</a:t>
                      </a:r>
                      <a:endParaRPr>
                        <a:solidFill>
                          <a:schemeClr val="dk1"/>
                        </a:solidFill>
                        <a:latin typeface="Montserrat SemiBold"/>
                        <a:ea typeface="Montserrat SemiBold"/>
                        <a:cs typeface="Montserrat SemiBold"/>
                        <a:sym typeface="Montserrat SemiBold"/>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Limited (1)</a:t>
                      </a:r>
                      <a:endParaRPr>
                        <a:solidFill>
                          <a:schemeClr val="dk1"/>
                        </a:solidFill>
                        <a:latin typeface="Montserrat SemiBold"/>
                        <a:ea typeface="Montserrat SemiBold"/>
                        <a:cs typeface="Montserrat SemiBold"/>
                        <a:sym typeface="Montserrat SemiBold"/>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516575">
                <a:tc>
                  <a:txBody>
                    <a:bodyPr/>
                    <a:lstStyle/>
                    <a:p>
                      <a:pPr indent="0" lvl="0" marL="0" rtl="0" algn="l">
                        <a:lnSpc>
                          <a:spcPct val="115000"/>
                        </a:lnSpc>
                        <a:spcBef>
                          <a:spcPts val="0"/>
                        </a:spcBef>
                        <a:spcAft>
                          <a:spcPts val="0"/>
                        </a:spcAft>
                        <a:buNone/>
                      </a:pPr>
                      <a:r>
                        <a:rPr b="1" lang="en" sz="1200">
                          <a:solidFill>
                            <a:schemeClr val="dk1"/>
                          </a:solidFill>
                          <a:latin typeface="Barlow"/>
                          <a:ea typeface="Barlow"/>
                          <a:cs typeface="Barlow"/>
                          <a:sym typeface="Barlow"/>
                        </a:rPr>
                        <a:t>Content knowledge</a:t>
                      </a:r>
                      <a:endParaRPr b="1"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Profound understanding, integrates relevant health science research</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Solid grasp of key health science principles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Presents basic health science information with inaccuracies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Fails to convey clear health science concepts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1"/>
                      </a:solidFill>
                      <a:prstDash val="solid"/>
                      <a:round/>
                      <a:headEnd len="sm" w="sm" type="none"/>
                      <a:tailEnd len="sm" w="sm" type="none"/>
                    </a:lnB>
                  </a:tcPr>
                </a:tc>
              </a:tr>
              <a:tr h="666900">
                <a:tc>
                  <a:txBody>
                    <a:bodyPr/>
                    <a:lstStyle/>
                    <a:p>
                      <a:pPr indent="0" lvl="0" marL="0" rtl="0" algn="l">
                        <a:lnSpc>
                          <a:spcPct val="115000"/>
                        </a:lnSpc>
                        <a:spcBef>
                          <a:spcPts val="0"/>
                        </a:spcBef>
                        <a:spcAft>
                          <a:spcPts val="0"/>
                        </a:spcAft>
                        <a:buNone/>
                      </a:pPr>
                      <a:r>
                        <a:rPr b="1" lang="en" sz="1200">
                          <a:solidFill>
                            <a:schemeClr val="dk1"/>
                          </a:solidFill>
                          <a:latin typeface="Barlow"/>
                          <a:ea typeface="Barlow"/>
                          <a:cs typeface="Barlow"/>
                          <a:sym typeface="Barlow"/>
                        </a:rPr>
                        <a:t>Application of epidemiological methods</a:t>
                      </a:r>
                      <a:endParaRPr b="1"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Applies advanced epidemiological methods, enhancing precision</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Proficient in applying epidemiological methods for analysis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Uses basic epidemiological methods with occasional errors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Lacks application of epidemiological methods, hindering analysis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6575">
                <a:tc>
                  <a:txBody>
                    <a:bodyPr/>
                    <a:lstStyle/>
                    <a:p>
                      <a:pPr indent="0" lvl="0" marL="0" rtl="0" algn="l">
                        <a:lnSpc>
                          <a:spcPct val="115000"/>
                        </a:lnSpc>
                        <a:spcBef>
                          <a:spcPts val="0"/>
                        </a:spcBef>
                        <a:spcAft>
                          <a:spcPts val="0"/>
                        </a:spcAft>
                        <a:buNone/>
                      </a:pPr>
                      <a:r>
                        <a:rPr b="1" lang="en" sz="1200">
                          <a:solidFill>
                            <a:schemeClr val="dk1"/>
                          </a:solidFill>
                          <a:latin typeface="Barlow"/>
                          <a:ea typeface="Barlow"/>
                          <a:cs typeface="Barlow"/>
                          <a:sym typeface="Barlow"/>
                        </a:rPr>
                        <a:t>Visual aids</a:t>
                      </a:r>
                      <a:endParaRPr b="1"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Integrates appealing visuals, enhances understanding</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Uses appropriate visuals, including epidemiological visuals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Inconsistent or ineffective use of health science visuals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Lacks or poorly incorporates health science-related visuals</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666900">
                <a:tc>
                  <a:txBody>
                    <a:bodyPr/>
                    <a:lstStyle/>
                    <a:p>
                      <a:pPr indent="0" lvl="0" marL="0" rtl="0" algn="l">
                        <a:lnSpc>
                          <a:spcPct val="115000"/>
                        </a:lnSpc>
                        <a:spcBef>
                          <a:spcPts val="0"/>
                        </a:spcBef>
                        <a:spcAft>
                          <a:spcPts val="0"/>
                        </a:spcAft>
                        <a:buNone/>
                      </a:pPr>
                      <a:r>
                        <a:rPr b="1" lang="en" sz="1200">
                          <a:solidFill>
                            <a:schemeClr val="dk1"/>
                          </a:solidFill>
                          <a:latin typeface="Barlow"/>
                          <a:ea typeface="Barlow"/>
                          <a:cs typeface="Barlow"/>
                          <a:sym typeface="Barlow"/>
                        </a:rPr>
                        <a:t>Delivery and engagement</a:t>
                      </a:r>
                      <a:endParaRPr b="1"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Maintains strong eye contact, confident posture</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Demonstrates engagement, maintains interest throughout</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Limited engagement, occasional lack of confidence</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Appears nervous, lacks engagement, struggles to connect</a:t>
                      </a:r>
                      <a:endParaRPr sz="1200">
                        <a:solidFill>
                          <a:schemeClr val="dk1"/>
                        </a:solidFill>
                        <a:latin typeface="Barlow"/>
                        <a:ea typeface="Barlow"/>
                        <a:cs typeface="Barlow"/>
                        <a:sym typeface="Barlow"/>
                      </a:endParaRPr>
                    </a:p>
                  </a:txBody>
                  <a:tcPr marT="45700" marB="45700" marR="27425" marL="27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4" name="Shape 1774"/>
        <p:cNvGrpSpPr/>
        <p:nvPr/>
      </p:nvGrpSpPr>
      <p:grpSpPr>
        <a:xfrm>
          <a:off x="0" y="0"/>
          <a:ext cx="0" cy="0"/>
          <a:chOff x="0" y="0"/>
          <a:chExt cx="0" cy="0"/>
        </a:xfrm>
      </p:grpSpPr>
      <p:sp>
        <p:nvSpPr>
          <p:cNvPr id="1775" name="Google Shape;1775;p41"/>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Assignment brief</a:t>
            </a:r>
            <a:endParaRPr/>
          </a:p>
        </p:txBody>
      </p:sp>
      <p:graphicFrame>
        <p:nvGraphicFramePr>
          <p:cNvPr id="1776" name="Google Shape;1776;p41"/>
          <p:cNvGraphicFramePr/>
          <p:nvPr/>
        </p:nvGraphicFramePr>
        <p:xfrm>
          <a:off x="935669" y="1376052"/>
          <a:ext cx="3000000" cy="3000000"/>
        </p:xfrm>
        <a:graphic>
          <a:graphicData uri="http://schemas.openxmlformats.org/drawingml/2006/table">
            <a:tbl>
              <a:tblPr>
                <a:noFill/>
                <a:tableStyleId>{CE2B4E7F-DDDB-4641-A8C6-7E990AFC53F2}</a:tableStyleId>
              </a:tblPr>
              <a:tblGrid>
                <a:gridCol w="1123850"/>
                <a:gridCol w="1856100"/>
              </a:tblGrid>
              <a:tr h="475375">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Course</a:t>
                      </a:r>
                      <a:endParaRPr>
                        <a:solidFill>
                          <a:schemeClr val="dk1"/>
                        </a:solidFill>
                        <a:latin typeface="Montserrat SemiBold"/>
                        <a:ea typeface="Montserrat SemiBold"/>
                        <a:cs typeface="Montserrat SemiBold"/>
                        <a:sym typeface="Montserra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Foreign language</a:t>
                      </a:r>
                      <a:endParaRPr sz="1200">
                        <a:solidFill>
                          <a:schemeClr val="dk1"/>
                        </a:solidFill>
                        <a:latin typeface="Barlow"/>
                        <a:ea typeface="Barlow"/>
                        <a:cs typeface="Barlow"/>
                        <a:sym typeface="Barlow"/>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accent1"/>
                      </a:solidFill>
                      <a:prstDash val="solid"/>
                      <a:round/>
                      <a:headEnd len="sm" w="sm" type="none"/>
                      <a:tailEnd len="sm" w="sm" type="none"/>
                    </a:lnB>
                  </a:tcPr>
                </a:tc>
              </a:tr>
              <a:tr h="475375">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Unit</a:t>
                      </a:r>
                      <a:endParaRPr>
                        <a:solidFill>
                          <a:schemeClr val="dk1"/>
                        </a:solidFill>
                        <a:latin typeface="Montserrat SemiBold"/>
                        <a:ea typeface="Montserrat SemiBold"/>
                        <a:cs typeface="Montserrat SemiBold"/>
                        <a:sym typeface="Montserra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Health science seminar</a:t>
                      </a:r>
                      <a:endParaRPr sz="1200">
                        <a:solidFill>
                          <a:schemeClr val="dk1"/>
                        </a:solidFill>
                        <a:latin typeface="Barlow"/>
                        <a:ea typeface="Barlow"/>
                        <a:cs typeface="Barlow"/>
                        <a:sym typeface="Barlow"/>
                      </a:endParaRPr>
                    </a:p>
                  </a:txBody>
                  <a:tcPr marT="91425" marB="91425" marR="79950"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748825">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Project title</a:t>
                      </a:r>
                      <a:endParaRPr>
                        <a:solidFill>
                          <a:schemeClr val="dk1"/>
                        </a:solidFill>
                        <a:latin typeface="Montserrat SemiBold"/>
                        <a:ea typeface="Montserrat SemiBold"/>
                        <a:cs typeface="Montserrat SemiBold"/>
                        <a:sym typeface="Montserra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Integrative health analysis presentation</a:t>
                      </a:r>
                      <a:endParaRPr sz="1200">
                        <a:solidFill>
                          <a:schemeClr val="dk1"/>
                        </a:solidFill>
                        <a:latin typeface="Barlow"/>
                        <a:ea typeface="Barlow"/>
                        <a:cs typeface="Barlow"/>
                        <a:sym typeface="Barlow"/>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75375">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Tutor</a:t>
                      </a:r>
                      <a:endParaRPr>
                        <a:solidFill>
                          <a:schemeClr val="dk1"/>
                        </a:solidFill>
                        <a:latin typeface="Montserrat SemiBold"/>
                        <a:ea typeface="Montserrat SemiBold"/>
                        <a:cs typeface="Montserrat SemiBold"/>
                        <a:sym typeface="Montserra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Dr. Tutor</a:t>
                      </a:r>
                      <a:endParaRPr sz="1200">
                        <a:solidFill>
                          <a:schemeClr val="dk1"/>
                        </a:solidFill>
                        <a:latin typeface="Barlow"/>
                        <a:ea typeface="Barlow"/>
                        <a:cs typeface="Barlow"/>
                        <a:sym typeface="Barlow"/>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75375">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Start date</a:t>
                      </a:r>
                      <a:endParaRPr>
                        <a:solidFill>
                          <a:schemeClr val="dk1"/>
                        </a:solidFill>
                        <a:latin typeface="Montserrat SemiBold"/>
                        <a:ea typeface="Montserrat SemiBold"/>
                        <a:cs typeface="Montserrat SemiBold"/>
                        <a:sym typeface="Montserra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MM/DD/YYYY</a:t>
                      </a:r>
                      <a:endParaRPr sz="1200">
                        <a:solidFill>
                          <a:schemeClr val="dk1"/>
                        </a:solidFill>
                        <a:latin typeface="Barlow"/>
                        <a:ea typeface="Barlow"/>
                        <a:cs typeface="Barlow"/>
                        <a:sym typeface="Barlow"/>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475375">
                <a:tc>
                  <a:txBody>
                    <a:bodyPr/>
                    <a:lstStyle/>
                    <a:p>
                      <a:pPr indent="0" lvl="0" marL="0" rtl="0" algn="l">
                        <a:lnSpc>
                          <a:spcPct val="115000"/>
                        </a:lnSpc>
                        <a:spcBef>
                          <a:spcPts val="0"/>
                        </a:spcBef>
                        <a:spcAft>
                          <a:spcPts val="0"/>
                        </a:spcAft>
                        <a:buNone/>
                      </a:pPr>
                      <a:r>
                        <a:rPr lang="en">
                          <a:solidFill>
                            <a:schemeClr val="dk1"/>
                          </a:solidFill>
                          <a:latin typeface="Montserrat SemiBold"/>
                          <a:ea typeface="Montserrat SemiBold"/>
                          <a:cs typeface="Montserrat SemiBold"/>
                          <a:sym typeface="Montserrat SemiBold"/>
                        </a:rPr>
                        <a:t>Deadline</a:t>
                      </a:r>
                      <a:endParaRPr>
                        <a:solidFill>
                          <a:schemeClr val="dk1"/>
                        </a:solidFill>
                        <a:latin typeface="Montserrat SemiBold"/>
                        <a:ea typeface="Montserrat SemiBold"/>
                        <a:cs typeface="Montserrat SemiBold"/>
                        <a:sym typeface="Montserrat SemiBol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Barlow"/>
                          <a:ea typeface="Barlow"/>
                          <a:cs typeface="Barlow"/>
                          <a:sym typeface="Barlow"/>
                        </a:rPr>
                        <a:t>MM/DD/YYYY</a:t>
                      </a:r>
                      <a:endParaRPr sz="1200">
                        <a:solidFill>
                          <a:schemeClr val="dk1"/>
                        </a:solidFill>
                        <a:latin typeface="Barlow"/>
                        <a:ea typeface="Barlow"/>
                        <a:cs typeface="Barlow"/>
                        <a:sym typeface="Barlow"/>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1777" name="Google Shape;1777;p41"/>
          <p:cNvSpPr txBox="1"/>
          <p:nvPr>
            <p:ph idx="4294967295" type="subTitle"/>
          </p:nvPr>
        </p:nvSpPr>
        <p:spPr>
          <a:xfrm>
            <a:off x="3991825" y="1686322"/>
            <a:ext cx="4216500" cy="10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unit is designed to provide students with a comprehensive understanding of key concepts in health science, emphasizing the integration of theoretical knowledge with practical applications</a:t>
            </a:r>
            <a:endParaRPr/>
          </a:p>
        </p:txBody>
      </p:sp>
      <p:sp>
        <p:nvSpPr>
          <p:cNvPr id="1778" name="Google Shape;1778;p41"/>
          <p:cNvSpPr txBox="1"/>
          <p:nvPr>
            <p:ph idx="4294967295" type="subTitle"/>
          </p:nvPr>
        </p:nvSpPr>
        <p:spPr>
          <a:xfrm>
            <a:off x="3991825" y="1318250"/>
            <a:ext cx="4216500" cy="48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Montserrat SemiBold"/>
                <a:ea typeface="Montserrat SemiBold"/>
                <a:cs typeface="Montserrat SemiBold"/>
                <a:sym typeface="Montserrat SemiBold"/>
              </a:rPr>
              <a:t>Abstract of the unit</a:t>
            </a:r>
            <a:endParaRPr sz="1600">
              <a:latin typeface="Montserrat SemiBold"/>
              <a:ea typeface="Montserrat SemiBold"/>
              <a:cs typeface="Montserrat SemiBold"/>
              <a:sym typeface="Montserrat SemiBold"/>
            </a:endParaRPr>
          </a:p>
        </p:txBody>
      </p:sp>
      <p:sp>
        <p:nvSpPr>
          <p:cNvPr id="1779" name="Google Shape;1779;p41"/>
          <p:cNvSpPr txBox="1"/>
          <p:nvPr>
            <p:ph idx="4294967295" type="subTitle"/>
          </p:nvPr>
        </p:nvSpPr>
        <p:spPr>
          <a:xfrm>
            <a:off x="3991825" y="3453974"/>
            <a:ext cx="4216500" cy="108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assignment focuses on evaluating content knowledge, applying epidemiological methods, effectively using health science-related visual aids, and delivering engaging presentations</a:t>
            </a:r>
            <a:endParaRPr/>
          </a:p>
        </p:txBody>
      </p:sp>
      <p:sp>
        <p:nvSpPr>
          <p:cNvPr id="1780" name="Google Shape;1780;p41"/>
          <p:cNvSpPr txBox="1"/>
          <p:nvPr>
            <p:ph idx="4294967295" type="subTitle"/>
          </p:nvPr>
        </p:nvSpPr>
        <p:spPr>
          <a:xfrm>
            <a:off x="3991825" y="3085902"/>
            <a:ext cx="4216500" cy="48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latin typeface="Montserrat SemiBold"/>
                <a:ea typeface="Montserrat SemiBold"/>
                <a:cs typeface="Montserrat SemiBold"/>
                <a:sym typeface="Montserrat SemiBold"/>
              </a:rPr>
              <a:t>Assignment brief</a:t>
            </a:r>
            <a:endParaRPr sz="1600">
              <a:latin typeface="Montserrat SemiBold"/>
              <a:ea typeface="Montserrat SemiBold"/>
              <a:cs typeface="Montserrat SemiBold"/>
              <a:sym typeface="Montserrat SemiBol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4" name="Shape 1784"/>
        <p:cNvGrpSpPr/>
        <p:nvPr/>
      </p:nvGrpSpPr>
      <p:grpSpPr>
        <a:xfrm>
          <a:off x="0" y="0"/>
          <a:ext cx="0" cy="0"/>
          <a:chOff x="0" y="0"/>
          <a:chExt cx="0" cy="0"/>
        </a:xfrm>
      </p:grpSpPr>
      <p:sp>
        <p:nvSpPr>
          <p:cNvPr id="1785" name="Google Shape;178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study</a:t>
            </a:r>
            <a:endParaRPr/>
          </a:p>
        </p:txBody>
      </p:sp>
      <p:sp>
        <p:nvSpPr>
          <p:cNvPr id="1786" name="Google Shape;1786;p42"/>
          <p:cNvSpPr txBox="1"/>
          <p:nvPr/>
        </p:nvSpPr>
        <p:spPr>
          <a:xfrm>
            <a:off x="726375" y="1072863"/>
            <a:ext cx="7704000" cy="90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In a diverse urban community, significant health disparities have been identified, impacting various population groups. The local health department is keen on developing an intervention plan to address these disparities and improve overall community health</a:t>
            </a:r>
            <a:endParaRPr>
              <a:solidFill>
                <a:schemeClr val="dk1"/>
              </a:solidFill>
              <a:latin typeface="Barlow"/>
              <a:ea typeface="Barlow"/>
              <a:cs typeface="Barlow"/>
              <a:sym typeface="Barlow"/>
            </a:endParaRPr>
          </a:p>
        </p:txBody>
      </p:sp>
      <p:sp>
        <p:nvSpPr>
          <p:cNvPr id="1787" name="Google Shape;1787;p42"/>
          <p:cNvSpPr txBox="1"/>
          <p:nvPr/>
        </p:nvSpPr>
        <p:spPr>
          <a:xfrm>
            <a:off x="726375" y="2110800"/>
            <a:ext cx="7704000" cy="4608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600">
                <a:solidFill>
                  <a:schemeClr val="dk1"/>
                </a:solidFill>
                <a:latin typeface="Montserrat SemiBold"/>
                <a:ea typeface="Montserrat SemiBold"/>
                <a:cs typeface="Montserrat SemiBold"/>
                <a:sym typeface="Montserrat SemiBold"/>
              </a:rPr>
              <a:t>Instructions</a:t>
            </a:r>
            <a:endParaRPr sz="1600">
              <a:solidFill>
                <a:schemeClr val="dk1"/>
              </a:solidFill>
              <a:latin typeface="Montserrat SemiBold"/>
              <a:ea typeface="Montserrat SemiBold"/>
              <a:cs typeface="Montserrat SemiBold"/>
              <a:sym typeface="Montserrat SemiBold"/>
            </a:endParaRPr>
          </a:p>
        </p:txBody>
      </p:sp>
      <p:sp>
        <p:nvSpPr>
          <p:cNvPr id="1788" name="Google Shape;1788;p42"/>
          <p:cNvSpPr txBox="1"/>
          <p:nvPr/>
        </p:nvSpPr>
        <p:spPr>
          <a:xfrm>
            <a:off x="726375" y="2466851"/>
            <a:ext cx="7704000" cy="21372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1500"/>
              </a:spcBef>
              <a:spcAft>
                <a:spcPts val="0"/>
              </a:spcAft>
              <a:buClr>
                <a:schemeClr val="accent2"/>
              </a:buClr>
              <a:buSzPts val="1400"/>
              <a:buFont typeface="Lato"/>
              <a:buChar char="●"/>
            </a:pPr>
            <a:r>
              <a:rPr b="1" lang="en">
                <a:solidFill>
                  <a:schemeClr val="dk1"/>
                </a:solidFill>
                <a:latin typeface="Barlow"/>
                <a:ea typeface="Barlow"/>
                <a:cs typeface="Barlow"/>
                <a:sym typeface="Barlow"/>
              </a:rPr>
              <a:t>Needs assessment:</a:t>
            </a:r>
            <a:r>
              <a:rPr lang="en">
                <a:solidFill>
                  <a:schemeClr val="dk1"/>
                </a:solidFill>
                <a:latin typeface="Barlow"/>
                <a:ea typeface="Barlow"/>
                <a:cs typeface="Barlow"/>
                <a:sym typeface="Barlow"/>
              </a:rPr>
              <a:t> Utilize health data and community input to identify disparities. Understand key health issues affecting diverse populations</a:t>
            </a:r>
            <a:endParaRPr>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Lato"/>
              <a:buChar char="●"/>
            </a:pPr>
            <a:r>
              <a:rPr b="1" lang="en">
                <a:solidFill>
                  <a:schemeClr val="dk1"/>
                </a:solidFill>
                <a:latin typeface="Barlow"/>
                <a:ea typeface="Barlow"/>
                <a:cs typeface="Barlow"/>
                <a:sym typeface="Barlow"/>
              </a:rPr>
              <a:t>Stakeholder engagement:</a:t>
            </a:r>
            <a:r>
              <a:rPr lang="en">
                <a:solidFill>
                  <a:schemeClr val="dk1"/>
                </a:solidFill>
                <a:latin typeface="Barlow"/>
                <a:ea typeface="Barlow"/>
                <a:cs typeface="Barlow"/>
                <a:sym typeface="Barlow"/>
              </a:rPr>
              <a:t> Engage community leaders, healthcare providers, and affected populations. Gather input, foster partnerships, and ensure a community-driven approach</a:t>
            </a:r>
            <a:endParaRPr>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Lato"/>
              <a:buChar char="●"/>
            </a:pPr>
            <a:r>
              <a:rPr b="1" lang="en">
                <a:solidFill>
                  <a:schemeClr val="dk1"/>
                </a:solidFill>
                <a:latin typeface="Barlow"/>
                <a:ea typeface="Barlow"/>
                <a:cs typeface="Barlow"/>
                <a:sym typeface="Barlow"/>
              </a:rPr>
              <a:t>Intervention design:</a:t>
            </a:r>
            <a:r>
              <a:rPr lang="en">
                <a:solidFill>
                  <a:schemeClr val="dk1"/>
                </a:solidFill>
                <a:latin typeface="Barlow"/>
                <a:ea typeface="Barlow"/>
                <a:cs typeface="Barlow"/>
                <a:sym typeface="Barlow"/>
              </a:rPr>
              <a:t> Design targeted, culturally sensitive interventions based on needs assessment. Clearly outline objectives, methods, and expected outcomes</a:t>
            </a:r>
            <a:endParaRPr>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Lato"/>
              <a:buChar char="●"/>
            </a:pPr>
            <a:r>
              <a:rPr b="1" lang="en">
                <a:solidFill>
                  <a:schemeClr val="dk1"/>
                </a:solidFill>
                <a:latin typeface="Barlow"/>
                <a:ea typeface="Barlow"/>
                <a:cs typeface="Barlow"/>
                <a:sym typeface="Barlow"/>
              </a:rPr>
              <a:t>Implementation and evaluation:</a:t>
            </a:r>
            <a:r>
              <a:rPr lang="en">
                <a:solidFill>
                  <a:schemeClr val="dk1"/>
                </a:solidFill>
                <a:latin typeface="Barlow"/>
                <a:ea typeface="Barlow"/>
                <a:cs typeface="Barlow"/>
                <a:sym typeface="Barlow"/>
              </a:rPr>
              <a:t> Implement interventions, monitor effectiveness, and evaluate impact. Adjust strategies as needed for ongoing success and sustainability</a:t>
            </a:r>
            <a:endParaRPr sz="1700">
              <a:solidFill>
                <a:schemeClr val="dk1"/>
              </a:solidFill>
              <a:latin typeface="Barlow"/>
              <a:ea typeface="Barlow"/>
              <a:cs typeface="Barlow"/>
              <a:sym typeface="Barlow"/>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2" name="Shape 1792"/>
        <p:cNvGrpSpPr/>
        <p:nvPr/>
      </p:nvGrpSpPr>
      <p:grpSpPr>
        <a:xfrm>
          <a:off x="0" y="0"/>
          <a:ext cx="0" cy="0"/>
          <a:chOff x="0" y="0"/>
          <a:chExt cx="0" cy="0"/>
        </a:xfrm>
      </p:grpSpPr>
      <p:sp>
        <p:nvSpPr>
          <p:cNvPr id="1793" name="Google Shape;1793;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794" name="Google Shape;1794;p43"/>
          <p:cNvSpPr txBox="1"/>
          <p:nvPr>
            <p:ph idx="1" type="subTitle"/>
          </p:nvPr>
        </p:nvSpPr>
        <p:spPr>
          <a:xfrm>
            <a:off x="1187200" y="1527225"/>
            <a:ext cx="3375600" cy="13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Understanding health studies holistically aids informed decision-making, fostering proactive well-being management</a:t>
            </a:r>
            <a:endParaRPr/>
          </a:p>
        </p:txBody>
      </p:sp>
      <p:sp>
        <p:nvSpPr>
          <p:cNvPr id="1795" name="Google Shape;1795;p43"/>
          <p:cNvSpPr txBox="1"/>
          <p:nvPr>
            <p:ph idx="2" type="subTitle"/>
          </p:nvPr>
        </p:nvSpPr>
        <p:spPr>
          <a:xfrm>
            <a:off x="1187200" y="3272300"/>
            <a:ext cx="3375600" cy="13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Witnessing practical applications, from community wellness to personalized care, highlights the transformative impact of health studies in real-world contexts</a:t>
            </a:r>
            <a:endParaRPr/>
          </a:p>
        </p:txBody>
      </p:sp>
      <p:sp>
        <p:nvSpPr>
          <p:cNvPr id="1796" name="Google Shape;1796;p43"/>
          <p:cNvSpPr txBox="1"/>
          <p:nvPr>
            <p:ph idx="3" type="subTitle"/>
          </p:nvPr>
        </p:nvSpPr>
        <p:spPr>
          <a:xfrm>
            <a:off x="5055150" y="2399763"/>
            <a:ext cx="3375600" cy="13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the dynamic realm of health studies, ongoing learning ensures our ability to contribute meaningfully to the ever-evolving landscape, promoting global health advancement</a:t>
            </a:r>
            <a:endParaRPr/>
          </a:p>
        </p:txBody>
      </p:sp>
      <p:sp>
        <p:nvSpPr>
          <p:cNvPr id="1797" name="Google Shape;1797;p43"/>
          <p:cNvSpPr txBox="1"/>
          <p:nvPr>
            <p:ph idx="4" type="subTitle"/>
          </p:nvPr>
        </p:nvSpPr>
        <p:spPr>
          <a:xfrm>
            <a:off x="1187200" y="1138350"/>
            <a:ext cx="3375600" cy="46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Holistic health perspective</a:t>
            </a:r>
            <a:endParaRPr/>
          </a:p>
        </p:txBody>
      </p:sp>
      <p:sp>
        <p:nvSpPr>
          <p:cNvPr id="1798" name="Google Shape;1798;p43"/>
          <p:cNvSpPr txBox="1"/>
          <p:nvPr>
            <p:ph idx="5" type="subTitle"/>
          </p:nvPr>
        </p:nvSpPr>
        <p:spPr>
          <a:xfrm>
            <a:off x="1187225" y="2883425"/>
            <a:ext cx="3375600" cy="46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Impactful applications</a:t>
            </a:r>
            <a:endParaRPr/>
          </a:p>
        </p:txBody>
      </p:sp>
      <p:sp>
        <p:nvSpPr>
          <p:cNvPr id="1799" name="Google Shape;1799;p43"/>
          <p:cNvSpPr txBox="1"/>
          <p:nvPr>
            <p:ph idx="6" type="subTitle"/>
          </p:nvPr>
        </p:nvSpPr>
        <p:spPr>
          <a:xfrm>
            <a:off x="5055175" y="2010888"/>
            <a:ext cx="3375600" cy="46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Continual learning</a:t>
            </a:r>
            <a:endParaRPr/>
          </a:p>
        </p:txBody>
      </p:sp>
      <p:sp>
        <p:nvSpPr>
          <p:cNvPr id="1800" name="Google Shape;1800;p43"/>
          <p:cNvSpPr/>
          <p:nvPr/>
        </p:nvSpPr>
        <p:spPr>
          <a:xfrm>
            <a:off x="713213" y="1234450"/>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3"/>
          <p:cNvSpPr/>
          <p:nvPr/>
        </p:nvSpPr>
        <p:spPr>
          <a:xfrm>
            <a:off x="713213" y="2979538"/>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3"/>
          <p:cNvSpPr/>
          <p:nvPr/>
        </p:nvSpPr>
        <p:spPr>
          <a:xfrm>
            <a:off x="4580336" y="2106994"/>
            <a:ext cx="467200" cy="468075"/>
          </a:xfrm>
          <a:custGeom>
            <a:rect b="b" l="l" r="r" t="t"/>
            <a:pathLst>
              <a:path extrusionOk="0" h="18723" w="18688">
                <a:moveTo>
                  <a:pt x="4094" y="0"/>
                </a:moveTo>
                <a:lnTo>
                  <a:pt x="3667" y="36"/>
                </a:lnTo>
                <a:lnTo>
                  <a:pt x="3275" y="107"/>
                </a:lnTo>
                <a:lnTo>
                  <a:pt x="2884" y="178"/>
                </a:lnTo>
                <a:lnTo>
                  <a:pt x="2492" y="321"/>
                </a:lnTo>
                <a:lnTo>
                  <a:pt x="2136" y="499"/>
                </a:lnTo>
                <a:lnTo>
                  <a:pt x="1816" y="712"/>
                </a:lnTo>
                <a:lnTo>
                  <a:pt x="1495" y="961"/>
                </a:lnTo>
                <a:lnTo>
                  <a:pt x="1211" y="1211"/>
                </a:lnTo>
                <a:lnTo>
                  <a:pt x="926" y="1495"/>
                </a:lnTo>
                <a:lnTo>
                  <a:pt x="712" y="1816"/>
                </a:lnTo>
                <a:lnTo>
                  <a:pt x="499" y="2172"/>
                </a:lnTo>
                <a:lnTo>
                  <a:pt x="321" y="2528"/>
                </a:lnTo>
                <a:lnTo>
                  <a:pt x="178" y="2884"/>
                </a:lnTo>
                <a:lnTo>
                  <a:pt x="72" y="3275"/>
                </a:lnTo>
                <a:lnTo>
                  <a:pt x="36" y="3702"/>
                </a:lnTo>
                <a:lnTo>
                  <a:pt x="0" y="4094"/>
                </a:lnTo>
                <a:lnTo>
                  <a:pt x="0" y="14630"/>
                </a:lnTo>
                <a:lnTo>
                  <a:pt x="36" y="15057"/>
                </a:lnTo>
                <a:lnTo>
                  <a:pt x="72" y="15448"/>
                </a:lnTo>
                <a:lnTo>
                  <a:pt x="178" y="15840"/>
                </a:lnTo>
                <a:lnTo>
                  <a:pt x="321" y="16231"/>
                </a:lnTo>
                <a:lnTo>
                  <a:pt x="499" y="16587"/>
                </a:lnTo>
                <a:lnTo>
                  <a:pt x="712" y="16908"/>
                </a:lnTo>
                <a:lnTo>
                  <a:pt x="926" y="17228"/>
                </a:lnTo>
                <a:lnTo>
                  <a:pt x="1211" y="17513"/>
                </a:lnTo>
                <a:lnTo>
                  <a:pt x="1495" y="17798"/>
                </a:lnTo>
                <a:lnTo>
                  <a:pt x="1816" y="18011"/>
                </a:lnTo>
                <a:lnTo>
                  <a:pt x="2136" y="18225"/>
                </a:lnTo>
                <a:lnTo>
                  <a:pt x="2492" y="18403"/>
                </a:lnTo>
                <a:lnTo>
                  <a:pt x="2884" y="18545"/>
                </a:lnTo>
                <a:lnTo>
                  <a:pt x="3275" y="18616"/>
                </a:lnTo>
                <a:lnTo>
                  <a:pt x="3667" y="18687"/>
                </a:lnTo>
                <a:lnTo>
                  <a:pt x="4094" y="18723"/>
                </a:lnTo>
                <a:lnTo>
                  <a:pt x="14594" y="18723"/>
                </a:lnTo>
                <a:lnTo>
                  <a:pt x="15021" y="18687"/>
                </a:lnTo>
                <a:lnTo>
                  <a:pt x="15448" y="18616"/>
                </a:lnTo>
                <a:lnTo>
                  <a:pt x="15840" y="18545"/>
                </a:lnTo>
                <a:lnTo>
                  <a:pt x="16196" y="18403"/>
                </a:lnTo>
                <a:lnTo>
                  <a:pt x="16552" y="18225"/>
                </a:lnTo>
                <a:lnTo>
                  <a:pt x="16908" y="18011"/>
                </a:lnTo>
                <a:lnTo>
                  <a:pt x="17228" y="17798"/>
                </a:lnTo>
                <a:lnTo>
                  <a:pt x="17513" y="17513"/>
                </a:lnTo>
                <a:lnTo>
                  <a:pt x="17762" y="17228"/>
                </a:lnTo>
                <a:lnTo>
                  <a:pt x="18011" y="16908"/>
                </a:lnTo>
                <a:lnTo>
                  <a:pt x="18225" y="16587"/>
                </a:lnTo>
                <a:lnTo>
                  <a:pt x="18367" y="16231"/>
                </a:lnTo>
                <a:lnTo>
                  <a:pt x="18509" y="15840"/>
                </a:lnTo>
                <a:lnTo>
                  <a:pt x="18616" y="15448"/>
                </a:lnTo>
                <a:lnTo>
                  <a:pt x="18687" y="15057"/>
                </a:lnTo>
                <a:lnTo>
                  <a:pt x="18687" y="14630"/>
                </a:lnTo>
                <a:lnTo>
                  <a:pt x="18687" y="4094"/>
                </a:lnTo>
                <a:lnTo>
                  <a:pt x="18687" y="3702"/>
                </a:lnTo>
                <a:lnTo>
                  <a:pt x="18616" y="3275"/>
                </a:lnTo>
                <a:lnTo>
                  <a:pt x="18509" y="2884"/>
                </a:lnTo>
                <a:lnTo>
                  <a:pt x="18367" y="2528"/>
                </a:lnTo>
                <a:lnTo>
                  <a:pt x="18225" y="2172"/>
                </a:lnTo>
                <a:lnTo>
                  <a:pt x="18011" y="1816"/>
                </a:lnTo>
                <a:lnTo>
                  <a:pt x="17762" y="1495"/>
                </a:lnTo>
                <a:lnTo>
                  <a:pt x="17513" y="1211"/>
                </a:lnTo>
                <a:lnTo>
                  <a:pt x="17228" y="961"/>
                </a:lnTo>
                <a:lnTo>
                  <a:pt x="16908" y="712"/>
                </a:lnTo>
                <a:lnTo>
                  <a:pt x="16552" y="499"/>
                </a:lnTo>
                <a:lnTo>
                  <a:pt x="16196" y="321"/>
                </a:lnTo>
                <a:lnTo>
                  <a:pt x="15840" y="178"/>
                </a:lnTo>
                <a:lnTo>
                  <a:pt x="15448" y="107"/>
                </a:lnTo>
                <a:lnTo>
                  <a:pt x="15021" y="36"/>
                </a:lnTo>
                <a:lnTo>
                  <a:pt x="145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3" name="Google Shape;1803;p43"/>
          <p:cNvGrpSpPr/>
          <p:nvPr/>
        </p:nvGrpSpPr>
        <p:grpSpPr>
          <a:xfrm>
            <a:off x="787582" y="3075362"/>
            <a:ext cx="318493" cy="276461"/>
            <a:chOff x="-28462125" y="3199700"/>
            <a:chExt cx="298550" cy="259150"/>
          </a:xfrm>
        </p:grpSpPr>
        <p:sp>
          <p:nvSpPr>
            <p:cNvPr id="1804" name="Google Shape;1804;p4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43"/>
          <p:cNvGrpSpPr/>
          <p:nvPr/>
        </p:nvGrpSpPr>
        <p:grpSpPr>
          <a:xfrm>
            <a:off x="4655559" y="2183061"/>
            <a:ext cx="316786" cy="315959"/>
            <a:chOff x="-28461325" y="3545475"/>
            <a:chExt cx="296950" cy="296175"/>
          </a:xfrm>
        </p:grpSpPr>
        <p:sp>
          <p:nvSpPr>
            <p:cNvPr id="1808" name="Google Shape;1808;p4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43"/>
          <p:cNvGrpSpPr/>
          <p:nvPr/>
        </p:nvGrpSpPr>
        <p:grpSpPr>
          <a:xfrm>
            <a:off x="792208" y="1310521"/>
            <a:ext cx="309239" cy="315959"/>
            <a:chOff x="-24353875" y="3147725"/>
            <a:chExt cx="289875" cy="296175"/>
          </a:xfrm>
        </p:grpSpPr>
        <p:sp>
          <p:nvSpPr>
            <p:cNvPr id="1815" name="Google Shape;1815;p4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0" name="Shape 1820"/>
        <p:cNvGrpSpPr/>
        <p:nvPr/>
      </p:nvGrpSpPr>
      <p:grpSpPr>
        <a:xfrm>
          <a:off x="0" y="0"/>
          <a:ext cx="0" cy="0"/>
          <a:chOff x="0" y="0"/>
          <a:chExt cx="0" cy="0"/>
        </a:xfrm>
      </p:grpSpPr>
      <p:sp>
        <p:nvSpPr>
          <p:cNvPr id="1821" name="Google Shape;1821;p44"/>
          <p:cNvSpPr txBox="1"/>
          <p:nvPr>
            <p:ph type="title"/>
          </p:nvPr>
        </p:nvSpPr>
        <p:spPr>
          <a:xfrm>
            <a:off x="2347938" y="539500"/>
            <a:ext cx="44481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22" name="Google Shape;1822;p44"/>
          <p:cNvSpPr txBox="1"/>
          <p:nvPr>
            <p:ph idx="1" type="subTitle"/>
          </p:nvPr>
        </p:nvSpPr>
        <p:spPr>
          <a:xfrm>
            <a:off x="2347900" y="1703425"/>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823" name="Google Shape;1823;p44"/>
          <p:cNvSpPr txBox="1"/>
          <p:nvPr/>
        </p:nvSpPr>
        <p:spPr>
          <a:xfrm>
            <a:off x="2496150" y="4291100"/>
            <a:ext cx="4151700" cy="31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a:ea typeface="Barlow"/>
                <a:cs typeface="Barlow"/>
                <a:sym typeface="Barlow"/>
              </a:rPr>
              <a:t>Please keep this slide for attribution</a:t>
            </a:r>
            <a:endParaRPr sz="1200">
              <a:solidFill>
                <a:schemeClr val="dk1"/>
              </a:solidFill>
              <a:latin typeface="Barlow"/>
              <a:ea typeface="Barlow"/>
              <a:cs typeface="Barlow"/>
              <a:sym typeface="Barlow"/>
            </a:endParaRPr>
          </a:p>
        </p:txBody>
      </p:sp>
      <p:grpSp>
        <p:nvGrpSpPr>
          <p:cNvPr id="1824" name="Google Shape;1824;p44"/>
          <p:cNvGrpSpPr/>
          <p:nvPr/>
        </p:nvGrpSpPr>
        <p:grpSpPr>
          <a:xfrm>
            <a:off x="3848822" y="2993337"/>
            <a:ext cx="387681" cy="387661"/>
            <a:chOff x="266768" y="1721375"/>
            <a:chExt cx="397907" cy="397887"/>
          </a:xfrm>
        </p:grpSpPr>
        <p:sp>
          <p:nvSpPr>
            <p:cNvPr id="1825" name="Google Shape;1825;p4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44"/>
          <p:cNvGrpSpPr/>
          <p:nvPr/>
        </p:nvGrpSpPr>
        <p:grpSpPr>
          <a:xfrm>
            <a:off x="4907517" y="2993100"/>
            <a:ext cx="387661" cy="387661"/>
            <a:chOff x="1379798" y="1723250"/>
            <a:chExt cx="397887" cy="397887"/>
          </a:xfrm>
        </p:grpSpPr>
        <p:sp>
          <p:nvSpPr>
            <p:cNvPr id="1828" name="Google Shape;1828;p4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44"/>
          <p:cNvGrpSpPr/>
          <p:nvPr/>
        </p:nvGrpSpPr>
        <p:grpSpPr>
          <a:xfrm>
            <a:off x="4376477" y="2993100"/>
            <a:ext cx="387641" cy="387661"/>
            <a:chOff x="864491" y="1723250"/>
            <a:chExt cx="397866" cy="397887"/>
          </a:xfrm>
        </p:grpSpPr>
        <p:sp>
          <p:nvSpPr>
            <p:cNvPr id="1833" name="Google Shape;1833;p4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9" name="Shape 1839"/>
        <p:cNvGrpSpPr/>
        <p:nvPr/>
      </p:nvGrpSpPr>
      <p:grpSpPr>
        <a:xfrm>
          <a:off x="0" y="0"/>
          <a:ext cx="0" cy="0"/>
          <a:chOff x="0" y="0"/>
          <a:chExt cx="0" cy="0"/>
        </a:xfrm>
      </p:grpSpPr>
      <p:sp>
        <p:nvSpPr>
          <p:cNvPr id="1840" name="Google Shape;1840;p45"/>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841" name="Google Shape;1841;p45"/>
          <p:cNvSpPr txBox="1"/>
          <p:nvPr/>
        </p:nvSpPr>
        <p:spPr>
          <a:xfrm>
            <a:off x="715100" y="990625"/>
            <a:ext cx="7715700" cy="1276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Here’s an assortment of alternative resources whose style fits that of this template:</a:t>
            </a:r>
            <a:endParaRPr>
              <a:solidFill>
                <a:schemeClr val="dk1"/>
              </a:solidFill>
              <a:latin typeface="Barlow"/>
              <a:ea typeface="Barlow"/>
              <a:cs typeface="Barlow"/>
              <a:sym typeface="Barlow"/>
            </a:endParaRPr>
          </a:p>
          <a:p>
            <a:pPr indent="0" lvl="0" marL="0" rtl="0" algn="l">
              <a:lnSpc>
                <a:spcPct val="115000"/>
              </a:lnSpc>
              <a:spcBef>
                <a:spcPts val="1000"/>
              </a:spcBef>
              <a:spcAft>
                <a:spcPts val="0"/>
              </a:spcAft>
              <a:buNone/>
            </a:pPr>
            <a:r>
              <a:rPr b="1" lang="en">
                <a:solidFill>
                  <a:schemeClr val="dk1"/>
                </a:solidFill>
                <a:latin typeface="Barlow"/>
                <a:ea typeface="Barlow"/>
                <a:cs typeface="Barlow"/>
                <a:sym typeface="Barlow"/>
              </a:rPr>
              <a:t>Illustrations</a:t>
            </a:r>
            <a:endParaRPr b="1">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Barlow"/>
              <a:buChar char="●"/>
            </a:pPr>
            <a:r>
              <a:rPr lang="en" u="sng">
                <a:solidFill>
                  <a:schemeClr val="hlink"/>
                </a:solidFill>
                <a:latin typeface="Barlow"/>
                <a:ea typeface="Barlow"/>
                <a:cs typeface="Barlow"/>
                <a:sym typeface="Barlow"/>
                <a:hlinkClick r:id="rId3"/>
              </a:rPr>
              <a:t>Hand drawn hospital template</a:t>
            </a:r>
            <a:endParaRPr>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Barlow"/>
              <a:buChar char="●"/>
            </a:pPr>
            <a:r>
              <a:rPr lang="en" u="sng">
                <a:solidFill>
                  <a:schemeClr val="hlink"/>
                </a:solidFill>
                <a:latin typeface="Barlow"/>
                <a:ea typeface="Barlow"/>
                <a:cs typeface="Barlow"/>
                <a:sym typeface="Barlow"/>
                <a:hlinkClick r:id="rId4"/>
              </a:rPr>
              <a:t>Flat international nurses day horizontal banners pack</a:t>
            </a:r>
            <a:endParaRPr>
              <a:solidFill>
                <a:schemeClr val="dk1"/>
              </a:solidFill>
              <a:latin typeface="Barlow"/>
              <a:ea typeface="Barlow"/>
              <a:cs typeface="Barlow"/>
              <a:sym typeface="Barlow"/>
            </a:endParaRPr>
          </a:p>
        </p:txBody>
      </p:sp>
      <p:grpSp>
        <p:nvGrpSpPr>
          <p:cNvPr id="1842" name="Google Shape;1842;p45"/>
          <p:cNvGrpSpPr/>
          <p:nvPr/>
        </p:nvGrpSpPr>
        <p:grpSpPr>
          <a:xfrm>
            <a:off x="5288298" y="2907851"/>
            <a:ext cx="438290" cy="378479"/>
            <a:chOff x="2530975" y="2895600"/>
            <a:chExt cx="563935" cy="486915"/>
          </a:xfrm>
        </p:grpSpPr>
        <p:sp>
          <p:nvSpPr>
            <p:cNvPr id="1843" name="Google Shape;1843;p45"/>
            <p:cNvSpPr/>
            <p:nvPr/>
          </p:nvSpPr>
          <p:spPr>
            <a:xfrm>
              <a:off x="2530975" y="2895600"/>
              <a:ext cx="563935" cy="486915"/>
            </a:xfrm>
            <a:custGeom>
              <a:rect b="b" l="l" r="r" t="t"/>
              <a:pathLst>
                <a:path extrusionOk="0" h="30876" w="35760">
                  <a:moveTo>
                    <a:pt x="8804" y="1"/>
                  </a:moveTo>
                  <a:lnTo>
                    <a:pt x="8141" y="61"/>
                  </a:lnTo>
                  <a:lnTo>
                    <a:pt x="7477" y="182"/>
                  </a:lnTo>
                  <a:lnTo>
                    <a:pt x="6874" y="302"/>
                  </a:lnTo>
                  <a:lnTo>
                    <a:pt x="6271" y="483"/>
                  </a:lnTo>
                  <a:lnTo>
                    <a:pt x="5729" y="664"/>
                  </a:lnTo>
                  <a:lnTo>
                    <a:pt x="5126" y="966"/>
                  </a:lnTo>
                  <a:lnTo>
                    <a:pt x="4643" y="1207"/>
                  </a:lnTo>
                  <a:lnTo>
                    <a:pt x="4101" y="1569"/>
                  </a:lnTo>
                  <a:lnTo>
                    <a:pt x="3618" y="1930"/>
                  </a:lnTo>
                  <a:lnTo>
                    <a:pt x="3196" y="2292"/>
                  </a:lnTo>
                  <a:lnTo>
                    <a:pt x="2774" y="2714"/>
                  </a:lnTo>
                  <a:lnTo>
                    <a:pt x="2352" y="3197"/>
                  </a:lnTo>
                  <a:lnTo>
                    <a:pt x="1990" y="3679"/>
                  </a:lnTo>
                  <a:lnTo>
                    <a:pt x="1628" y="4162"/>
                  </a:lnTo>
                  <a:lnTo>
                    <a:pt x="1327" y="4704"/>
                  </a:lnTo>
                  <a:lnTo>
                    <a:pt x="1025" y="5247"/>
                  </a:lnTo>
                  <a:lnTo>
                    <a:pt x="784" y="5850"/>
                  </a:lnTo>
                  <a:lnTo>
                    <a:pt x="603" y="6453"/>
                  </a:lnTo>
                  <a:lnTo>
                    <a:pt x="362" y="7116"/>
                  </a:lnTo>
                  <a:lnTo>
                    <a:pt x="241" y="7719"/>
                  </a:lnTo>
                  <a:lnTo>
                    <a:pt x="121" y="8383"/>
                  </a:lnTo>
                  <a:lnTo>
                    <a:pt x="60" y="9106"/>
                  </a:lnTo>
                  <a:lnTo>
                    <a:pt x="0" y="9770"/>
                  </a:lnTo>
                  <a:lnTo>
                    <a:pt x="0" y="10493"/>
                  </a:lnTo>
                  <a:lnTo>
                    <a:pt x="0" y="11217"/>
                  </a:lnTo>
                  <a:lnTo>
                    <a:pt x="60" y="11940"/>
                  </a:lnTo>
                  <a:lnTo>
                    <a:pt x="181" y="12724"/>
                  </a:lnTo>
                  <a:lnTo>
                    <a:pt x="302" y="13448"/>
                  </a:lnTo>
                  <a:lnTo>
                    <a:pt x="482" y="14232"/>
                  </a:lnTo>
                  <a:lnTo>
                    <a:pt x="724" y="15016"/>
                  </a:lnTo>
                  <a:lnTo>
                    <a:pt x="1025" y="15740"/>
                  </a:lnTo>
                  <a:lnTo>
                    <a:pt x="1327" y="16523"/>
                  </a:lnTo>
                  <a:lnTo>
                    <a:pt x="1688" y="17307"/>
                  </a:lnTo>
                  <a:lnTo>
                    <a:pt x="2050" y="18091"/>
                  </a:lnTo>
                  <a:lnTo>
                    <a:pt x="2533" y="18875"/>
                  </a:lnTo>
                  <a:lnTo>
                    <a:pt x="3015" y="19659"/>
                  </a:lnTo>
                  <a:lnTo>
                    <a:pt x="3558" y="20443"/>
                  </a:lnTo>
                  <a:lnTo>
                    <a:pt x="4161" y="21227"/>
                  </a:lnTo>
                  <a:lnTo>
                    <a:pt x="4764" y="22011"/>
                  </a:lnTo>
                  <a:lnTo>
                    <a:pt x="5487" y="22735"/>
                  </a:lnTo>
                  <a:lnTo>
                    <a:pt x="6211" y="23519"/>
                  </a:lnTo>
                  <a:lnTo>
                    <a:pt x="6995" y="24242"/>
                  </a:lnTo>
                  <a:lnTo>
                    <a:pt x="7839" y="24966"/>
                  </a:lnTo>
                  <a:lnTo>
                    <a:pt x="8744" y="25689"/>
                  </a:lnTo>
                  <a:lnTo>
                    <a:pt x="9648" y="26413"/>
                  </a:lnTo>
                  <a:lnTo>
                    <a:pt x="10673" y="27076"/>
                  </a:lnTo>
                  <a:lnTo>
                    <a:pt x="11759" y="27800"/>
                  </a:lnTo>
                  <a:lnTo>
                    <a:pt x="12844" y="28463"/>
                  </a:lnTo>
                  <a:lnTo>
                    <a:pt x="13990" y="29066"/>
                  </a:lnTo>
                  <a:lnTo>
                    <a:pt x="15256" y="29669"/>
                  </a:lnTo>
                  <a:lnTo>
                    <a:pt x="16523" y="30272"/>
                  </a:lnTo>
                  <a:lnTo>
                    <a:pt x="17849" y="30875"/>
                  </a:lnTo>
                  <a:lnTo>
                    <a:pt x="19236" y="30272"/>
                  </a:lnTo>
                  <a:lnTo>
                    <a:pt x="20503" y="29669"/>
                  </a:lnTo>
                  <a:lnTo>
                    <a:pt x="21709" y="29066"/>
                  </a:lnTo>
                  <a:lnTo>
                    <a:pt x="22915" y="28463"/>
                  </a:lnTo>
                  <a:lnTo>
                    <a:pt x="24000" y="27800"/>
                  </a:lnTo>
                  <a:lnTo>
                    <a:pt x="25086" y="27076"/>
                  </a:lnTo>
                  <a:lnTo>
                    <a:pt x="26050" y="26413"/>
                  </a:lnTo>
                  <a:lnTo>
                    <a:pt x="27015" y="25689"/>
                  </a:lnTo>
                  <a:lnTo>
                    <a:pt x="27920" y="24966"/>
                  </a:lnTo>
                  <a:lnTo>
                    <a:pt x="28764" y="24242"/>
                  </a:lnTo>
                  <a:lnTo>
                    <a:pt x="29548" y="23519"/>
                  </a:lnTo>
                  <a:lnTo>
                    <a:pt x="30272" y="22735"/>
                  </a:lnTo>
                  <a:lnTo>
                    <a:pt x="30935" y="22011"/>
                  </a:lnTo>
                  <a:lnTo>
                    <a:pt x="31598" y="21227"/>
                  </a:lnTo>
                  <a:lnTo>
                    <a:pt x="32201" y="20443"/>
                  </a:lnTo>
                  <a:lnTo>
                    <a:pt x="32744" y="19659"/>
                  </a:lnTo>
                  <a:lnTo>
                    <a:pt x="33226" y="18875"/>
                  </a:lnTo>
                  <a:lnTo>
                    <a:pt x="33648" y="18091"/>
                  </a:lnTo>
                  <a:lnTo>
                    <a:pt x="34071" y="17307"/>
                  </a:lnTo>
                  <a:lnTo>
                    <a:pt x="34432" y="16523"/>
                  </a:lnTo>
                  <a:lnTo>
                    <a:pt x="34734" y="15740"/>
                  </a:lnTo>
                  <a:lnTo>
                    <a:pt x="35035" y="15016"/>
                  </a:lnTo>
                  <a:lnTo>
                    <a:pt x="35216" y="14232"/>
                  </a:lnTo>
                  <a:lnTo>
                    <a:pt x="35397" y="13448"/>
                  </a:lnTo>
                  <a:lnTo>
                    <a:pt x="35578" y="12724"/>
                  </a:lnTo>
                  <a:lnTo>
                    <a:pt x="35699" y="11940"/>
                  </a:lnTo>
                  <a:lnTo>
                    <a:pt x="35759" y="11217"/>
                  </a:lnTo>
                  <a:lnTo>
                    <a:pt x="35759" y="10493"/>
                  </a:lnTo>
                  <a:lnTo>
                    <a:pt x="35759" y="9770"/>
                  </a:lnTo>
                  <a:lnTo>
                    <a:pt x="35699" y="9106"/>
                  </a:lnTo>
                  <a:lnTo>
                    <a:pt x="35638" y="8383"/>
                  </a:lnTo>
                  <a:lnTo>
                    <a:pt x="35518" y="7719"/>
                  </a:lnTo>
                  <a:lnTo>
                    <a:pt x="35337" y="7116"/>
                  </a:lnTo>
                  <a:lnTo>
                    <a:pt x="35156" y="6453"/>
                  </a:lnTo>
                  <a:lnTo>
                    <a:pt x="34975" y="5850"/>
                  </a:lnTo>
                  <a:lnTo>
                    <a:pt x="34674" y="5247"/>
                  </a:lnTo>
                  <a:lnTo>
                    <a:pt x="34432" y="4704"/>
                  </a:lnTo>
                  <a:lnTo>
                    <a:pt x="34071" y="4162"/>
                  </a:lnTo>
                  <a:lnTo>
                    <a:pt x="33769" y="3679"/>
                  </a:lnTo>
                  <a:lnTo>
                    <a:pt x="33407" y="3197"/>
                  </a:lnTo>
                  <a:lnTo>
                    <a:pt x="32985" y="2714"/>
                  </a:lnTo>
                  <a:lnTo>
                    <a:pt x="32563" y="2292"/>
                  </a:lnTo>
                  <a:lnTo>
                    <a:pt x="32081" y="1930"/>
                  </a:lnTo>
                  <a:lnTo>
                    <a:pt x="31598" y="1569"/>
                  </a:lnTo>
                  <a:lnTo>
                    <a:pt x="31116" y="1207"/>
                  </a:lnTo>
                  <a:lnTo>
                    <a:pt x="30573" y="966"/>
                  </a:lnTo>
                  <a:lnTo>
                    <a:pt x="30030" y="664"/>
                  </a:lnTo>
                  <a:lnTo>
                    <a:pt x="29488" y="483"/>
                  </a:lnTo>
                  <a:lnTo>
                    <a:pt x="28885" y="302"/>
                  </a:lnTo>
                  <a:lnTo>
                    <a:pt x="28282" y="182"/>
                  </a:lnTo>
                  <a:lnTo>
                    <a:pt x="27618" y="61"/>
                  </a:lnTo>
                  <a:lnTo>
                    <a:pt x="26955" y="1"/>
                  </a:lnTo>
                  <a:lnTo>
                    <a:pt x="26292" y="1"/>
                  </a:lnTo>
                  <a:lnTo>
                    <a:pt x="25568" y="61"/>
                  </a:lnTo>
                  <a:lnTo>
                    <a:pt x="24905" y="121"/>
                  </a:lnTo>
                  <a:lnTo>
                    <a:pt x="24181" y="302"/>
                  </a:lnTo>
                  <a:lnTo>
                    <a:pt x="23397" y="483"/>
                  </a:lnTo>
                  <a:lnTo>
                    <a:pt x="22674" y="724"/>
                  </a:lnTo>
                  <a:lnTo>
                    <a:pt x="21890" y="1026"/>
                  </a:lnTo>
                  <a:lnTo>
                    <a:pt x="21106" y="1327"/>
                  </a:lnTo>
                  <a:lnTo>
                    <a:pt x="20322" y="1749"/>
                  </a:lnTo>
                  <a:lnTo>
                    <a:pt x="19538" y="2172"/>
                  </a:lnTo>
                  <a:lnTo>
                    <a:pt x="18694" y="2714"/>
                  </a:lnTo>
                  <a:lnTo>
                    <a:pt x="17849" y="3257"/>
                  </a:lnTo>
                  <a:lnTo>
                    <a:pt x="17065" y="2714"/>
                  </a:lnTo>
                  <a:lnTo>
                    <a:pt x="16221" y="2172"/>
                  </a:lnTo>
                  <a:lnTo>
                    <a:pt x="15437" y="1749"/>
                  </a:lnTo>
                  <a:lnTo>
                    <a:pt x="14653" y="1327"/>
                  </a:lnTo>
                  <a:lnTo>
                    <a:pt x="13869" y="1026"/>
                  </a:lnTo>
                  <a:lnTo>
                    <a:pt x="13086" y="724"/>
                  </a:lnTo>
                  <a:lnTo>
                    <a:pt x="12302" y="483"/>
                  </a:lnTo>
                  <a:lnTo>
                    <a:pt x="11578" y="302"/>
                  </a:lnTo>
                  <a:lnTo>
                    <a:pt x="10854" y="121"/>
                  </a:lnTo>
                  <a:lnTo>
                    <a:pt x="10131" y="61"/>
                  </a:lnTo>
                  <a:lnTo>
                    <a:pt x="94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2594691" y="2948859"/>
              <a:ext cx="417479" cy="338566"/>
            </a:xfrm>
            <a:custGeom>
              <a:rect b="b" l="l" r="r" t="t"/>
              <a:pathLst>
                <a:path extrusionOk="0" h="21469" w="26473">
                  <a:moveTo>
                    <a:pt x="15015" y="1"/>
                  </a:moveTo>
                  <a:lnTo>
                    <a:pt x="11156" y="14594"/>
                  </a:lnTo>
                  <a:lnTo>
                    <a:pt x="8081" y="4825"/>
                  </a:lnTo>
                  <a:lnTo>
                    <a:pt x="5367" y="10855"/>
                  </a:lnTo>
                  <a:lnTo>
                    <a:pt x="0" y="10855"/>
                  </a:lnTo>
                  <a:lnTo>
                    <a:pt x="0" y="12543"/>
                  </a:lnTo>
                  <a:lnTo>
                    <a:pt x="6513" y="12543"/>
                  </a:lnTo>
                  <a:lnTo>
                    <a:pt x="7839" y="9589"/>
                  </a:lnTo>
                  <a:lnTo>
                    <a:pt x="11337" y="20745"/>
                  </a:lnTo>
                  <a:lnTo>
                    <a:pt x="14895" y="6996"/>
                  </a:lnTo>
                  <a:lnTo>
                    <a:pt x="18332" y="21468"/>
                  </a:lnTo>
                  <a:lnTo>
                    <a:pt x="21468" y="11337"/>
                  </a:lnTo>
                  <a:lnTo>
                    <a:pt x="26473" y="11337"/>
                  </a:lnTo>
                  <a:lnTo>
                    <a:pt x="26473" y="9649"/>
                  </a:lnTo>
                  <a:lnTo>
                    <a:pt x="20201" y="9649"/>
                  </a:lnTo>
                  <a:lnTo>
                    <a:pt x="18573" y="14956"/>
                  </a:lnTo>
                  <a:lnTo>
                    <a:pt x="150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45"/>
          <p:cNvGrpSpPr/>
          <p:nvPr/>
        </p:nvGrpSpPr>
        <p:grpSpPr>
          <a:xfrm>
            <a:off x="2839954" y="3773300"/>
            <a:ext cx="1386975" cy="830700"/>
            <a:chOff x="2042300" y="3773300"/>
            <a:chExt cx="1386975" cy="830700"/>
          </a:xfrm>
        </p:grpSpPr>
        <p:sp>
          <p:nvSpPr>
            <p:cNvPr id="1846" name="Google Shape;1846;p45"/>
            <p:cNvSpPr/>
            <p:nvPr/>
          </p:nvSpPr>
          <p:spPr>
            <a:xfrm>
              <a:off x="2376975" y="4061250"/>
              <a:ext cx="716100" cy="530700"/>
            </a:xfrm>
            <a:custGeom>
              <a:rect b="b" l="l" r="r" t="t"/>
              <a:pathLst>
                <a:path extrusionOk="0" h="21228" w="28644">
                  <a:moveTo>
                    <a:pt x="0" y="1"/>
                  </a:moveTo>
                  <a:lnTo>
                    <a:pt x="0" y="21227"/>
                  </a:lnTo>
                  <a:lnTo>
                    <a:pt x="28644" y="21227"/>
                  </a:lnTo>
                  <a:lnTo>
                    <a:pt x="286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2327225" y="3996425"/>
              <a:ext cx="815600" cy="64850"/>
            </a:xfrm>
            <a:custGeom>
              <a:rect b="b" l="l" r="r" t="t"/>
              <a:pathLst>
                <a:path extrusionOk="0" h="2594" w="32624">
                  <a:moveTo>
                    <a:pt x="0" y="1"/>
                  </a:moveTo>
                  <a:lnTo>
                    <a:pt x="0" y="2594"/>
                  </a:lnTo>
                  <a:lnTo>
                    <a:pt x="32624" y="2594"/>
                  </a:lnTo>
                  <a:lnTo>
                    <a:pt x="326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2526225" y="4344675"/>
              <a:ext cx="417600" cy="259325"/>
            </a:xfrm>
            <a:custGeom>
              <a:rect b="b" l="l" r="r" t="t"/>
              <a:pathLst>
                <a:path extrusionOk="0" h="10373" w="16704">
                  <a:moveTo>
                    <a:pt x="0" y="0"/>
                  </a:moveTo>
                  <a:lnTo>
                    <a:pt x="0" y="10372"/>
                  </a:lnTo>
                  <a:lnTo>
                    <a:pt x="16704" y="10372"/>
                  </a:lnTo>
                  <a:lnTo>
                    <a:pt x="167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2042300" y="4257225"/>
              <a:ext cx="334700" cy="334725"/>
            </a:xfrm>
            <a:custGeom>
              <a:rect b="b" l="l" r="r" t="t"/>
              <a:pathLst>
                <a:path extrusionOk="0" h="13389" w="13388">
                  <a:moveTo>
                    <a:pt x="0" y="1"/>
                  </a:moveTo>
                  <a:lnTo>
                    <a:pt x="0" y="13388"/>
                  </a:lnTo>
                  <a:lnTo>
                    <a:pt x="13387" y="13388"/>
                  </a:lnTo>
                  <a:lnTo>
                    <a:pt x="133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2092050" y="4306975"/>
              <a:ext cx="76900" cy="93500"/>
            </a:xfrm>
            <a:custGeom>
              <a:rect b="b" l="l" r="r" t="t"/>
              <a:pathLst>
                <a:path extrusionOk="0" h="3740" w="3076">
                  <a:moveTo>
                    <a:pt x="0" y="1"/>
                  </a:moveTo>
                  <a:lnTo>
                    <a:pt x="0" y="3740"/>
                  </a:lnTo>
                  <a:lnTo>
                    <a:pt x="3076" y="3740"/>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2250350" y="4306975"/>
              <a:ext cx="76900" cy="93500"/>
            </a:xfrm>
            <a:custGeom>
              <a:rect b="b" l="l" r="r" t="t"/>
              <a:pathLst>
                <a:path extrusionOk="0" h="3740" w="3076">
                  <a:moveTo>
                    <a:pt x="0" y="1"/>
                  </a:moveTo>
                  <a:lnTo>
                    <a:pt x="0" y="3740"/>
                  </a:lnTo>
                  <a:lnTo>
                    <a:pt x="3075" y="3740"/>
                  </a:lnTo>
                  <a:lnTo>
                    <a:pt x="30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2092050" y="4457750"/>
              <a:ext cx="76900" cy="93475"/>
            </a:xfrm>
            <a:custGeom>
              <a:rect b="b" l="l" r="r" t="t"/>
              <a:pathLst>
                <a:path extrusionOk="0" h="3739" w="3076">
                  <a:moveTo>
                    <a:pt x="0" y="0"/>
                  </a:moveTo>
                  <a:lnTo>
                    <a:pt x="0" y="3739"/>
                  </a:lnTo>
                  <a:lnTo>
                    <a:pt x="3076" y="3739"/>
                  </a:lnTo>
                  <a:lnTo>
                    <a:pt x="30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2250350" y="4457750"/>
              <a:ext cx="76900" cy="93475"/>
            </a:xfrm>
            <a:custGeom>
              <a:rect b="b" l="l" r="r" t="t"/>
              <a:pathLst>
                <a:path extrusionOk="0" h="3739" w="3076">
                  <a:moveTo>
                    <a:pt x="0" y="0"/>
                  </a:moveTo>
                  <a:lnTo>
                    <a:pt x="0" y="3739"/>
                  </a:lnTo>
                  <a:lnTo>
                    <a:pt x="3075" y="3739"/>
                  </a:lnTo>
                  <a:lnTo>
                    <a:pt x="30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3093050" y="4257225"/>
              <a:ext cx="336225" cy="334725"/>
            </a:xfrm>
            <a:custGeom>
              <a:rect b="b" l="l" r="r" t="t"/>
              <a:pathLst>
                <a:path extrusionOk="0" h="13389" w="13449">
                  <a:moveTo>
                    <a:pt x="1" y="1"/>
                  </a:moveTo>
                  <a:lnTo>
                    <a:pt x="1" y="13388"/>
                  </a:lnTo>
                  <a:lnTo>
                    <a:pt x="13448" y="13388"/>
                  </a:lnTo>
                  <a:lnTo>
                    <a:pt x="134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3301100" y="4306975"/>
              <a:ext cx="78425" cy="93500"/>
            </a:xfrm>
            <a:custGeom>
              <a:rect b="b" l="l" r="r" t="t"/>
              <a:pathLst>
                <a:path extrusionOk="0" h="3740" w="3137">
                  <a:moveTo>
                    <a:pt x="0" y="1"/>
                  </a:moveTo>
                  <a:lnTo>
                    <a:pt x="0" y="3740"/>
                  </a:lnTo>
                  <a:lnTo>
                    <a:pt x="3136" y="3740"/>
                  </a:lnTo>
                  <a:lnTo>
                    <a:pt x="31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3142800" y="4306975"/>
              <a:ext cx="78425" cy="93500"/>
            </a:xfrm>
            <a:custGeom>
              <a:rect b="b" l="l" r="r" t="t"/>
              <a:pathLst>
                <a:path extrusionOk="0" h="3740" w="3137">
                  <a:moveTo>
                    <a:pt x="1" y="1"/>
                  </a:moveTo>
                  <a:lnTo>
                    <a:pt x="1" y="3740"/>
                  </a:lnTo>
                  <a:lnTo>
                    <a:pt x="3136" y="3740"/>
                  </a:lnTo>
                  <a:lnTo>
                    <a:pt x="31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3301100" y="4457750"/>
              <a:ext cx="78425" cy="93475"/>
            </a:xfrm>
            <a:custGeom>
              <a:rect b="b" l="l" r="r" t="t"/>
              <a:pathLst>
                <a:path extrusionOk="0" h="3739" w="3137">
                  <a:moveTo>
                    <a:pt x="0" y="0"/>
                  </a:moveTo>
                  <a:lnTo>
                    <a:pt x="0" y="3739"/>
                  </a:lnTo>
                  <a:lnTo>
                    <a:pt x="3136" y="3739"/>
                  </a:lnTo>
                  <a:lnTo>
                    <a:pt x="31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3142800" y="4457750"/>
              <a:ext cx="78425" cy="93475"/>
            </a:xfrm>
            <a:custGeom>
              <a:rect b="b" l="l" r="r" t="t"/>
              <a:pathLst>
                <a:path extrusionOk="0" h="3739" w="3137">
                  <a:moveTo>
                    <a:pt x="1" y="0"/>
                  </a:moveTo>
                  <a:lnTo>
                    <a:pt x="1" y="3739"/>
                  </a:lnTo>
                  <a:lnTo>
                    <a:pt x="3136" y="3739"/>
                  </a:lnTo>
                  <a:lnTo>
                    <a:pt x="31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2505125" y="3788375"/>
              <a:ext cx="461325" cy="461350"/>
            </a:xfrm>
            <a:custGeom>
              <a:rect b="b" l="l" r="r" t="t"/>
              <a:pathLst>
                <a:path extrusionOk="0" h="18454" w="18453">
                  <a:moveTo>
                    <a:pt x="8261" y="1"/>
                  </a:moveTo>
                  <a:lnTo>
                    <a:pt x="7357" y="182"/>
                  </a:lnTo>
                  <a:lnTo>
                    <a:pt x="6452" y="363"/>
                  </a:lnTo>
                  <a:lnTo>
                    <a:pt x="5608" y="725"/>
                  </a:lnTo>
                  <a:lnTo>
                    <a:pt x="4824" y="1086"/>
                  </a:lnTo>
                  <a:lnTo>
                    <a:pt x="4040" y="1569"/>
                  </a:lnTo>
                  <a:lnTo>
                    <a:pt x="3317" y="2112"/>
                  </a:lnTo>
                  <a:lnTo>
                    <a:pt x="2653" y="2654"/>
                  </a:lnTo>
                  <a:lnTo>
                    <a:pt x="2111" y="3318"/>
                  </a:lnTo>
                  <a:lnTo>
                    <a:pt x="1568" y="4041"/>
                  </a:lnTo>
                  <a:lnTo>
                    <a:pt x="1085" y="4825"/>
                  </a:lnTo>
                  <a:lnTo>
                    <a:pt x="724" y="5609"/>
                  </a:lnTo>
                  <a:lnTo>
                    <a:pt x="362" y="6453"/>
                  </a:lnTo>
                  <a:lnTo>
                    <a:pt x="181" y="7358"/>
                  </a:lnTo>
                  <a:lnTo>
                    <a:pt x="0" y="8262"/>
                  </a:lnTo>
                  <a:lnTo>
                    <a:pt x="0" y="9227"/>
                  </a:lnTo>
                  <a:lnTo>
                    <a:pt x="0" y="10132"/>
                  </a:lnTo>
                  <a:lnTo>
                    <a:pt x="181" y="11036"/>
                  </a:lnTo>
                  <a:lnTo>
                    <a:pt x="362" y="11941"/>
                  </a:lnTo>
                  <a:lnTo>
                    <a:pt x="724" y="12785"/>
                  </a:lnTo>
                  <a:lnTo>
                    <a:pt x="1085" y="13629"/>
                  </a:lnTo>
                  <a:lnTo>
                    <a:pt x="1568" y="14353"/>
                  </a:lnTo>
                  <a:lnTo>
                    <a:pt x="2111" y="15077"/>
                  </a:lnTo>
                  <a:lnTo>
                    <a:pt x="2653" y="15740"/>
                  </a:lnTo>
                  <a:lnTo>
                    <a:pt x="3317" y="16343"/>
                  </a:lnTo>
                  <a:lnTo>
                    <a:pt x="4040" y="16886"/>
                  </a:lnTo>
                  <a:lnTo>
                    <a:pt x="4824" y="17308"/>
                  </a:lnTo>
                  <a:lnTo>
                    <a:pt x="5608" y="17730"/>
                  </a:lnTo>
                  <a:lnTo>
                    <a:pt x="6452" y="18031"/>
                  </a:lnTo>
                  <a:lnTo>
                    <a:pt x="7357" y="18273"/>
                  </a:lnTo>
                  <a:lnTo>
                    <a:pt x="8261" y="18393"/>
                  </a:lnTo>
                  <a:lnTo>
                    <a:pt x="9226" y="18453"/>
                  </a:lnTo>
                  <a:lnTo>
                    <a:pt x="10131" y="18393"/>
                  </a:lnTo>
                  <a:lnTo>
                    <a:pt x="11035" y="18273"/>
                  </a:lnTo>
                  <a:lnTo>
                    <a:pt x="11940" y="18031"/>
                  </a:lnTo>
                  <a:lnTo>
                    <a:pt x="12784" y="17730"/>
                  </a:lnTo>
                  <a:lnTo>
                    <a:pt x="13628" y="17308"/>
                  </a:lnTo>
                  <a:lnTo>
                    <a:pt x="14352" y="16886"/>
                  </a:lnTo>
                  <a:lnTo>
                    <a:pt x="15075" y="16343"/>
                  </a:lnTo>
                  <a:lnTo>
                    <a:pt x="15739" y="15740"/>
                  </a:lnTo>
                  <a:lnTo>
                    <a:pt x="16342" y="15077"/>
                  </a:lnTo>
                  <a:lnTo>
                    <a:pt x="16885" y="14353"/>
                  </a:lnTo>
                  <a:lnTo>
                    <a:pt x="17307" y="13629"/>
                  </a:lnTo>
                  <a:lnTo>
                    <a:pt x="17729" y="12785"/>
                  </a:lnTo>
                  <a:lnTo>
                    <a:pt x="18030" y="11941"/>
                  </a:lnTo>
                  <a:lnTo>
                    <a:pt x="18271" y="11036"/>
                  </a:lnTo>
                  <a:lnTo>
                    <a:pt x="18392" y="10132"/>
                  </a:lnTo>
                  <a:lnTo>
                    <a:pt x="18452" y="9227"/>
                  </a:lnTo>
                  <a:lnTo>
                    <a:pt x="18392" y="8262"/>
                  </a:lnTo>
                  <a:lnTo>
                    <a:pt x="18271" y="7358"/>
                  </a:lnTo>
                  <a:lnTo>
                    <a:pt x="18030" y="6453"/>
                  </a:lnTo>
                  <a:lnTo>
                    <a:pt x="17729" y="5609"/>
                  </a:lnTo>
                  <a:lnTo>
                    <a:pt x="17307" y="4825"/>
                  </a:lnTo>
                  <a:lnTo>
                    <a:pt x="16885" y="4041"/>
                  </a:lnTo>
                  <a:lnTo>
                    <a:pt x="16342" y="3318"/>
                  </a:lnTo>
                  <a:lnTo>
                    <a:pt x="15739" y="2654"/>
                  </a:lnTo>
                  <a:lnTo>
                    <a:pt x="15075" y="2112"/>
                  </a:lnTo>
                  <a:lnTo>
                    <a:pt x="14352" y="1569"/>
                  </a:lnTo>
                  <a:lnTo>
                    <a:pt x="13628" y="1086"/>
                  </a:lnTo>
                  <a:lnTo>
                    <a:pt x="12784" y="725"/>
                  </a:lnTo>
                  <a:lnTo>
                    <a:pt x="11940" y="363"/>
                  </a:lnTo>
                  <a:lnTo>
                    <a:pt x="11035" y="182"/>
                  </a:lnTo>
                  <a:lnTo>
                    <a:pt x="101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2490050" y="3773300"/>
              <a:ext cx="489975" cy="490000"/>
            </a:xfrm>
            <a:custGeom>
              <a:rect b="b" l="l" r="r" t="t"/>
              <a:pathLst>
                <a:path extrusionOk="0" h="19600" w="19599">
                  <a:moveTo>
                    <a:pt x="9829" y="1147"/>
                  </a:moveTo>
                  <a:lnTo>
                    <a:pt x="10673" y="1207"/>
                  </a:lnTo>
                  <a:lnTo>
                    <a:pt x="11578" y="1328"/>
                  </a:lnTo>
                  <a:lnTo>
                    <a:pt x="12362" y="1509"/>
                  </a:lnTo>
                  <a:lnTo>
                    <a:pt x="13206" y="1810"/>
                  </a:lnTo>
                  <a:lnTo>
                    <a:pt x="13930" y="2172"/>
                  </a:lnTo>
                  <a:lnTo>
                    <a:pt x="14653" y="2654"/>
                  </a:lnTo>
                  <a:lnTo>
                    <a:pt x="15317" y="3137"/>
                  </a:lnTo>
                  <a:lnTo>
                    <a:pt x="15920" y="3679"/>
                  </a:lnTo>
                  <a:lnTo>
                    <a:pt x="16462" y="4282"/>
                  </a:lnTo>
                  <a:lnTo>
                    <a:pt x="17005" y="4946"/>
                  </a:lnTo>
                  <a:lnTo>
                    <a:pt x="17427" y="5669"/>
                  </a:lnTo>
                  <a:lnTo>
                    <a:pt x="17789" y="6453"/>
                  </a:lnTo>
                  <a:lnTo>
                    <a:pt x="18091" y="7237"/>
                  </a:lnTo>
                  <a:lnTo>
                    <a:pt x="18271" y="8081"/>
                  </a:lnTo>
                  <a:lnTo>
                    <a:pt x="18452" y="8926"/>
                  </a:lnTo>
                  <a:lnTo>
                    <a:pt x="18452" y="9830"/>
                  </a:lnTo>
                  <a:lnTo>
                    <a:pt x="18452" y="10674"/>
                  </a:lnTo>
                  <a:lnTo>
                    <a:pt x="18271" y="11579"/>
                  </a:lnTo>
                  <a:lnTo>
                    <a:pt x="18091" y="12363"/>
                  </a:lnTo>
                  <a:lnTo>
                    <a:pt x="17789" y="13207"/>
                  </a:lnTo>
                  <a:lnTo>
                    <a:pt x="17427" y="13931"/>
                  </a:lnTo>
                  <a:lnTo>
                    <a:pt x="17005" y="14654"/>
                  </a:lnTo>
                  <a:lnTo>
                    <a:pt x="16462" y="15318"/>
                  </a:lnTo>
                  <a:lnTo>
                    <a:pt x="15920" y="15921"/>
                  </a:lnTo>
                  <a:lnTo>
                    <a:pt x="15317" y="16463"/>
                  </a:lnTo>
                  <a:lnTo>
                    <a:pt x="14653" y="17006"/>
                  </a:lnTo>
                  <a:lnTo>
                    <a:pt x="13930" y="17428"/>
                  </a:lnTo>
                  <a:lnTo>
                    <a:pt x="13206" y="17790"/>
                  </a:lnTo>
                  <a:lnTo>
                    <a:pt x="12362" y="18092"/>
                  </a:lnTo>
                  <a:lnTo>
                    <a:pt x="11578" y="18273"/>
                  </a:lnTo>
                  <a:lnTo>
                    <a:pt x="10673" y="18453"/>
                  </a:lnTo>
                  <a:lnTo>
                    <a:pt x="8925" y="18453"/>
                  </a:lnTo>
                  <a:lnTo>
                    <a:pt x="8080" y="18273"/>
                  </a:lnTo>
                  <a:lnTo>
                    <a:pt x="7236" y="18092"/>
                  </a:lnTo>
                  <a:lnTo>
                    <a:pt x="6452" y="17790"/>
                  </a:lnTo>
                  <a:lnTo>
                    <a:pt x="5668" y="17428"/>
                  </a:lnTo>
                  <a:lnTo>
                    <a:pt x="4945" y="17006"/>
                  </a:lnTo>
                  <a:lnTo>
                    <a:pt x="4281" y="16463"/>
                  </a:lnTo>
                  <a:lnTo>
                    <a:pt x="3678" y="15921"/>
                  </a:lnTo>
                  <a:lnTo>
                    <a:pt x="3136" y="15318"/>
                  </a:lnTo>
                  <a:lnTo>
                    <a:pt x="2653" y="14654"/>
                  </a:lnTo>
                  <a:lnTo>
                    <a:pt x="2171" y="13931"/>
                  </a:lnTo>
                  <a:lnTo>
                    <a:pt x="1809" y="13207"/>
                  </a:lnTo>
                  <a:lnTo>
                    <a:pt x="1508" y="12363"/>
                  </a:lnTo>
                  <a:lnTo>
                    <a:pt x="1327" y="11579"/>
                  </a:lnTo>
                  <a:lnTo>
                    <a:pt x="1206" y="10674"/>
                  </a:lnTo>
                  <a:lnTo>
                    <a:pt x="1146" y="9830"/>
                  </a:lnTo>
                  <a:lnTo>
                    <a:pt x="1206" y="8926"/>
                  </a:lnTo>
                  <a:lnTo>
                    <a:pt x="1327" y="8081"/>
                  </a:lnTo>
                  <a:lnTo>
                    <a:pt x="1508" y="7237"/>
                  </a:lnTo>
                  <a:lnTo>
                    <a:pt x="1809" y="6453"/>
                  </a:lnTo>
                  <a:lnTo>
                    <a:pt x="2171" y="5669"/>
                  </a:lnTo>
                  <a:lnTo>
                    <a:pt x="2653" y="4946"/>
                  </a:lnTo>
                  <a:lnTo>
                    <a:pt x="3136" y="4282"/>
                  </a:lnTo>
                  <a:lnTo>
                    <a:pt x="3678" y="3679"/>
                  </a:lnTo>
                  <a:lnTo>
                    <a:pt x="4281" y="3137"/>
                  </a:lnTo>
                  <a:lnTo>
                    <a:pt x="4945" y="2654"/>
                  </a:lnTo>
                  <a:lnTo>
                    <a:pt x="5668" y="2172"/>
                  </a:lnTo>
                  <a:lnTo>
                    <a:pt x="6452" y="1810"/>
                  </a:lnTo>
                  <a:lnTo>
                    <a:pt x="7236" y="1509"/>
                  </a:lnTo>
                  <a:lnTo>
                    <a:pt x="8080" y="1328"/>
                  </a:lnTo>
                  <a:lnTo>
                    <a:pt x="8925" y="1207"/>
                  </a:lnTo>
                  <a:lnTo>
                    <a:pt x="9829" y="1147"/>
                  </a:lnTo>
                  <a:close/>
                  <a:moveTo>
                    <a:pt x="9829" y="1"/>
                  </a:moveTo>
                  <a:lnTo>
                    <a:pt x="8804" y="61"/>
                  </a:lnTo>
                  <a:lnTo>
                    <a:pt x="7839" y="182"/>
                  </a:lnTo>
                  <a:lnTo>
                    <a:pt x="6874" y="423"/>
                  </a:lnTo>
                  <a:lnTo>
                    <a:pt x="5970" y="785"/>
                  </a:lnTo>
                  <a:lnTo>
                    <a:pt x="5126" y="1207"/>
                  </a:lnTo>
                  <a:lnTo>
                    <a:pt x="4342" y="1689"/>
                  </a:lnTo>
                  <a:lnTo>
                    <a:pt x="3558" y="2232"/>
                  </a:lnTo>
                  <a:lnTo>
                    <a:pt x="2894" y="2895"/>
                  </a:lnTo>
                  <a:lnTo>
                    <a:pt x="2231" y="3559"/>
                  </a:lnTo>
                  <a:lnTo>
                    <a:pt x="1688" y="4343"/>
                  </a:lnTo>
                  <a:lnTo>
                    <a:pt x="1206" y="5127"/>
                  </a:lnTo>
                  <a:lnTo>
                    <a:pt x="784" y="5971"/>
                  </a:lnTo>
                  <a:lnTo>
                    <a:pt x="422" y="6875"/>
                  </a:lnTo>
                  <a:lnTo>
                    <a:pt x="181" y="7840"/>
                  </a:lnTo>
                  <a:lnTo>
                    <a:pt x="60" y="8805"/>
                  </a:lnTo>
                  <a:lnTo>
                    <a:pt x="0" y="9830"/>
                  </a:lnTo>
                  <a:lnTo>
                    <a:pt x="60" y="10795"/>
                  </a:lnTo>
                  <a:lnTo>
                    <a:pt x="181" y="11760"/>
                  </a:lnTo>
                  <a:lnTo>
                    <a:pt x="422" y="12725"/>
                  </a:lnTo>
                  <a:lnTo>
                    <a:pt x="784" y="13629"/>
                  </a:lnTo>
                  <a:lnTo>
                    <a:pt x="1206" y="14473"/>
                  </a:lnTo>
                  <a:lnTo>
                    <a:pt x="1688" y="15257"/>
                  </a:lnTo>
                  <a:lnTo>
                    <a:pt x="2231" y="16041"/>
                  </a:lnTo>
                  <a:lnTo>
                    <a:pt x="2894" y="16765"/>
                  </a:lnTo>
                  <a:lnTo>
                    <a:pt x="3558" y="17368"/>
                  </a:lnTo>
                  <a:lnTo>
                    <a:pt x="4342" y="17911"/>
                  </a:lnTo>
                  <a:lnTo>
                    <a:pt x="5126" y="18453"/>
                  </a:lnTo>
                  <a:lnTo>
                    <a:pt x="5970" y="18815"/>
                  </a:lnTo>
                  <a:lnTo>
                    <a:pt x="6874" y="19177"/>
                  </a:lnTo>
                  <a:lnTo>
                    <a:pt x="7839" y="19418"/>
                  </a:lnTo>
                  <a:lnTo>
                    <a:pt x="8804" y="19539"/>
                  </a:lnTo>
                  <a:lnTo>
                    <a:pt x="9829" y="19599"/>
                  </a:lnTo>
                  <a:lnTo>
                    <a:pt x="10794" y="19539"/>
                  </a:lnTo>
                  <a:lnTo>
                    <a:pt x="11759" y="19418"/>
                  </a:lnTo>
                  <a:lnTo>
                    <a:pt x="12724" y="19177"/>
                  </a:lnTo>
                  <a:lnTo>
                    <a:pt x="13628" y="18815"/>
                  </a:lnTo>
                  <a:lnTo>
                    <a:pt x="14472" y="18453"/>
                  </a:lnTo>
                  <a:lnTo>
                    <a:pt x="15256" y="17911"/>
                  </a:lnTo>
                  <a:lnTo>
                    <a:pt x="16040" y="17368"/>
                  </a:lnTo>
                  <a:lnTo>
                    <a:pt x="16764" y="16765"/>
                  </a:lnTo>
                  <a:lnTo>
                    <a:pt x="17367" y="16041"/>
                  </a:lnTo>
                  <a:lnTo>
                    <a:pt x="17910" y="15257"/>
                  </a:lnTo>
                  <a:lnTo>
                    <a:pt x="18452" y="14473"/>
                  </a:lnTo>
                  <a:lnTo>
                    <a:pt x="18814" y="13629"/>
                  </a:lnTo>
                  <a:lnTo>
                    <a:pt x="19176" y="12725"/>
                  </a:lnTo>
                  <a:lnTo>
                    <a:pt x="19417" y="11760"/>
                  </a:lnTo>
                  <a:lnTo>
                    <a:pt x="19538" y="10795"/>
                  </a:lnTo>
                  <a:lnTo>
                    <a:pt x="19598" y="9830"/>
                  </a:lnTo>
                  <a:lnTo>
                    <a:pt x="19538" y="8805"/>
                  </a:lnTo>
                  <a:lnTo>
                    <a:pt x="19417" y="7840"/>
                  </a:lnTo>
                  <a:lnTo>
                    <a:pt x="19176" y="6875"/>
                  </a:lnTo>
                  <a:lnTo>
                    <a:pt x="18814" y="5971"/>
                  </a:lnTo>
                  <a:lnTo>
                    <a:pt x="18452" y="5127"/>
                  </a:lnTo>
                  <a:lnTo>
                    <a:pt x="17910" y="4343"/>
                  </a:lnTo>
                  <a:lnTo>
                    <a:pt x="17367" y="3559"/>
                  </a:lnTo>
                  <a:lnTo>
                    <a:pt x="16764" y="2895"/>
                  </a:lnTo>
                  <a:lnTo>
                    <a:pt x="16040" y="2232"/>
                  </a:lnTo>
                  <a:lnTo>
                    <a:pt x="15256" y="1689"/>
                  </a:lnTo>
                  <a:lnTo>
                    <a:pt x="14472" y="1207"/>
                  </a:lnTo>
                  <a:lnTo>
                    <a:pt x="13628" y="785"/>
                  </a:lnTo>
                  <a:lnTo>
                    <a:pt x="12724" y="423"/>
                  </a:lnTo>
                  <a:lnTo>
                    <a:pt x="11759" y="182"/>
                  </a:lnTo>
                  <a:lnTo>
                    <a:pt x="10794" y="61"/>
                  </a:lnTo>
                  <a:lnTo>
                    <a:pt x="98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2518675" y="3801950"/>
              <a:ext cx="432700" cy="432700"/>
            </a:xfrm>
            <a:custGeom>
              <a:rect b="b" l="l" r="r" t="t"/>
              <a:pathLst>
                <a:path extrusionOk="0" fill="none" h="17308" w="17308">
                  <a:moveTo>
                    <a:pt x="8684" y="1"/>
                  </a:moveTo>
                  <a:lnTo>
                    <a:pt x="8684" y="1"/>
                  </a:lnTo>
                  <a:lnTo>
                    <a:pt x="9528" y="61"/>
                  </a:lnTo>
                  <a:lnTo>
                    <a:pt x="10433" y="182"/>
                  </a:lnTo>
                  <a:lnTo>
                    <a:pt x="11217" y="363"/>
                  </a:lnTo>
                  <a:lnTo>
                    <a:pt x="12061" y="664"/>
                  </a:lnTo>
                  <a:lnTo>
                    <a:pt x="12785" y="1026"/>
                  </a:lnTo>
                  <a:lnTo>
                    <a:pt x="13508" y="1508"/>
                  </a:lnTo>
                  <a:lnTo>
                    <a:pt x="14172" y="1991"/>
                  </a:lnTo>
                  <a:lnTo>
                    <a:pt x="14775" y="2533"/>
                  </a:lnTo>
                  <a:lnTo>
                    <a:pt x="15317" y="3136"/>
                  </a:lnTo>
                  <a:lnTo>
                    <a:pt x="15860" y="3800"/>
                  </a:lnTo>
                  <a:lnTo>
                    <a:pt x="16282" y="4523"/>
                  </a:lnTo>
                  <a:lnTo>
                    <a:pt x="16644" y="5307"/>
                  </a:lnTo>
                  <a:lnTo>
                    <a:pt x="16946" y="6091"/>
                  </a:lnTo>
                  <a:lnTo>
                    <a:pt x="17126" y="6935"/>
                  </a:lnTo>
                  <a:lnTo>
                    <a:pt x="17307" y="7780"/>
                  </a:lnTo>
                  <a:lnTo>
                    <a:pt x="17307" y="8684"/>
                  </a:lnTo>
                  <a:lnTo>
                    <a:pt x="17307" y="8684"/>
                  </a:lnTo>
                  <a:lnTo>
                    <a:pt x="17307" y="9528"/>
                  </a:lnTo>
                  <a:lnTo>
                    <a:pt x="17126" y="10433"/>
                  </a:lnTo>
                  <a:lnTo>
                    <a:pt x="16946" y="11217"/>
                  </a:lnTo>
                  <a:lnTo>
                    <a:pt x="16644" y="12061"/>
                  </a:lnTo>
                  <a:lnTo>
                    <a:pt x="16282" y="12785"/>
                  </a:lnTo>
                  <a:lnTo>
                    <a:pt x="15860" y="13508"/>
                  </a:lnTo>
                  <a:lnTo>
                    <a:pt x="15317" y="14172"/>
                  </a:lnTo>
                  <a:lnTo>
                    <a:pt x="14775" y="14775"/>
                  </a:lnTo>
                  <a:lnTo>
                    <a:pt x="14172" y="15317"/>
                  </a:lnTo>
                  <a:lnTo>
                    <a:pt x="13508" y="15860"/>
                  </a:lnTo>
                  <a:lnTo>
                    <a:pt x="12785" y="16282"/>
                  </a:lnTo>
                  <a:lnTo>
                    <a:pt x="12061" y="16644"/>
                  </a:lnTo>
                  <a:lnTo>
                    <a:pt x="11217" y="16946"/>
                  </a:lnTo>
                  <a:lnTo>
                    <a:pt x="10433" y="17127"/>
                  </a:lnTo>
                  <a:lnTo>
                    <a:pt x="9528" y="17307"/>
                  </a:lnTo>
                  <a:lnTo>
                    <a:pt x="8684" y="17307"/>
                  </a:lnTo>
                  <a:lnTo>
                    <a:pt x="8684" y="17307"/>
                  </a:lnTo>
                  <a:lnTo>
                    <a:pt x="8684" y="17307"/>
                  </a:lnTo>
                  <a:lnTo>
                    <a:pt x="7780" y="17307"/>
                  </a:lnTo>
                  <a:lnTo>
                    <a:pt x="6935" y="17127"/>
                  </a:lnTo>
                  <a:lnTo>
                    <a:pt x="6091" y="16946"/>
                  </a:lnTo>
                  <a:lnTo>
                    <a:pt x="5307" y="16644"/>
                  </a:lnTo>
                  <a:lnTo>
                    <a:pt x="4523" y="16282"/>
                  </a:lnTo>
                  <a:lnTo>
                    <a:pt x="3800" y="15860"/>
                  </a:lnTo>
                  <a:lnTo>
                    <a:pt x="3136" y="15317"/>
                  </a:lnTo>
                  <a:lnTo>
                    <a:pt x="2533" y="14775"/>
                  </a:lnTo>
                  <a:lnTo>
                    <a:pt x="1991" y="14172"/>
                  </a:lnTo>
                  <a:lnTo>
                    <a:pt x="1508" y="13508"/>
                  </a:lnTo>
                  <a:lnTo>
                    <a:pt x="1026" y="12785"/>
                  </a:lnTo>
                  <a:lnTo>
                    <a:pt x="664" y="12061"/>
                  </a:lnTo>
                  <a:lnTo>
                    <a:pt x="363" y="11217"/>
                  </a:lnTo>
                  <a:lnTo>
                    <a:pt x="182" y="10433"/>
                  </a:lnTo>
                  <a:lnTo>
                    <a:pt x="61" y="9528"/>
                  </a:lnTo>
                  <a:lnTo>
                    <a:pt x="1" y="8684"/>
                  </a:lnTo>
                  <a:lnTo>
                    <a:pt x="1" y="8684"/>
                  </a:lnTo>
                  <a:lnTo>
                    <a:pt x="61" y="7780"/>
                  </a:lnTo>
                  <a:lnTo>
                    <a:pt x="182" y="6935"/>
                  </a:lnTo>
                  <a:lnTo>
                    <a:pt x="363" y="6091"/>
                  </a:lnTo>
                  <a:lnTo>
                    <a:pt x="664" y="5307"/>
                  </a:lnTo>
                  <a:lnTo>
                    <a:pt x="1026" y="4523"/>
                  </a:lnTo>
                  <a:lnTo>
                    <a:pt x="1508" y="3800"/>
                  </a:lnTo>
                  <a:lnTo>
                    <a:pt x="1991" y="3136"/>
                  </a:lnTo>
                  <a:lnTo>
                    <a:pt x="2533" y="2533"/>
                  </a:lnTo>
                  <a:lnTo>
                    <a:pt x="3136" y="1991"/>
                  </a:lnTo>
                  <a:lnTo>
                    <a:pt x="3800" y="1508"/>
                  </a:lnTo>
                  <a:lnTo>
                    <a:pt x="4523" y="1026"/>
                  </a:lnTo>
                  <a:lnTo>
                    <a:pt x="5307" y="664"/>
                  </a:lnTo>
                  <a:lnTo>
                    <a:pt x="6091" y="363"/>
                  </a:lnTo>
                  <a:lnTo>
                    <a:pt x="6935" y="182"/>
                  </a:lnTo>
                  <a:lnTo>
                    <a:pt x="7780" y="61"/>
                  </a:lnTo>
                  <a:lnTo>
                    <a:pt x="8684" y="1"/>
                  </a:lnTo>
                  <a:lnTo>
                    <a:pt x="8684" y="1"/>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2628725" y="3912000"/>
              <a:ext cx="212600" cy="212600"/>
            </a:xfrm>
            <a:custGeom>
              <a:rect b="b" l="l" r="r" t="t"/>
              <a:pathLst>
                <a:path extrusionOk="0" h="8504" w="8504">
                  <a:moveTo>
                    <a:pt x="2895" y="1"/>
                  </a:moveTo>
                  <a:lnTo>
                    <a:pt x="2895" y="2895"/>
                  </a:lnTo>
                  <a:lnTo>
                    <a:pt x="1" y="2895"/>
                  </a:lnTo>
                  <a:lnTo>
                    <a:pt x="1" y="5609"/>
                  </a:lnTo>
                  <a:lnTo>
                    <a:pt x="2895" y="5609"/>
                  </a:lnTo>
                  <a:lnTo>
                    <a:pt x="2895" y="8503"/>
                  </a:lnTo>
                  <a:lnTo>
                    <a:pt x="5609" y="8503"/>
                  </a:lnTo>
                  <a:lnTo>
                    <a:pt x="5609" y="5609"/>
                  </a:lnTo>
                  <a:lnTo>
                    <a:pt x="8503" y="5609"/>
                  </a:lnTo>
                  <a:lnTo>
                    <a:pt x="8503" y="2895"/>
                  </a:lnTo>
                  <a:lnTo>
                    <a:pt x="5609" y="2895"/>
                  </a:lnTo>
                  <a:lnTo>
                    <a:pt x="56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45"/>
          <p:cNvGrpSpPr/>
          <p:nvPr/>
        </p:nvGrpSpPr>
        <p:grpSpPr>
          <a:xfrm>
            <a:off x="5182229" y="3927357"/>
            <a:ext cx="936200" cy="676643"/>
            <a:chOff x="4697806" y="3927357"/>
            <a:chExt cx="936200" cy="676643"/>
          </a:xfrm>
        </p:grpSpPr>
        <p:sp>
          <p:nvSpPr>
            <p:cNvPr id="1864" name="Google Shape;1864;p45"/>
            <p:cNvSpPr/>
            <p:nvPr/>
          </p:nvSpPr>
          <p:spPr>
            <a:xfrm>
              <a:off x="4830456" y="3972300"/>
              <a:ext cx="161350" cy="54300"/>
            </a:xfrm>
            <a:custGeom>
              <a:rect b="b" l="l" r="r" t="t"/>
              <a:pathLst>
                <a:path extrusionOk="0" h="2172" w="6454">
                  <a:moveTo>
                    <a:pt x="604" y="0"/>
                  </a:moveTo>
                  <a:lnTo>
                    <a:pt x="363" y="61"/>
                  </a:lnTo>
                  <a:lnTo>
                    <a:pt x="182" y="181"/>
                  </a:lnTo>
                  <a:lnTo>
                    <a:pt x="61" y="362"/>
                  </a:lnTo>
                  <a:lnTo>
                    <a:pt x="1" y="603"/>
                  </a:lnTo>
                  <a:lnTo>
                    <a:pt x="1" y="2171"/>
                  </a:lnTo>
                  <a:lnTo>
                    <a:pt x="6453" y="2171"/>
                  </a:lnTo>
                  <a:lnTo>
                    <a:pt x="6453" y="603"/>
                  </a:lnTo>
                  <a:lnTo>
                    <a:pt x="6393" y="362"/>
                  </a:lnTo>
                  <a:lnTo>
                    <a:pt x="6272" y="181"/>
                  </a:lnTo>
                  <a:lnTo>
                    <a:pt x="6091" y="61"/>
                  </a:lnTo>
                  <a:lnTo>
                    <a:pt x="58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5340006" y="3972300"/>
              <a:ext cx="161350" cy="54300"/>
            </a:xfrm>
            <a:custGeom>
              <a:rect b="b" l="l" r="r" t="t"/>
              <a:pathLst>
                <a:path extrusionOk="0" h="2172" w="6454">
                  <a:moveTo>
                    <a:pt x="604" y="0"/>
                  </a:moveTo>
                  <a:lnTo>
                    <a:pt x="363" y="61"/>
                  </a:lnTo>
                  <a:lnTo>
                    <a:pt x="182" y="181"/>
                  </a:lnTo>
                  <a:lnTo>
                    <a:pt x="61" y="362"/>
                  </a:lnTo>
                  <a:lnTo>
                    <a:pt x="1" y="603"/>
                  </a:lnTo>
                  <a:lnTo>
                    <a:pt x="1" y="2171"/>
                  </a:lnTo>
                  <a:lnTo>
                    <a:pt x="6453" y="2171"/>
                  </a:lnTo>
                  <a:lnTo>
                    <a:pt x="6453" y="603"/>
                  </a:lnTo>
                  <a:lnTo>
                    <a:pt x="6393" y="362"/>
                  </a:lnTo>
                  <a:lnTo>
                    <a:pt x="6272" y="181"/>
                  </a:lnTo>
                  <a:lnTo>
                    <a:pt x="6091" y="61"/>
                  </a:lnTo>
                  <a:lnTo>
                    <a:pt x="58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4697806" y="4006975"/>
              <a:ext cx="936200" cy="597025"/>
            </a:xfrm>
            <a:custGeom>
              <a:rect b="b" l="l" r="r" t="t"/>
              <a:pathLst>
                <a:path extrusionOk="0" h="23881" w="37448">
                  <a:moveTo>
                    <a:pt x="2231" y="0"/>
                  </a:moveTo>
                  <a:lnTo>
                    <a:pt x="1809" y="61"/>
                  </a:lnTo>
                  <a:lnTo>
                    <a:pt x="1387" y="181"/>
                  </a:lnTo>
                  <a:lnTo>
                    <a:pt x="965" y="362"/>
                  </a:lnTo>
                  <a:lnTo>
                    <a:pt x="664" y="664"/>
                  </a:lnTo>
                  <a:lnTo>
                    <a:pt x="362" y="965"/>
                  </a:lnTo>
                  <a:lnTo>
                    <a:pt x="181" y="1387"/>
                  </a:lnTo>
                  <a:lnTo>
                    <a:pt x="61" y="1809"/>
                  </a:lnTo>
                  <a:lnTo>
                    <a:pt x="0" y="2232"/>
                  </a:lnTo>
                  <a:lnTo>
                    <a:pt x="0" y="21649"/>
                  </a:lnTo>
                  <a:lnTo>
                    <a:pt x="61" y="22071"/>
                  </a:lnTo>
                  <a:lnTo>
                    <a:pt x="181" y="22493"/>
                  </a:lnTo>
                  <a:lnTo>
                    <a:pt x="362" y="22915"/>
                  </a:lnTo>
                  <a:lnTo>
                    <a:pt x="664" y="23217"/>
                  </a:lnTo>
                  <a:lnTo>
                    <a:pt x="965" y="23518"/>
                  </a:lnTo>
                  <a:lnTo>
                    <a:pt x="1387" y="23699"/>
                  </a:lnTo>
                  <a:lnTo>
                    <a:pt x="1809" y="23820"/>
                  </a:lnTo>
                  <a:lnTo>
                    <a:pt x="2231" y="23880"/>
                  </a:lnTo>
                  <a:lnTo>
                    <a:pt x="35217" y="23880"/>
                  </a:lnTo>
                  <a:lnTo>
                    <a:pt x="35699" y="23820"/>
                  </a:lnTo>
                  <a:lnTo>
                    <a:pt x="36121" y="23699"/>
                  </a:lnTo>
                  <a:lnTo>
                    <a:pt x="36483" y="23518"/>
                  </a:lnTo>
                  <a:lnTo>
                    <a:pt x="36784" y="23217"/>
                  </a:lnTo>
                  <a:lnTo>
                    <a:pt x="37086" y="22915"/>
                  </a:lnTo>
                  <a:lnTo>
                    <a:pt x="37267" y="22493"/>
                  </a:lnTo>
                  <a:lnTo>
                    <a:pt x="37448" y="22071"/>
                  </a:lnTo>
                  <a:lnTo>
                    <a:pt x="37448" y="21649"/>
                  </a:lnTo>
                  <a:lnTo>
                    <a:pt x="37448" y="2232"/>
                  </a:lnTo>
                  <a:lnTo>
                    <a:pt x="37448" y="1809"/>
                  </a:lnTo>
                  <a:lnTo>
                    <a:pt x="37267" y="1387"/>
                  </a:lnTo>
                  <a:lnTo>
                    <a:pt x="37086" y="965"/>
                  </a:lnTo>
                  <a:lnTo>
                    <a:pt x="36784" y="664"/>
                  </a:lnTo>
                  <a:lnTo>
                    <a:pt x="36483" y="362"/>
                  </a:lnTo>
                  <a:lnTo>
                    <a:pt x="36121" y="181"/>
                  </a:lnTo>
                  <a:lnTo>
                    <a:pt x="35699" y="61"/>
                  </a:lnTo>
                  <a:lnTo>
                    <a:pt x="352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4969156" y="4109475"/>
              <a:ext cx="393500" cy="392000"/>
            </a:xfrm>
            <a:custGeom>
              <a:rect b="b" l="l" r="r" t="t"/>
              <a:pathLst>
                <a:path extrusionOk="0" h="15680" w="15740">
                  <a:moveTo>
                    <a:pt x="1327" y="1"/>
                  </a:moveTo>
                  <a:lnTo>
                    <a:pt x="1026" y="122"/>
                  </a:lnTo>
                  <a:lnTo>
                    <a:pt x="724" y="242"/>
                  </a:lnTo>
                  <a:lnTo>
                    <a:pt x="483" y="483"/>
                  </a:lnTo>
                  <a:lnTo>
                    <a:pt x="302" y="725"/>
                  </a:lnTo>
                  <a:lnTo>
                    <a:pt x="121" y="1026"/>
                  </a:lnTo>
                  <a:lnTo>
                    <a:pt x="61" y="1328"/>
                  </a:lnTo>
                  <a:lnTo>
                    <a:pt x="1" y="1629"/>
                  </a:lnTo>
                  <a:lnTo>
                    <a:pt x="1" y="14051"/>
                  </a:lnTo>
                  <a:lnTo>
                    <a:pt x="61" y="14413"/>
                  </a:lnTo>
                  <a:lnTo>
                    <a:pt x="121" y="14715"/>
                  </a:lnTo>
                  <a:lnTo>
                    <a:pt x="302" y="14956"/>
                  </a:lnTo>
                  <a:lnTo>
                    <a:pt x="483" y="15197"/>
                  </a:lnTo>
                  <a:lnTo>
                    <a:pt x="724" y="15438"/>
                  </a:lnTo>
                  <a:lnTo>
                    <a:pt x="1026" y="15559"/>
                  </a:lnTo>
                  <a:lnTo>
                    <a:pt x="1327" y="15680"/>
                  </a:lnTo>
                  <a:lnTo>
                    <a:pt x="14413" y="15680"/>
                  </a:lnTo>
                  <a:lnTo>
                    <a:pt x="14714" y="15559"/>
                  </a:lnTo>
                  <a:lnTo>
                    <a:pt x="15016" y="15438"/>
                  </a:lnTo>
                  <a:lnTo>
                    <a:pt x="15257" y="15197"/>
                  </a:lnTo>
                  <a:lnTo>
                    <a:pt x="15438" y="14956"/>
                  </a:lnTo>
                  <a:lnTo>
                    <a:pt x="15619" y="14715"/>
                  </a:lnTo>
                  <a:lnTo>
                    <a:pt x="15679" y="14413"/>
                  </a:lnTo>
                  <a:lnTo>
                    <a:pt x="15739" y="14051"/>
                  </a:lnTo>
                  <a:lnTo>
                    <a:pt x="15739" y="1629"/>
                  </a:lnTo>
                  <a:lnTo>
                    <a:pt x="15679" y="1328"/>
                  </a:lnTo>
                  <a:lnTo>
                    <a:pt x="15619" y="1026"/>
                  </a:lnTo>
                  <a:lnTo>
                    <a:pt x="15438" y="725"/>
                  </a:lnTo>
                  <a:lnTo>
                    <a:pt x="15257" y="483"/>
                  </a:lnTo>
                  <a:lnTo>
                    <a:pt x="15016" y="242"/>
                  </a:lnTo>
                  <a:lnTo>
                    <a:pt x="14714" y="122"/>
                  </a:lnTo>
                  <a:lnTo>
                    <a:pt x="144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5070156" y="4208975"/>
              <a:ext cx="191500" cy="193000"/>
            </a:xfrm>
            <a:custGeom>
              <a:rect b="b" l="l" r="r" t="t"/>
              <a:pathLst>
                <a:path extrusionOk="0" h="7720" w="7660">
                  <a:moveTo>
                    <a:pt x="2594" y="1"/>
                  </a:moveTo>
                  <a:lnTo>
                    <a:pt x="2594" y="2654"/>
                  </a:lnTo>
                  <a:lnTo>
                    <a:pt x="1" y="2654"/>
                  </a:lnTo>
                  <a:lnTo>
                    <a:pt x="1" y="5066"/>
                  </a:lnTo>
                  <a:lnTo>
                    <a:pt x="2594" y="5066"/>
                  </a:lnTo>
                  <a:lnTo>
                    <a:pt x="2594" y="7720"/>
                  </a:lnTo>
                  <a:lnTo>
                    <a:pt x="5066" y="7720"/>
                  </a:lnTo>
                  <a:lnTo>
                    <a:pt x="5066" y="5066"/>
                  </a:lnTo>
                  <a:lnTo>
                    <a:pt x="7659" y="5066"/>
                  </a:lnTo>
                  <a:lnTo>
                    <a:pt x="7659" y="2654"/>
                  </a:lnTo>
                  <a:lnTo>
                    <a:pt x="5066" y="2654"/>
                  </a:lnTo>
                  <a:lnTo>
                    <a:pt x="50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5024938" y="3927357"/>
              <a:ext cx="281919" cy="144188"/>
            </a:xfrm>
            <a:custGeom>
              <a:rect b="b" l="l" r="r" t="t"/>
              <a:pathLst>
                <a:path extrusionOk="0" h="23892" w="46714">
                  <a:moveTo>
                    <a:pt x="7150" y="0"/>
                  </a:moveTo>
                  <a:lnTo>
                    <a:pt x="6768" y="25"/>
                  </a:lnTo>
                  <a:lnTo>
                    <a:pt x="6386" y="76"/>
                  </a:lnTo>
                  <a:lnTo>
                    <a:pt x="6030" y="153"/>
                  </a:lnTo>
                  <a:lnTo>
                    <a:pt x="5648" y="229"/>
                  </a:lnTo>
                  <a:lnTo>
                    <a:pt x="5292" y="331"/>
                  </a:lnTo>
                  <a:lnTo>
                    <a:pt x="4961" y="458"/>
                  </a:lnTo>
                  <a:lnTo>
                    <a:pt x="4605" y="585"/>
                  </a:lnTo>
                  <a:lnTo>
                    <a:pt x="4275" y="738"/>
                  </a:lnTo>
                  <a:lnTo>
                    <a:pt x="3944" y="891"/>
                  </a:lnTo>
                  <a:lnTo>
                    <a:pt x="3638" y="1094"/>
                  </a:lnTo>
                  <a:lnTo>
                    <a:pt x="3333" y="1272"/>
                  </a:lnTo>
                  <a:lnTo>
                    <a:pt x="3028" y="1476"/>
                  </a:lnTo>
                  <a:lnTo>
                    <a:pt x="2748" y="1705"/>
                  </a:lnTo>
                  <a:lnTo>
                    <a:pt x="2468" y="1959"/>
                  </a:lnTo>
                  <a:lnTo>
                    <a:pt x="2214" y="2188"/>
                  </a:lnTo>
                  <a:lnTo>
                    <a:pt x="1959" y="2468"/>
                  </a:lnTo>
                  <a:lnTo>
                    <a:pt x="1730" y="2722"/>
                  </a:lnTo>
                  <a:lnTo>
                    <a:pt x="1501" y="3028"/>
                  </a:lnTo>
                  <a:lnTo>
                    <a:pt x="1298" y="3308"/>
                  </a:lnTo>
                  <a:lnTo>
                    <a:pt x="1094" y="3613"/>
                  </a:lnTo>
                  <a:lnTo>
                    <a:pt x="916" y="3944"/>
                  </a:lnTo>
                  <a:lnTo>
                    <a:pt x="763" y="4249"/>
                  </a:lnTo>
                  <a:lnTo>
                    <a:pt x="611" y="4580"/>
                  </a:lnTo>
                  <a:lnTo>
                    <a:pt x="458" y="4936"/>
                  </a:lnTo>
                  <a:lnTo>
                    <a:pt x="356" y="5292"/>
                  </a:lnTo>
                  <a:lnTo>
                    <a:pt x="255" y="5648"/>
                  </a:lnTo>
                  <a:lnTo>
                    <a:pt x="153" y="6005"/>
                  </a:lnTo>
                  <a:lnTo>
                    <a:pt x="102" y="6361"/>
                  </a:lnTo>
                  <a:lnTo>
                    <a:pt x="51" y="6742"/>
                  </a:lnTo>
                  <a:lnTo>
                    <a:pt x="26" y="7124"/>
                  </a:lnTo>
                  <a:lnTo>
                    <a:pt x="0" y="7506"/>
                  </a:lnTo>
                  <a:lnTo>
                    <a:pt x="0" y="23891"/>
                  </a:lnTo>
                  <a:lnTo>
                    <a:pt x="4580" y="23891"/>
                  </a:lnTo>
                  <a:lnTo>
                    <a:pt x="4580" y="7506"/>
                  </a:lnTo>
                  <a:lnTo>
                    <a:pt x="4605" y="7226"/>
                  </a:lnTo>
                  <a:lnTo>
                    <a:pt x="4631" y="6921"/>
                  </a:lnTo>
                  <a:lnTo>
                    <a:pt x="4707" y="6641"/>
                  </a:lnTo>
                  <a:lnTo>
                    <a:pt x="4809" y="6361"/>
                  </a:lnTo>
                  <a:lnTo>
                    <a:pt x="4936" y="6106"/>
                  </a:lnTo>
                  <a:lnTo>
                    <a:pt x="5089" y="5852"/>
                  </a:lnTo>
                  <a:lnTo>
                    <a:pt x="5241" y="5648"/>
                  </a:lnTo>
                  <a:lnTo>
                    <a:pt x="5445" y="5419"/>
                  </a:lnTo>
                  <a:lnTo>
                    <a:pt x="5648" y="5241"/>
                  </a:lnTo>
                  <a:lnTo>
                    <a:pt x="5877" y="5063"/>
                  </a:lnTo>
                  <a:lnTo>
                    <a:pt x="6132" y="4911"/>
                  </a:lnTo>
                  <a:lnTo>
                    <a:pt x="6386" y="4783"/>
                  </a:lnTo>
                  <a:lnTo>
                    <a:pt x="6666" y="4682"/>
                  </a:lnTo>
                  <a:lnTo>
                    <a:pt x="6946" y="4631"/>
                  </a:lnTo>
                  <a:lnTo>
                    <a:pt x="7226" y="4580"/>
                  </a:lnTo>
                  <a:lnTo>
                    <a:pt x="7531" y="4554"/>
                  </a:lnTo>
                  <a:lnTo>
                    <a:pt x="39182" y="4554"/>
                  </a:lnTo>
                  <a:lnTo>
                    <a:pt x="39488" y="4580"/>
                  </a:lnTo>
                  <a:lnTo>
                    <a:pt x="39768" y="4631"/>
                  </a:lnTo>
                  <a:lnTo>
                    <a:pt x="40048" y="4682"/>
                  </a:lnTo>
                  <a:lnTo>
                    <a:pt x="40327" y="4783"/>
                  </a:lnTo>
                  <a:lnTo>
                    <a:pt x="40582" y="4911"/>
                  </a:lnTo>
                  <a:lnTo>
                    <a:pt x="40836" y="5063"/>
                  </a:lnTo>
                  <a:lnTo>
                    <a:pt x="41065" y="5241"/>
                  </a:lnTo>
                  <a:lnTo>
                    <a:pt x="41269" y="5419"/>
                  </a:lnTo>
                  <a:lnTo>
                    <a:pt x="41472" y="5648"/>
                  </a:lnTo>
                  <a:lnTo>
                    <a:pt x="41625" y="5852"/>
                  </a:lnTo>
                  <a:lnTo>
                    <a:pt x="41778" y="6106"/>
                  </a:lnTo>
                  <a:lnTo>
                    <a:pt x="41905" y="6361"/>
                  </a:lnTo>
                  <a:lnTo>
                    <a:pt x="42007" y="6641"/>
                  </a:lnTo>
                  <a:lnTo>
                    <a:pt x="42083" y="6921"/>
                  </a:lnTo>
                  <a:lnTo>
                    <a:pt x="42108" y="7226"/>
                  </a:lnTo>
                  <a:lnTo>
                    <a:pt x="42134" y="7506"/>
                  </a:lnTo>
                  <a:lnTo>
                    <a:pt x="42134" y="23891"/>
                  </a:lnTo>
                  <a:lnTo>
                    <a:pt x="46714" y="23891"/>
                  </a:lnTo>
                  <a:lnTo>
                    <a:pt x="46714" y="7506"/>
                  </a:lnTo>
                  <a:lnTo>
                    <a:pt x="46688" y="7124"/>
                  </a:lnTo>
                  <a:lnTo>
                    <a:pt x="46663" y="6742"/>
                  </a:lnTo>
                  <a:lnTo>
                    <a:pt x="46612" y="6361"/>
                  </a:lnTo>
                  <a:lnTo>
                    <a:pt x="46561" y="6005"/>
                  </a:lnTo>
                  <a:lnTo>
                    <a:pt x="46459" y="5648"/>
                  </a:lnTo>
                  <a:lnTo>
                    <a:pt x="46357" y="5292"/>
                  </a:lnTo>
                  <a:lnTo>
                    <a:pt x="46256" y="4936"/>
                  </a:lnTo>
                  <a:lnTo>
                    <a:pt x="46103" y="4580"/>
                  </a:lnTo>
                  <a:lnTo>
                    <a:pt x="45950" y="4249"/>
                  </a:lnTo>
                  <a:lnTo>
                    <a:pt x="45798" y="3944"/>
                  </a:lnTo>
                  <a:lnTo>
                    <a:pt x="45620" y="3613"/>
                  </a:lnTo>
                  <a:lnTo>
                    <a:pt x="45416" y="3308"/>
                  </a:lnTo>
                  <a:lnTo>
                    <a:pt x="45213" y="3028"/>
                  </a:lnTo>
                  <a:lnTo>
                    <a:pt x="44984" y="2722"/>
                  </a:lnTo>
                  <a:lnTo>
                    <a:pt x="44755" y="2468"/>
                  </a:lnTo>
                  <a:lnTo>
                    <a:pt x="44500" y="2188"/>
                  </a:lnTo>
                  <a:lnTo>
                    <a:pt x="44246" y="1959"/>
                  </a:lnTo>
                  <a:lnTo>
                    <a:pt x="43966" y="1705"/>
                  </a:lnTo>
                  <a:lnTo>
                    <a:pt x="43686" y="1476"/>
                  </a:lnTo>
                  <a:lnTo>
                    <a:pt x="43381" y="1272"/>
                  </a:lnTo>
                  <a:lnTo>
                    <a:pt x="43075" y="1094"/>
                  </a:lnTo>
                  <a:lnTo>
                    <a:pt x="42770" y="891"/>
                  </a:lnTo>
                  <a:lnTo>
                    <a:pt x="42439" y="738"/>
                  </a:lnTo>
                  <a:lnTo>
                    <a:pt x="42108" y="585"/>
                  </a:lnTo>
                  <a:lnTo>
                    <a:pt x="41752" y="458"/>
                  </a:lnTo>
                  <a:lnTo>
                    <a:pt x="41421" y="331"/>
                  </a:lnTo>
                  <a:lnTo>
                    <a:pt x="41065" y="229"/>
                  </a:lnTo>
                  <a:lnTo>
                    <a:pt x="40684" y="153"/>
                  </a:lnTo>
                  <a:lnTo>
                    <a:pt x="40327" y="76"/>
                  </a:lnTo>
                  <a:lnTo>
                    <a:pt x="39946" y="25"/>
                  </a:lnTo>
                  <a:lnTo>
                    <a:pt x="39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45"/>
          <p:cNvGrpSpPr/>
          <p:nvPr/>
        </p:nvGrpSpPr>
        <p:grpSpPr>
          <a:xfrm>
            <a:off x="1989407" y="3984478"/>
            <a:ext cx="198159" cy="289002"/>
            <a:chOff x="1233945" y="5156009"/>
            <a:chExt cx="144032" cy="210031"/>
          </a:xfrm>
        </p:grpSpPr>
        <p:sp>
          <p:nvSpPr>
            <p:cNvPr id="1871" name="Google Shape;1871;p45"/>
            <p:cNvSpPr/>
            <p:nvPr/>
          </p:nvSpPr>
          <p:spPr>
            <a:xfrm>
              <a:off x="1236235" y="5159039"/>
              <a:ext cx="139452" cy="204711"/>
            </a:xfrm>
            <a:custGeom>
              <a:rect b="b" l="l" r="r" t="t"/>
              <a:pathLst>
                <a:path extrusionOk="0" h="63378" w="43174">
                  <a:moveTo>
                    <a:pt x="21574" y="3904"/>
                  </a:moveTo>
                  <a:lnTo>
                    <a:pt x="22436" y="4791"/>
                  </a:lnTo>
                  <a:lnTo>
                    <a:pt x="23526" y="5932"/>
                  </a:lnTo>
                  <a:lnTo>
                    <a:pt x="24794" y="7326"/>
                  </a:lnTo>
                  <a:lnTo>
                    <a:pt x="26188" y="8949"/>
                  </a:lnTo>
                  <a:lnTo>
                    <a:pt x="26923" y="9861"/>
                  </a:lnTo>
                  <a:lnTo>
                    <a:pt x="27684" y="10825"/>
                  </a:lnTo>
                  <a:lnTo>
                    <a:pt x="28470" y="11814"/>
                  </a:lnTo>
                  <a:lnTo>
                    <a:pt x="29256" y="12878"/>
                  </a:lnTo>
                  <a:lnTo>
                    <a:pt x="30042" y="13994"/>
                  </a:lnTo>
                  <a:lnTo>
                    <a:pt x="30853" y="15134"/>
                  </a:lnTo>
                  <a:lnTo>
                    <a:pt x="31639" y="16351"/>
                  </a:lnTo>
                  <a:lnTo>
                    <a:pt x="32424" y="17568"/>
                  </a:lnTo>
                  <a:lnTo>
                    <a:pt x="33210" y="18861"/>
                  </a:lnTo>
                  <a:lnTo>
                    <a:pt x="33971" y="20179"/>
                  </a:lnTo>
                  <a:lnTo>
                    <a:pt x="34731" y="21548"/>
                  </a:lnTo>
                  <a:lnTo>
                    <a:pt x="35441" y="22943"/>
                  </a:lnTo>
                  <a:lnTo>
                    <a:pt x="36126" y="24362"/>
                  </a:lnTo>
                  <a:lnTo>
                    <a:pt x="36785" y="25833"/>
                  </a:lnTo>
                  <a:lnTo>
                    <a:pt x="37393" y="27328"/>
                  </a:lnTo>
                  <a:lnTo>
                    <a:pt x="37951" y="28824"/>
                  </a:lnTo>
                  <a:lnTo>
                    <a:pt x="38483" y="30370"/>
                  </a:lnTo>
                  <a:lnTo>
                    <a:pt x="38711" y="31156"/>
                  </a:lnTo>
                  <a:lnTo>
                    <a:pt x="38940" y="31942"/>
                  </a:lnTo>
                  <a:lnTo>
                    <a:pt x="39142" y="32753"/>
                  </a:lnTo>
                  <a:lnTo>
                    <a:pt x="39345" y="33539"/>
                  </a:lnTo>
                  <a:lnTo>
                    <a:pt x="39523" y="34350"/>
                  </a:lnTo>
                  <a:lnTo>
                    <a:pt x="39675" y="35162"/>
                  </a:lnTo>
                  <a:lnTo>
                    <a:pt x="39827" y="35973"/>
                  </a:lnTo>
                  <a:lnTo>
                    <a:pt x="39954" y="36784"/>
                  </a:lnTo>
                  <a:lnTo>
                    <a:pt x="40080" y="37621"/>
                  </a:lnTo>
                  <a:lnTo>
                    <a:pt x="40156" y="38432"/>
                  </a:lnTo>
                  <a:lnTo>
                    <a:pt x="40233" y="39268"/>
                  </a:lnTo>
                  <a:lnTo>
                    <a:pt x="40283" y="40105"/>
                  </a:lnTo>
                  <a:lnTo>
                    <a:pt x="40309" y="40942"/>
                  </a:lnTo>
                  <a:lnTo>
                    <a:pt x="40334" y="41778"/>
                  </a:lnTo>
                  <a:lnTo>
                    <a:pt x="40309" y="42742"/>
                  </a:lnTo>
                  <a:lnTo>
                    <a:pt x="40233" y="43705"/>
                  </a:lnTo>
                  <a:lnTo>
                    <a:pt x="40106" y="44643"/>
                  </a:lnTo>
                  <a:lnTo>
                    <a:pt x="39954" y="45555"/>
                  </a:lnTo>
                  <a:lnTo>
                    <a:pt x="39725" y="46468"/>
                  </a:lnTo>
                  <a:lnTo>
                    <a:pt x="39472" y="47355"/>
                  </a:lnTo>
                  <a:lnTo>
                    <a:pt x="39193" y="48217"/>
                  </a:lnTo>
                  <a:lnTo>
                    <a:pt x="38864" y="49079"/>
                  </a:lnTo>
                  <a:lnTo>
                    <a:pt x="38483" y="49916"/>
                  </a:lnTo>
                  <a:lnTo>
                    <a:pt x="38052" y="50702"/>
                  </a:lnTo>
                  <a:lnTo>
                    <a:pt x="37621" y="51488"/>
                  </a:lnTo>
                  <a:lnTo>
                    <a:pt x="37114" y="52248"/>
                  </a:lnTo>
                  <a:lnTo>
                    <a:pt x="36607" y="52983"/>
                  </a:lnTo>
                  <a:lnTo>
                    <a:pt x="36050" y="53693"/>
                  </a:lnTo>
                  <a:lnTo>
                    <a:pt x="35441" y="54378"/>
                  </a:lnTo>
                  <a:lnTo>
                    <a:pt x="34833" y="55037"/>
                  </a:lnTo>
                  <a:lnTo>
                    <a:pt x="34174" y="55645"/>
                  </a:lnTo>
                  <a:lnTo>
                    <a:pt x="33489" y="56254"/>
                  </a:lnTo>
                  <a:lnTo>
                    <a:pt x="32779" y="56811"/>
                  </a:lnTo>
                  <a:lnTo>
                    <a:pt x="32044" y="57318"/>
                  </a:lnTo>
                  <a:lnTo>
                    <a:pt x="31284" y="57800"/>
                  </a:lnTo>
                  <a:lnTo>
                    <a:pt x="30523" y="58256"/>
                  </a:lnTo>
                  <a:lnTo>
                    <a:pt x="29712" y="58687"/>
                  </a:lnTo>
                  <a:lnTo>
                    <a:pt x="28875" y="59042"/>
                  </a:lnTo>
                  <a:lnTo>
                    <a:pt x="28013" y="59397"/>
                  </a:lnTo>
                  <a:lnTo>
                    <a:pt x="27152" y="59676"/>
                  </a:lnTo>
                  <a:lnTo>
                    <a:pt x="26264" y="59929"/>
                  </a:lnTo>
                  <a:lnTo>
                    <a:pt x="25352" y="60158"/>
                  </a:lnTo>
                  <a:lnTo>
                    <a:pt x="24439" y="60310"/>
                  </a:lnTo>
                  <a:lnTo>
                    <a:pt x="23501" y="60436"/>
                  </a:lnTo>
                  <a:lnTo>
                    <a:pt x="22538" y="60512"/>
                  </a:lnTo>
                  <a:lnTo>
                    <a:pt x="21574" y="60538"/>
                  </a:lnTo>
                  <a:lnTo>
                    <a:pt x="20611" y="60512"/>
                  </a:lnTo>
                  <a:lnTo>
                    <a:pt x="19673" y="60436"/>
                  </a:lnTo>
                  <a:lnTo>
                    <a:pt x="18735" y="60310"/>
                  </a:lnTo>
                  <a:lnTo>
                    <a:pt x="17822" y="60158"/>
                  </a:lnTo>
                  <a:lnTo>
                    <a:pt x="16910" y="59929"/>
                  </a:lnTo>
                  <a:lnTo>
                    <a:pt x="16023" y="59676"/>
                  </a:lnTo>
                  <a:lnTo>
                    <a:pt x="15161" y="59397"/>
                  </a:lnTo>
                  <a:lnTo>
                    <a:pt x="14299" y="59042"/>
                  </a:lnTo>
                  <a:lnTo>
                    <a:pt x="13462" y="58687"/>
                  </a:lnTo>
                  <a:lnTo>
                    <a:pt x="12651" y="58256"/>
                  </a:lnTo>
                  <a:lnTo>
                    <a:pt x="11865" y="57800"/>
                  </a:lnTo>
                  <a:lnTo>
                    <a:pt x="11104" y="57318"/>
                  </a:lnTo>
                  <a:lnTo>
                    <a:pt x="10369" y="56811"/>
                  </a:lnTo>
                  <a:lnTo>
                    <a:pt x="9659" y="56254"/>
                  </a:lnTo>
                  <a:lnTo>
                    <a:pt x="9000" y="55645"/>
                  </a:lnTo>
                  <a:lnTo>
                    <a:pt x="8341" y="55037"/>
                  </a:lnTo>
                  <a:lnTo>
                    <a:pt x="7707" y="54378"/>
                  </a:lnTo>
                  <a:lnTo>
                    <a:pt x="7124" y="53693"/>
                  </a:lnTo>
                  <a:lnTo>
                    <a:pt x="6567" y="52983"/>
                  </a:lnTo>
                  <a:lnTo>
                    <a:pt x="6060" y="52248"/>
                  </a:lnTo>
                  <a:lnTo>
                    <a:pt x="5553" y="51488"/>
                  </a:lnTo>
                  <a:lnTo>
                    <a:pt x="5122" y="50702"/>
                  </a:lnTo>
                  <a:lnTo>
                    <a:pt x="4691" y="49916"/>
                  </a:lnTo>
                  <a:lnTo>
                    <a:pt x="4310" y="49079"/>
                  </a:lnTo>
                  <a:lnTo>
                    <a:pt x="3981" y="48217"/>
                  </a:lnTo>
                  <a:lnTo>
                    <a:pt x="3677" y="47355"/>
                  </a:lnTo>
                  <a:lnTo>
                    <a:pt x="3423" y="46468"/>
                  </a:lnTo>
                  <a:lnTo>
                    <a:pt x="3220" y="45555"/>
                  </a:lnTo>
                  <a:lnTo>
                    <a:pt x="3068" y="44643"/>
                  </a:lnTo>
                  <a:lnTo>
                    <a:pt x="2942" y="43705"/>
                  </a:lnTo>
                  <a:lnTo>
                    <a:pt x="2865" y="42742"/>
                  </a:lnTo>
                  <a:lnTo>
                    <a:pt x="2840" y="41778"/>
                  </a:lnTo>
                  <a:lnTo>
                    <a:pt x="2865" y="40942"/>
                  </a:lnTo>
                  <a:lnTo>
                    <a:pt x="2891" y="40105"/>
                  </a:lnTo>
                  <a:lnTo>
                    <a:pt x="2942" y="39268"/>
                  </a:lnTo>
                  <a:lnTo>
                    <a:pt x="3018" y="38432"/>
                  </a:lnTo>
                  <a:lnTo>
                    <a:pt x="3094" y="37621"/>
                  </a:lnTo>
                  <a:lnTo>
                    <a:pt x="3220" y="36784"/>
                  </a:lnTo>
                  <a:lnTo>
                    <a:pt x="3347" y="35973"/>
                  </a:lnTo>
                  <a:lnTo>
                    <a:pt x="3499" y="35162"/>
                  </a:lnTo>
                  <a:lnTo>
                    <a:pt x="3651" y="34350"/>
                  </a:lnTo>
                  <a:lnTo>
                    <a:pt x="3829" y="33539"/>
                  </a:lnTo>
                  <a:lnTo>
                    <a:pt x="4032" y="32753"/>
                  </a:lnTo>
                  <a:lnTo>
                    <a:pt x="4234" y="31942"/>
                  </a:lnTo>
                  <a:lnTo>
                    <a:pt x="4463" y="31156"/>
                  </a:lnTo>
                  <a:lnTo>
                    <a:pt x="4691" y="30370"/>
                  </a:lnTo>
                  <a:lnTo>
                    <a:pt x="5223" y="28824"/>
                  </a:lnTo>
                  <a:lnTo>
                    <a:pt x="5781" y="27328"/>
                  </a:lnTo>
                  <a:lnTo>
                    <a:pt x="6389" y="25833"/>
                  </a:lnTo>
                  <a:lnTo>
                    <a:pt x="7048" y="24362"/>
                  </a:lnTo>
                  <a:lnTo>
                    <a:pt x="7733" y="22943"/>
                  </a:lnTo>
                  <a:lnTo>
                    <a:pt x="8443" y="21548"/>
                  </a:lnTo>
                  <a:lnTo>
                    <a:pt x="9203" y="20179"/>
                  </a:lnTo>
                  <a:lnTo>
                    <a:pt x="9964" y="18861"/>
                  </a:lnTo>
                  <a:lnTo>
                    <a:pt x="10724" y="17568"/>
                  </a:lnTo>
                  <a:lnTo>
                    <a:pt x="11535" y="16351"/>
                  </a:lnTo>
                  <a:lnTo>
                    <a:pt x="12321" y="15134"/>
                  </a:lnTo>
                  <a:lnTo>
                    <a:pt x="13133" y="13994"/>
                  </a:lnTo>
                  <a:lnTo>
                    <a:pt x="13918" y="12878"/>
                  </a:lnTo>
                  <a:lnTo>
                    <a:pt x="14704" y="11814"/>
                  </a:lnTo>
                  <a:lnTo>
                    <a:pt x="15490" y="10825"/>
                  </a:lnTo>
                  <a:lnTo>
                    <a:pt x="16251" y="9861"/>
                  </a:lnTo>
                  <a:lnTo>
                    <a:pt x="16986" y="8949"/>
                  </a:lnTo>
                  <a:lnTo>
                    <a:pt x="18380" y="7326"/>
                  </a:lnTo>
                  <a:lnTo>
                    <a:pt x="19648" y="5932"/>
                  </a:lnTo>
                  <a:lnTo>
                    <a:pt x="20738" y="4791"/>
                  </a:lnTo>
                  <a:lnTo>
                    <a:pt x="21574" y="3904"/>
                  </a:lnTo>
                  <a:close/>
                  <a:moveTo>
                    <a:pt x="21574" y="0"/>
                  </a:moveTo>
                  <a:lnTo>
                    <a:pt x="20636" y="887"/>
                  </a:lnTo>
                  <a:lnTo>
                    <a:pt x="20332" y="1141"/>
                  </a:lnTo>
                  <a:lnTo>
                    <a:pt x="19648" y="1825"/>
                  </a:lnTo>
                  <a:lnTo>
                    <a:pt x="18608" y="2865"/>
                  </a:lnTo>
                  <a:lnTo>
                    <a:pt x="17315" y="4259"/>
                  </a:lnTo>
                  <a:lnTo>
                    <a:pt x="16555" y="5070"/>
                  </a:lnTo>
                  <a:lnTo>
                    <a:pt x="15769" y="5983"/>
                  </a:lnTo>
                  <a:lnTo>
                    <a:pt x="14932" y="6971"/>
                  </a:lnTo>
                  <a:lnTo>
                    <a:pt x="14045" y="8011"/>
                  </a:lnTo>
                  <a:lnTo>
                    <a:pt x="13158" y="9152"/>
                  </a:lnTo>
                  <a:lnTo>
                    <a:pt x="12220" y="10343"/>
                  </a:lnTo>
                  <a:lnTo>
                    <a:pt x="11282" y="11636"/>
                  </a:lnTo>
                  <a:lnTo>
                    <a:pt x="10344" y="12980"/>
                  </a:lnTo>
                  <a:lnTo>
                    <a:pt x="9431" y="14298"/>
                  </a:lnTo>
                  <a:lnTo>
                    <a:pt x="8544" y="15692"/>
                  </a:lnTo>
                  <a:lnTo>
                    <a:pt x="7631" y="17163"/>
                  </a:lnTo>
                  <a:lnTo>
                    <a:pt x="6719" y="18734"/>
                  </a:lnTo>
                  <a:lnTo>
                    <a:pt x="5857" y="20357"/>
                  </a:lnTo>
                  <a:lnTo>
                    <a:pt x="4995" y="22055"/>
                  </a:lnTo>
                  <a:lnTo>
                    <a:pt x="4564" y="22917"/>
                  </a:lnTo>
                  <a:lnTo>
                    <a:pt x="4184" y="23804"/>
                  </a:lnTo>
                  <a:lnTo>
                    <a:pt x="3778" y="24692"/>
                  </a:lnTo>
                  <a:lnTo>
                    <a:pt x="3398" y="25604"/>
                  </a:lnTo>
                  <a:lnTo>
                    <a:pt x="3043" y="26542"/>
                  </a:lnTo>
                  <a:lnTo>
                    <a:pt x="2688" y="27480"/>
                  </a:lnTo>
                  <a:lnTo>
                    <a:pt x="2333" y="28444"/>
                  </a:lnTo>
                  <a:lnTo>
                    <a:pt x="2029" y="29407"/>
                  </a:lnTo>
                  <a:lnTo>
                    <a:pt x="1725" y="30396"/>
                  </a:lnTo>
                  <a:lnTo>
                    <a:pt x="1446" y="31384"/>
                  </a:lnTo>
                  <a:lnTo>
                    <a:pt x="1192" y="32373"/>
                  </a:lnTo>
                  <a:lnTo>
                    <a:pt x="939" y="33387"/>
                  </a:lnTo>
                  <a:lnTo>
                    <a:pt x="736" y="34401"/>
                  </a:lnTo>
                  <a:lnTo>
                    <a:pt x="559" y="35440"/>
                  </a:lnTo>
                  <a:lnTo>
                    <a:pt x="381" y="36480"/>
                  </a:lnTo>
                  <a:lnTo>
                    <a:pt x="254" y="37519"/>
                  </a:lnTo>
                  <a:lnTo>
                    <a:pt x="153" y="38584"/>
                  </a:lnTo>
                  <a:lnTo>
                    <a:pt x="52" y="39649"/>
                  </a:lnTo>
                  <a:lnTo>
                    <a:pt x="26" y="40713"/>
                  </a:lnTo>
                  <a:lnTo>
                    <a:pt x="1" y="41778"/>
                  </a:lnTo>
                  <a:lnTo>
                    <a:pt x="26" y="42894"/>
                  </a:lnTo>
                  <a:lnTo>
                    <a:pt x="102" y="43984"/>
                  </a:lnTo>
                  <a:lnTo>
                    <a:pt x="254" y="45074"/>
                  </a:lnTo>
                  <a:lnTo>
                    <a:pt x="432" y="46139"/>
                  </a:lnTo>
                  <a:lnTo>
                    <a:pt x="685" y="47178"/>
                  </a:lnTo>
                  <a:lnTo>
                    <a:pt x="964" y="48192"/>
                  </a:lnTo>
                  <a:lnTo>
                    <a:pt x="1319" y="49206"/>
                  </a:lnTo>
                  <a:lnTo>
                    <a:pt x="1699" y="50195"/>
                  </a:lnTo>
                  <a:lnTo>
                    <a:pt x="2130" y="51133"/>
                  </a:lnTo>
                  <a:lnTo>
                    <a:pt x="2612" y="52071"/>
                  </a:lnTo>
                  <a:lnTo>
                    <a:pt x="3119" y="52983"/>
                  </a:lnTo>
                  <a:lnTo>
                    <a:pt x="3702" y="53845"/>
                  </a:lnTo>
                  <a:lnTo>
                    <a:pt x="4285" y="54707"/>
                  </a:lnTo>
                  <a:lnTo>
                    <a:pt x="4944" y="55518"/>
                  </a:lnTo>
                  <a:lnTo>
                    <a:pt x="5603" y="56304"/>
                  </a:lnTo>
                  <a:lnTo>
                    <a:pt x="6339" y="57039"/>
                  </a:lnTo>
                  <a:lnTo>
                    <a:pt x="7074" y="57749"/>
                  </a:lnTo>
                  <a:lnTo>
                    <a:pt x="7860" y="58434"/>
                  </a:lnTo>
                  <a:lnTo>
                    <a:pt x="8671" y="59093"/>
                  </a:lnTo>
                  <a:lnTo>
                    <a:pt x="9533" y="59676"/>
                  </a:lnTo>
                  <a:lnTo>
                    <a:pt x="10395" y="60234"/>
                  </a:lnTo>
                  <a:lnTo>
                    <a:pt x="11307" y="60766"/>
                  </a:lnTo>
                  <a:lnTo>
                    <a:pt x="12245" y="61248"/>
                  </a:lnTo>
                  <a:lnTo>
                    <a:pt x="13183" y="61679"/>
                  </a:lnTo>
                  <a:lnTo>
                    <a:pt x="14172" y="62059"/>
                  </a:lnTo>
                  <a:lnTo>
                    <a:pt x="15186" y="62414"/>
                  </a:lnTo>
                  <a:lnTo>
                    <a:pt x="16200" y="62693"/>
                  </a:lnTo>
                  <a:lnTo>
                    <a:pt x="17239" y="62946"/>
                  </a:lnTo>
                  <a:lnTo>
                    <a:pt x="18304" y="63124"/>
                  </a:lnTo>
                  <a:lnTo>
                    <a:pt x="19394" y="63276"/>
                  </a:lnTo>
                  <a:lnTo>
                    <a:pt x="20484" y="63352"/>
                  </a:lnTo>
                  <a:lnTo>
                    <a:pt x="21574" y="63377"/>
                  </a:lnTo>
                  <a:lnTo>
                    <a:pt x="22690" y="63352"/>
                  </a:lnTo>
                  <a:lnTo>
                    <a:pt x="23780" y="63276"/>
                  </a:lnTo>
                  <a:lnTo>
                    <a:pt x="24870" y="63124"/>
                  </a:lnTo>
                  <a:lnTo>
                    <a:pt x="25935" y="62946"/>
                  </a:lnTo>
                  <a:lnTo>
                    <a:pt x="26974" y="62693"/>
                  </a:lnTo>
                  <a:lnTo>
                    <a:pt x="27988" y="62414"/>
                  </a:lnTo>
                  <a:lnTo>
                    <a:pt x="29002" y="62059"/>
                  </a:lnTo>
                  <a:lnTo>
                    <a:pt x="29991" y="61679"/>
                  </a:lnTo>
                  <a:lnTo>
                    <a:pt x="30929" y="61248"/>
                  </a:lnTo>
                  <a:lnTo>
                    <a:pt x="31867" y="60766"/>
                  </a:lnTo>
                  <a:lnTo>
                    <a:pt x="32779" y="60234"/>
                  </a:lnTo>
                  <a:lnTo>
                    <a:pt x="33641" y="59676"/>
                  </a:lnTo>
                  <a:lnTo>
                    <a:pt x="34503" y="59093"/>
                  </a:lnTo>
                  <a:lnTo>
                    <a:pt x="35314" y="58434"/>
                  </a:lnTo>
                  <a:lnTo>
                    <a:pt x="36100" y="57749"/>
                  </a:lnTo>
                  <a:lnTo>
                    <a:pt x="36836" y="57039"/>
                  </a:lnTo>
                  <a:lnTo>
                    <a:pt x="37571" y="56304"/>
                  </a:lnTo>
                  <a:lnTo>
                    <a:pt x="38230" y="55518"/>
                  </a:lnTo>
                  <a:lnTo>
                    <a:pt x="38889" y="54707"/>
                  </a:lnTo>
                  <a:lnTo>
                    <a:pt x="39472" y="53845"/>
                  </a:lnTo>
                  <a:lnTo>
                    <a:pt x="40055" y="52983"/>
                  </a:lnTo>
                  <a:lnTo>
                    <a:pt x="40562" y="52071"/>
                  </a:lnTo>
                  <a:lnTo>
                    <a:pt x="41044" y="51133"/>
                  </a:lnTo>
                  <a:lnTo>
                    <a:pt x="41475" y="50195"/>
                  </a:lnTo>
                  <a:lnTo>
                    <a:pt x="41855" y="49206"/>
                  </a:lnTo>
                  <a:lnTo>
                    <a:pt x="42210" y="48192"/>
                  </a:lnTo>
                  <a:lnTo>
                    <a:pt x="42489" y="47178"/>
                  </a:lnTo>
                  <a:lnTo>
                    <a:pt x="42742" y="46139"/>
                  </a:lnTo>
                  <a:lnTo>
                    <a:pt x="42920" y="45074"/>
                  </a:lnTo>
                  <a:lnTo>
                    <a:pt x="43072" y="43984"/>
                  </a:lnTo>
                  <a:lnTo>
                    <a:pt x="43148" y="42894"/>
                  </a:lnTo>
                  <a:lnTo>
                    <a:pt x="43173" y="41778"/>
                  </a:lnTo>
                  <a:lnTo>
                    <a:pt x="43148" y="40713"/>
                  </a:lnTo>
                  <a:lnTo>
                    <a:pt x="43097" y="39649"/>
                  </a:lnTo>
                  <a:lnTo>
                    <a:pt x="43021" y="38584"/>
                  </a:lnTo>
                  <a:lnTo>
                    <a:pt x="42920" y="37519"/>
                  </a:lnTo>
                  <a:lnTo>
                    <a:pt x="42793" y="36480"/>
                  </a:lnTo>
                  <a:lnTo>
                    <a:pt x="42615" y="35440"/>
                  </a:lnTo>
                  <a:lnTo>
                    <a:pt x="42438" y="34401"/>
                  </a:lnTo>
                  <a:lnTo>
                    <a:pt x="42210" y="33387"/>
                  </a:lnTo>
                  <a:lnTo>
                    <a:pt x="41982" y="32373"/>
                  </a:lnTo>
                  <a:lnTo>
                    <a:pt x="41728" y="31384"/>
                  </a:lnTo>
                  <a:lnTo>
                    <a:pt x="41449" y="30396"/>
                  </a:lnTo>
                  <a:lnTo>
                    <a:pt x="41145" y="29407"/>
                  </a:lnTo>
                  <a:lnTo>
                    <a:pt x="40816" y="28444"/>
                  </a:lnTo>
                  <a:lnTo>
                    <a:pt x="40486" y="27480"/>
                  </a:lnTo>
                  <a:lnTo>
                    <a:pt x="40131" y="26542"/>
                  </a:lnTo>
                  <a:lnTo>
                    <a:pt x="39776" y="25604"/>
                  </a:lnTo>
                  <a:lnTo>
                    <a:pt x="39396" y="24692"/>
                  </a:lnTo>
                  <a:lnTo>
                    <a:pt x="38990" y="23804"/>
                  </a:lnTo>
                  <a:lnTo>
                    <a:pt x="38585" y="22917"/>
                  </a:lnTo>
                  <a:lnTo>
                    <a:pt x="38179" y="22055"/>
                  </a:lnTo>
                  <a:lnTo>
                    <a:pt x="37317" y="20357"/>
                  </a:lnTo>
                  <a:lnTo>
                    <a:pt x="36430" y="18734"/>
                  </a:lnTo>
                  <a:lnTo>
                    <a:pt x="35543" y="17163"/>
                  </a:lnTo>
                  <a:lnTo>
                    <a:pt x="34630" y="15692"/>
                  </a:lnTo>
                  <a:lnTo>
                    <a:pt x="33743" y="14298"/>
                  </a:lnTo>
                  <a:lnTo>
                    <a:pt x="32830" y="12980"/>
                  </a:lnTo>
                  <a:lnTo>
                    <a:pt x="31892" y="11636"/>
                  </a:lnTo>
                  <a:lnTo>
                    <a:pt x="30954" y="10343"/>
                  </a:lnTo>
                  <a:lnTo>
                    <a:pt x="30016" y="9152"/>
                  </a:lnTo>
                  <a:lnTo>
                    <a:pt x="29129" y="8011"/>
                  </a:lnTo>
                  <a:lnTo>
                    <a:pt x="28242" y="6971"/>
                  </a:lnTo>
                  <a:lnTo>
                    <a:pt x="27405" y="5983"/>
                  </a:lnTo>
                  <a:lnTo>
                    <a:pt x="26619" y="5070"/>
                  </a:lnTo>
                  <a:lnTo>
                    <a:pt x="25859" y="4259"/>
                  </a:lnTo>
                  <a:lnTo>
                    <a:pt x="24566" y="2865"/>
                  </a:lnTo>
                  <a:lnTo>
                    <a:pt x="23526" y="1825"/>
                  </a:lnTo>
                  <a:lnTo>
                    <a:pt x="22842" y="1141"/>
                  </a:lnTo>
                  <a:lnTo>
                    <a:pt x="22538" y="887"/>
                  </a:lnTo>
                  <a:lnTo>
                    <a:pt x="215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5"/>
            <p:cNvSpPr/>
            <p:nvPr/>
          </p:nvSpPr>
          <p:spPr>
            <a:xfrm>
              <a:off x="1233945" y="5156009"/>
              <a:ext cx="144032" cy="210031"/>
            </a:xfrm>
            <a:custGeom>
              <a:rect b="b" l="l" r="r" t="t"/>
              <a:pathLst>
                <a:path extrusionOk="0" h="65025" w="44592">
                  <a:moveTo>
                    <a:pt x="22283" y="5856"/>
                  </a:moveTo>
                  <a:lnTo>
                    <a:pt x="23171" y="6769"/>
                  </a:lnTo>
                  <a:lnTo>
                    <a:pt x="24235" y="7935"/>
                  </a:lnTo>
                  <a:lnTo>
                    <a:pt x="25452" y="9304"/>
                  </a:lnTo>
                  <a:lnTo>
                    <a:pt x="26770" y="10850"/>
                  </a:lnTo>
                  <a:lnTo>
                    <a:pt x="27455" y="11712"/>
                  </a:lnTo>
                  <a:lnTo>
                    <a:pt x="28165" y="12625"/>
                  </a:lnTo>
                  <a:lnTo>
                    <a:pt x="28875" y="13563"/>
                  </a:lnTo>
                  <a:lnTo>
                    <a:pt x="29610" y="14551"/>
                  </a:lnTo>
                  <a:lnTo>
                    <a:pt x="30345" y="15591"/>
                  </a:lnTo>
                  <a:lnTo>
                    <a:pt x="31080" y="16656"/>
                  </a:lnTo>
                  <a:lnTo>
                    <a:pt x="31815" y="17746"/>
                  </a:lnTo>
                  <a:lnTo>
                    <a:pt x="32550" y="18886"/>
                  </a:lnTo>
                  <a:lnTo>
                    <a:pt x="33488" y="20433"/>
                  </a:lnTo>
                  <a:lnTo>
                    <a:pt x="34350" y="21979"/>
                  </a:lnTo>
                  <a:lnTo>
                    <a:pt x="35187" y="23526"/>
                  </a:lnTo>
                  <a:lnTo>
                    <a:pt x="35947" y="25047"/>
                  </a:lnTo>
                  <a:lnTo>
                    <a:pt x="36632" y="26568"/>
                  </a:lnTo>
                  <a:lnTo>
                    <a:pt x="37266" y="28089"/>
                  </a:lnTo>
                  <a:lnTo>
                    <a:pt x="37849" y="29610"/>
                  </a:lnTo>
                  <a:lnTo>
                    <a:pt x="38381" y="31106"/>
                  </a:lnTo>
                  <a:lnTo>
                    <a:pt x="38837" y="32576"/>
                  </a:lnTo>
                  <a:lnTo>
                    <a:pt x="39218" y="34072"/>
                  </a:lnTo>
                  <a:lnTo>
                    <a:pt x="39573" y="35542"/>
                  </a:lnTo>
                  <a:lnTo>
                    <a:pt x="39826" y="36987"/>
                  </a:lnTo>
                  <a:lnTo>
                    <a:pt x="40054" y="38432"/>
                  </a:lnTo>
                  <a:lnTo>
                    <a:pt x="40206" y="39877"/>
                  </a:lnTo>
                  <a:lnTo>
                    <a:pt x="40282" y="41297"/>
                  </a:lnTo>
                  <a:lnTo>
                    <a:pt x="40308" y="42006"/>
                  </a:lnTo>
                  <a:lnTo>
                    <a:pt x="40333" y="42716"/>
                  </a:lnTo>
                  <a:lnTo>
                    <a:pt x="40308" y="43654"/>
                  </a:lnTo>
                  <a:lnTo>
                    <a:pt x="40232" y="44567"/>
                  </a:lnTo>
                  <a:lnTo>
                    <a:pt x="40105" y="45479"/>
                  </a:lnTo>
                  <a:lnTo>
                    <a:pt x="39953" y="46367"/>
                  </a:lnTo>
                  <a:lnTo>
                    <a:pt x="39750" y="47229"/>
                  </a:lnTo>
                  <a:lnTo>
                    <a:pt x="39522" y="48091"/>
                  </a:lnTo>
                  <a:lnTo>
                    <a:pt x="39218" y="48927"/>
                  </a:lnTo>
                  <a:lnTo>
                    <a:pt x="38913" y="49738"/>
                  </a:lnTo>
                  <a:lnTo>
                    <a:pt x="38533" y="50524"/>
                  </a:lnTo>
                  <a:lnTo>
                    <a:pt x="38153" y="51310"/>
                  </a:lnTo>
                  <a:lnTo>
                    <a:pt x="37722" y="52071"/>
                  </a:lnTo>
                  <a:lnTo>
                    <a:pt x="37240" y="52806"/>
                  </a:lnTo>
                  <a:lnTo>
                    <a:pt x="36733" y="53516"/>
                  </a:lnTo>
                  <a:lnTo>
                    <a:pt x="36201" y="54200"/>
                  </a:lnTo>
                  <a:lnTo>
                    <a:pt x="35643" y="54834"/>
                  </a:lnTo>
                  <a:lnTo>
                    <a:pt x="35035" y="55468"/>
                  </a:lnTo>
                  <a:lnTo>
                    <a:pt x="34401" y="56076"/>
                  </a:lnTo>
                  <a:lnTo>
                    <a:pt x="33767" y="56634"/>
                  </a:lnTo>
                  <a:lnTo>
                    <a:pt x="33083" y="57166"/>
                  </a:lnTo>
                  <a:lnTo>
                    <a:pt x="32373" y="57673"/>
                  </a:lnTo>
                  <a:lnTo>
                    <a:pt x="31638" y="58155"/>
                  </a:lnTo>
                  <a:lnTo>
                    <a:pt x="30877" y="58586"/>
                  </a:lnTo>
                  <a:lnTo>
                    <a:pt x="30117" y="58966"/>
                  </a:lnTo>
                  <a:lnTo>
                    <a:pt x="29306" y="59346"/>
                  </a:lnTo>
                  <a:lnTo>
                    <a:pt x="28494" y="59651"/>
                  </a:lnTo>
                  <a:lnTo>
                    <a:pt x="27658" y="59955"/>
                  </a:lnTo>
                  <a:lnTo>
                    <a:pt x="26796" y="60183"/>
                  </a:lnTo>
                  <a:lnTo>
                    <a:pt x="25934" y="60386"/>
                  </a:lnTo>
                  <a:lnTo>
                    <a:pt x="25047" y="60538"/>
                  </a:lnTo>
                  <a:lnTo>
                    <a:pt x="24134" y="60665"/>
                  </a:lnTo>
                  <a:lnTo>
                    <a:pt x="23221" y="60741"/>
                  </a:lnTo>
                  <a:lnTo>
                    <a:pt x="22283" y="60766"/>
                  </a:lnTo>
                  <a:lnTo>
                    <a:pt x="21371" y="60741"/>
                  </a:lnTo>
                  <a:lnTo>
                    <a:pt x="20458" y="60665"/>
                  </a:lnTo>
                  <a:lnTo>
                    <a:pt x="19545" y="60538"/>
                  </a:lnTo>
                  <a:lnTo>
                    <a:pt x="18658" y="60386"/>
                  </a:lnTo>
                  <a:lnTo>
                    <a:pt x="17796" y="60183"/>
                  </a:lnTo>
                  <a:lnTo>
                    <a:pt x="16934" y="59955"/>
                  </a:lnTo>
                  <a:lnTo>
                    <a:pt x="16098" y="59651"/>
                  </a:lnTo>
                  <a:lnTo>
                    <a:pt x="15287" y="59346"/>
                  </a:lnTo>
                  <a:lnTo>
                    <a:pt x="14475" y="58966"/>
                  </a:lnTo>
                  <a:lnTo>
                    <a:pt x="13715" y="58586"/>
                  </a:lnTo>
                  <a:lnTo>
                    <a:pt x="12954" y="58155"/>
                  </a:lnTo>
                  <a:lnTo>
                    <a:pt x="12219" y="57673"/>
                  </a:lnTo>
                  <a:lnTo>
                    <a:pt x="11509" y="57166"/>
                  </a:lnTo>
                  <a:lnTo>
                    <a:pt x="10825" y="56634"/>
                  </a:lnTo>
                  <a:lnTo>
                    <a:pt x="10166" y="56076"/>
                  </a:lnTo>
                  <a:lnTo>
                    <a:pt x="9557" y="55468"/>
                  </a:lnTo>
                  <a:lnTo>
                    <a:pt x="8949" y="54834"/>
                  </a:lnTo>
                  <a:lnTo>
                    <a:pt x="8391" y="54200"/>
                  </a:lnTo>
                  <a:lnTo>
                    <a:pt x="7859" y="53516"/>
                  </a:lnTo>
                  <a:lnTo>
                    <a:pt x="7352" y="52806"/>
                  </a:lnTo>
                  <a:lnTo>
                    <a:pt x="6870" y="52071"/>
                  </a:lnTo>
                  <a:lnTo>
                    <a:pt x="6439" y="51310"/>
                  </a:lnTo>
                  <a:lnTo>
                    <a:pt x="6034" y="50524"/>
                  </a:lnTo>
                  <a:lnTo>
                    <a:pt x="5679" y="49738"/>
                  </a:lnTo>
                  <a:lnTo>
                    <a:pt x="5349" y="48927"/>
                  </a:lnTo>
                  <a:lnTo>
                    <a:pt x="5070" y="48091"/>
                  </a:lnTo>
                  <a:lnTo>
                    <a:pt x="4842" y="47229"/>
                  </a:lnTo>
                  <a:lnTo>
                    <a:pt x="4639" y="46367"/>
                  </a:lnTo>
                  <a:lnTo>
                    <a:pt x="4462" y="45479"/>
                  </a:lnTo>
                  <a:lnTo>
                    <a:pt x="4360" y="44567"/>
                  </a:lnTo>
                  <a:lnTo>
                    <a:pt x="4284" y="43654"/>
                  </a:lnTo>
                  <a:lnTo>
                    <a:pt x="4259" y="42716"/>
                  </a:lnTo>
                  <a:lnTo>
                    <a:pt x="4259" y="42006"/>
                  </a:lnTo>
                  <a:lnTo>
                    <a:pt x="4284" y="41297"/>
                  </a:lnTo>
                  <a:lnTo>
                    <a:pt x="4386" y="39877"/>
                  </a:lnTo>
                  <a:lnTo>
                    <a:pt x="4538" y="38432"/>
                  </a:lnTo>
                  <a:lnTo>
                    <a:pt x="4766" y="36987"/>
                  </a:lnTo>
                  <a:lnTo>
                    <a:pt x="5019" y="35542"/>
                  </a:lnTo>
                  <a:lnTo>
                    <a:pt x="5374" y="34072"/>
                  </a:lnTo>
                  <a:lnTo>
                    <a:pt x="5755" y="32576"/>
                  </a:lnTo>
                  <a:lnTo>
                    <a:pt x="6211" y="31106"/>
                  </a:lnTo>
                  <a:lnTo>
                    <a:pt x="6743" y="29610"/>
                  </a:lnTo>
                  <a:lnTo>
                    <a:pt x="7326" y="28089"/>
                  </a:lnTo>
                  <a:lnTo>
                    <a:pt x="7960" y="26568"/>
                  </a:lnTo>
                  <a:lnTo>
                    <a:pt x="8645" y="25047"/>
                  </a:lnTo>
                  <a:lnTo>
                    <a:pt x="9405" y="23526"/>
                  </a:lnTo>
                  <a:lnTo>
                    <a:pt x="10242" y="21979"/>
                  </a:lnTo>
                  <a:lnTo>
                    <a:pt x="11104" y="20433"/>
                  </a:lnTo>
                  <a:lnTo>
                    <a:pt x="12042" y="18886"/>
                  </a:lnTo>
                  <a:lnTo>
                    <a:pt x="12777" y="17746"/>
                  </a:lnTo>
                  <a:lnTo>
                    <a:pt x="13512" y="16656"/>
                  </a:lnTo>
                  <a:lnTo>
                    <a:pt x="14247" y="15591"/>
                  </a:lnTo>
                  <a:lnTo>
                    <a:pt x="14982" y="14551"/>
                  </a:lnTo>
                  <a:lnTo>
                    <a:pt x="15717" y="13563"/>
                  </a:lnTo>
                  <a:lnTo>
                    <a:pt x="16427" y="12625"/>
                  </a:lnTo>
                  <a:lnTo>
                    <a:pt x="17137" y="11712"/>
                  </a:lnTo>
                  <a:lnTo>
                    <a:pt x="17822" y="10850"/>
                  </a:lnTo>
                  <a:lnTo>
                    <a:pt x="19140" y="9304"/>
                  </a:lnTo>
                  <a:lnTo>
                    <a:pt x="20357" y="7935"/>
                  </a:lnTo>
                  <a:lnTo>
                    <a:pt x="21421" y="6769"/>
                  </a:lnTo>
                  <a:lnTo>
                    <a:pt x="22283" y="5856"/>
                  </a:lnTo>
                  <a:close/>
                  <a:moveTo>
                    <a:pt x="22283" y="3853"/>
                  </a:moveTo>
                  <a:lnTo>
                    <a:pt x="21802" y="4335"/>
                  </a:lnTo>
                  <a:lnTo>
                    <a:pt x="20965" y="5197"/>
                  </a:lnTo>
                  <a:lnTo>
                    <a:pt x="19900" y="6338"/>
                  </a:lnTo>
                  <a:lnTo>
                    <a:pt x="18633" y="7732"/>
                  </a:lnTo>
                  <a:lnTo>
                    <a:pt x="17213" y="9380"/>
                  </a:lnTo>
                  <a:lnTo>
                    <a:pt x="16453" y="10292"/>
                  </a:lnTo>
                  <a:lnTo>
                    <a:pt x="15692" y="11256"/>
                  </a:lnTo>
                  <a:lnTo>
                    <a:pt x="14906" y="12270"/>
                  </a:lnTo>
                  <a:lnTo>
                    <a:pt x="14095" y="13360"/>
                  </a:lnTo>
                  <a:lnTo>
                    <a:pt x="13284" y="14475"/>
                  </a:lnTo>
                  <a:lnTo>
                    <a:pt x="12473" y="15667"/>
                  </a:lnTo>
                  <a:lnTo>
                    <a:pt x="11636" y="16884"/>
                  </a:lnTo>
                  <a:lnTo>
                    <a:pt x="10850" y="18151"/>
                  </a:lnTo>
                  <a:lnTo>
                    <a:pt x="9887" y="19748"/>
                  </a:lnTo>
                  <a:lnTo>
                    <a:pt x="8974" y="21320"/>
                  </a:lnTo>
                  <a:lnTo>
                    <a:pt x="8138" y="22917"/>
                  </a:lnTo>
                  <a:lnTo>
                    <a:pt x="7352" y="24489"/>
                  </a:lnTo>
                  <a:lnTo>
                    <a:pt x="6642" y="26061"/>
                  </a:lnTo>
                  <a:lnTo>
                    <a:pt x="5983" y="27607"/>
                  </a:lnTo>
                  <a:lnTo>
                    <a:pt x="5374" y="29153"/>
                  </a:lnTo>
                  <a:lnTo>
                    <a:pt x="4842" y="30700"/>
                  </a:lnTo>
                  <a:lnTo>
                    <a:pt x="4386" y="32246"/>
                  </a:lnTo>
                  <a:lnTo>
                    <a:pt x="3980" y="33767"/>
                  </a:lnTo>
                  <a:lnTo>
                    <a:pt x="3625" y="35288"/>
                  </a:lnTo>
                  <a:lnTo>
                    <a:pt x="3346" y="36784"/>
                  </a:lnTo>
                  <a:lnTo>
                    <a:pt x="3118" y="38305"/>
                  </a:lnTo>
                  <a:lnTo>
                    <a:pt x="3042" y="39040"/>
                  </a:lnTo>
                  <a:lnTo>
                    <a:pt x="2966" y="39775"/>
                  </a:lnTo>
                  <a:lnTo>
                    <a:pt x="2915" y="40511"/>
                  </a:lnTo>
                  <a:lnTo>
                    <a:pt x="2865" y="41271"/>
                  </a:lnTo>
                  <a:lnTo>
                    <a:pt x="2839" y="41981"/>
                  </a:lnTo>
                  <a:lnTo>
                    <a:pt x="2839" y="42716"/>
                  </a:lnTo>
                  <a:lnTo>
                    <a:pt x="2865" y="43730"/>
                  </a:lnTo>
                  <a:lnTo>
                    <a:pt x="2941" y="44719"/>
                  </a:lnTo>
                  <a:lnTo>
                    <a:pt x="3067" y="45682"/>
                  </a:lnTo>
                  <a:lnTo>
                    <a:pt x="3245" y="46646"/>
                  </a:lnTo>
                  <a:lnTo>
                    <a:pt x="3448" y="47584"/>
                  </a:lnTo>
                  <a:lnTo>
                    <a:pt x="3727" y="48496"/>
                  </a:lnTo>
                  <a:lnTo>
                    <a:pt x="4031" y="49409"/>
                  </a:lnTo>
                  <a:lnTo>
                    <a:pt x="4386" y="50296"/>
                  </a:lnTo>
                  <a:lnTo>
                    <a:pt x="4766" y="51158"/>
                  </a:lnTo>
                  <a:lnTo>
                    <a:pt x="5197" y="51995"/>
                  </a:lnTo>
                  <a:lnTo>
                    <a:pt x="5653" y="52806"/>
                  </a:lnTo>
                  <a:lnTo>
                    <a:pt x="6160" y="53592"/>
                  </a:lnTo>
                  <a:lnTo>
                    <a:pt x="6718" y="54352"/>
                  </a:lnTo>
                  <a:lnTo>
                    <a:pt x="7301" y="55087"/>
                  </a:lnTo>
                  <a:lnTo>
                    <a:pt x="7909" y="55797"/>
                  </a:lnTo>
                  <a:lnTo>
                    <a:pt x="8543" y="56482"/>
                  </a:lnTo>
                  <a:lnTo>
                    <a:pt x="9228" y="57115"/>
                  </a:lnTo>
                  <a:lnTo>
                    <a:pt x="9938" y="57724"/>
                  </a:lnTo>
                  <a:lnTo>
                    <a:pt x="10673" y="58307"/>
                  </a:lnTo>
                  <a:lnTo>
                    <a:pt x="11433" y="58839"/>
                  </a:lnTo>
                  <a:lnTo>
                    <a:pt x="12219" y="59346"/>
                  </a:lnTo>
                  <a:lnTo>
                    <a:pt x="13030" y="59828"/>
                  </a:lnTo>
                  <a:lnTo>
                    <a:pt x="13867" y="60259"/>
                  </a:lnTo>
                  <a:lnTo>
                    <a:pt x="14729" y="60639"/>
                  </a:lnTo>
                  <a:lnTo>
                    <a:pt x="15616" y="60994"/>
                  </a:lnTo>
                  <a:lnTo>
                    <a:pt x="16529" y="61298"/>
                  </a:lnTo>
                  <a:lnTo>
                    <a:pt x="17441" y="61552"/>
                  </a:lnTo>
                  <a:lnTo>
                    <a:pt x="18379" y="61780"/>
                  </a:lnTo>
                  <a:lnTo>
                    <a:pt x="19343" y="61957"/>
                  </a:lnTo>
                  <a:lnTo>
                    <a:pt x="20306" y="62084"/>
                  </a:lnTo>
                  <a:lnTo>
                    <a:pt x="21295" y="62160"/>
                  </a:lnTo>
                  <a:lnTo>
                    <a:pt x="22283" y="62186"/>
                  </a:lnTo>
                  <a:lnTo>
                    <a:pt x="23297" y="62160"/>
                  </a:lnTo>
                  <a:lnTo>
                    <a:pt x="24286" y="62084"/>
                  </a:lnTo>
                  <a:lnTo>
                    <a:pt x="25249" y="61957"/>
                  </a:lnTo>
                  <a:lnTo>
                    <a:pt x="26213" y="61780"/>
                  </a:lnTo>
                  <a:lnTo>
                    <a:pt x="27151" y="61552"/>
                  </a:lnTo>
                  <a:lnTo>
                    <a:pt x="28063" y="61298"/>
                  </a:lnTo>
                  <a:lnTo>
                    <a:pt x="28976" y="60994"/>
                  </a:lnTo>
                  <a:lnTo>
                    <a:pt x="29863" y="60639"/>
                  </a:lnTo>
                  <a:lnTo>
                    <a:pt x="30725" y="60259"/>
                  </a:lnTo>
                  <a:lnTo>
                    <a:pt x="31562" y="59828"/>
                  </a:lnTo>
                  <a:lnTo>
                    <a:pt x="32373" y="59346"/>
                  </a:lnTo>
                  <a:lnTo>
                    <a:pt x="33159" y="58839"/>
                  </a:lnTo>
                  <a:lnTo>
                    <a:pt x="33919" y="58307"/>
                  </a:lnTo>
                  <a:lnTo>
                    <a:pt x="34655" y="57724"/>
                  </a:lnTo>
                  <a:lnTo>
                    <a:pt x="35364" y="57115"/>
                  </a:lnTo>
                  <a:lnTo>
                    <a:pt x="36049" y="56482"/>
                  </a:lnTo>
                  <a:lnTo>
                    <a:pt x="36683" y="55797"/>
                  </a:lnTo>
                  <a:lnTo>
                    <a:pt x="37291" y="55087"/>
                  </a:lnTo>
                  <a:lnTo>
                    <a:pt x="37874" y="54352"/>
                  </a:lnTo>
                  <a:lnTo>
                    <a:pt x="38406" y="53592"/>
                  </a:lnTo>
                  <a:lnTo>
                    <a:pt x="38913" y="52806"/>
                  </a:lnTo>
                  <a:lnTo>
                    <a:pt x="39395" y="51995"/>
                  </a:lnTo>
                  <a:lnTo>
                    <a:pt x="39826" y="51158"/>
                  </a:lnTo>
                  <a:lnTo>
                    <a:pt x="40206" y="50296"/>
                  </a:lnTo>
                  <a:lnTo>
                    <a:pt x="40561" y="49409"/>
                  </a:lnTo>
                  <a:lnTo>
                    <a:pt x="40865" y="48496"/>
                  </a:lnTo>
                  <a:lnTo>
                    <a:pt x="41144" y="47584"/>
                  </a:lnTo>
                  <a:lnTo>
                    <a:pt x="41347" y="46646"/>
                  </a:lnTo>
                  <a:lnTo>
                    <a:pt x="41525" y="45682"/>
                  </a:lnTo>
                  <a:lnTo>
                    <a:pt x="41651" y="44719"/>
                  </a:lnTo>
                  <a:lnTo>
                    <a:pt x="41727" y="43730"/>
                  </a:lnTo>
                  <a:lnTo>
                    <a:pt x="41753" y="42716"/>
                  </a:lnTo>
                  <a:lnTo>
                    <a:pt x="41727" y="41981"/>
                  </a:lnTo>
                  <a:lnTo>
                    <a:pt x="41702" y="41271"/>
                  </a:lnTo>
                  <a:lnTo>
                    <a:pt x="41677" y="40511"/>
                  </a:lnTo>
                  <a:lnTo>
                    <a:pt x="41626" y="39775"/>
                  </a:lnTo>
                  <a:lnTo>
                    <a:pt x="41550" y="39040"/>
                  </a:lnTo>
                  <a:lnTo>
                    <a:pt x="41474" y="38305"/>
                  </a:lnTo>
                  <a:lnTo>
                    <a:pt x="41246" y="36784"/>
                  </a:lnTo>
                  <a:lnTo>
                    <a:pt x="40967" y="35288"/>
                  </a:lnTo>
                  <a:lnTo>
                    <a:pt x="40612" y="33767"/>
                  </a:lnTo>
                  <a:lnTo>
                    <a:pt x="40206" y="32246"/>
                  </a:lnTo>
                  <a:lnTo>
                    <a:pt x="39725" y="30700"/>
                  </a:lnTo>
                  <a:lnTo>
                    <a:pt x="39192" y="29153"/>
                  </a:lnTo>
                  <a:lnTo>
                    <a:pt x="38609" y="27607"/>
                  </a:lnTo>
                  <a:lnTo>
                    <a:pt x="37950" y="26061"/>
                  </a:lnTo>
                  <a:lnTo>
                    <a:pt x="37240" y="24489"/>
                  </a:lnTo>
                  <a:lnTo>
                    <a:pt x="36454" y="22917"/>
                  </a:lnTo>
                  <a:lnTo>
                    <a:pt x="35618" y="21320"/>
                  </a:lnTo>
                  <a:lnTo>
                    <a:pt x="34705" y="19748"/>
                  </a:lnTo>
                  <a:lnTo>
                    <a:pt x="33742" y="18151"/>
                  </a:lnTo>
                  <a:lnTo>
                    <a:pt x="32931" y="16884"/>
                  </a:lnTo>
                  <a:lnTo>
                    <a:pt x="32119" y="15667"/>
                  </a:lnTo>
                  <a:lnTo>
                    <a:pt x="31308" y="14475"/>
                  </a:lnTo>
                  <a:lnTo>
                    <a:pt x="30497" y="13360"/>
                  </a:lnTo>
                  <a:lnTo>
                    <a:pt x="29686" y="12270"/>
                  </a:lnTo>
                  <a:lnTo>
                    <a:pt x="28900" y="11256"/>
                  </a:lnTo>
                  <a:lnTo>
                    <a:pt x="28114" y="10292"/>
                  </a:lnTo>
                  <a:lnTo>
                    <a:pt x="27379" y="9380"/>
                  </a:lnTo>
                  <a:lnTo>
                    <a:pt x="25959" y="7732"/>
                  </a:lnTo>
                  <a:lnTo>
                    <a:pt x="24692" y="6338"/>
                  </a:lnTo>
                  <a:lnTo>
                    <a:pt x="23627" y="5197"/>
                  </a:lnTo>
                  <a:lnTo>
                    <a:pt x="22790" y="4335"/>
                  </a:lnTo>
                  <a:lnTo>
                    <a:pt x="22283" y="3853"/>
                  </a:lnTo>
                  <a:close/>
                  <a:moveTo>
                    <a:pt x="22283" y="1901"/>
                  </a:moveTo>
                  <a:lnTo>
                    <a:pt x="22765" y="2332"/>
                  </a:lnTo>
                  <a:lnTo>
                    <a:pt x="23069" y="2611"/>
                  </a:lnTo>
                  <a:lnTo>
                    <a:pt x="23754" y="3270"/>
                  </a:lnTo>
                  <a:lnTo>
                    <a:pt x="24768" y="4284"/>
                  </a:lnTo>
                  <a:lnTo>
                    <a:pt x="26061" y="5653"/>
                  </a:lnTo>
                  <a:lnTo>
                    <a:pt x="26796" y="6464"/>
                  </a:lnTo>
                  <a:lnTo>
                    <a:pt x="27582" y="7377"/>
                  </a:lnTo>
                  <a:lnTo>
                    <a:pt x="28393" y="8340"/>
                  </a:lnTo>
                  <a:lnTo>
                    <a:pt x="29280" y="9380"/>
                  </a:lnTo>
                  <a:lnTo>
                    <a:pt x="30167" y="10521"/>
                  </a:lnTo>
                  <a:lnTo>
                    <a:pt x="31080" y="11712"/>
                  </a:lnTo>
                  <a:lnTo>
                    <a:pt x="32018" y="12980"/>
                  </a:lnTo>
                  <a:lnTo>
                    <a:pt x="32956" y="14323"/>
                  </a:lnTo>
                  <a:lnTo>
                    <a:pt x="33843" y="15616"/>
                  </a:lnTo>
                  <a:lnTo>
                    <a:pt x="34731" y="16985"/>
                  </a:lnTo>
                  <a:lnTo>
                    <a:pt x="35643" y="18455"/>
                  </a:lnTo>
                  <a:lnTo>
                    <a:pt x="36530" y="20002"/>
                  </a:lnTo>
                  <a:lnTo>
                    <a:pt x="37392" y="21599"/>
                  </a:lnTo>
                  <a:lnTo>
                    <a:pt x="38229" y="23272"/>
                  </a:lnTo>
                  <a:lnTo>
                    <a:pt x="38660" y="24134"/>
                  </a:lnTo>
                  <a:lnTo>
                    <a:pt x="39040" y="24996"/>
                  </a:lnTo>
                  <a:lnTo>
                    <a:pt x="39446" y="25883"/>
                  </a:lnTo>
                  <a:lnTo>
                    <a:pt x="39826" y="26796"/>
                  </a:lnTo>
                  <a:lnTo>
                    <a:pt x="40181" y="27708"/>
                  </a:lnTo>
                  <a:lnTo>
                    <a:pt x="40536" y="28646"/>
                  </a:lnTo>
                  <a:lnTo>
                    <a:pt x="40865" y="29584"/>
                  </a:lnTo>
                  <a:lnTo>
                    <a:pt x="41170" y="30522"/>
                  </a:lnTo>
                  <a:lnTo>
                    <a:pt x="41474" y="31511"/>
                  </a:lnTo>
                  <a:lnTo>
                    <a:pt x="41753" y="32474"/>
                  </a:lnTo>
                  <a:lnTo>
                    <a:pt x="42006" y="33463"/>
                  </a:lnTo>
                  <a:lnTo>
                    <a:pt x="42234" y="34452"/>
                  </a:lnTo>
                  <a:lnTo>
                    <a:pt x="42437" y="35466"/>
                  </a:lnTo>
                  <a:lnTo>
                    <a:pt x="42640" y="36480"/>
                  </a:lnTo>
                  <a:lnTo>
                    <a:pt x="42792" y="37494"/>
                  </a:lnTo>
                  <a:lnTo>
                    <a:pt x="42919" y="38533"/>
                  </a:lnTo>
                  <a:lnTo>
                    <a:pt x="43020" y="39573"/>
                  </a:lnTo>
                  <a:lnTo>
                    <a:pt x="43096" y="40612"/>
                  </a:lnTo>
                  <a:lnTo>
                    <a:pt x="43147" y="41677"/>
                  </a:lnTo>
                  <a:lnTo>
                    <a:pt x="43172" y="42716"/>
                  </a:lnTo>
                  <a:lnTo>
                    <a:pt x="43147" y="43806"/>
                  </a:lnTo>
                  <a:lnTo>
                    <a:pt x="43071" y="44846"/>
                  </a:lnTo>
                  <a:lnTo>
                    <a:pt x="42919" y="45910"/>
                  </a:lnTo>
                  <a:lnTo>
                    <a:pt x="42741" y="46924"/>
                  </a:lnTo>
                  <a:lnTo>
                    <a:pt x="42513" y="47938"/>
                  </a:lnTo>
                  <a:lnTo>
                    <a:pt x="42234" y="48927"/>
                  </a:lnTo>
                  <a:lnTo>
                    <a:pt x="41905" y="49890"/>
                  </a:lnTo>
                  <a:lnTo>
                    <a:pt x="41525" y="50854"/>
                  </a:lnTo>
                  <a:lnTo>
                    <a:pt x="41119" y="51766"/>
                  </a:lnTo>
                  <a:lnTo>
                    <a:pt x="40637" y="52679"/>
                  </a:lnTo>
                  <a:lnTo>
                    <a:pt x="40156" y="53541"/>
                  </a:lnTo>
                  <a:lnTo>
                    <a:pt x="39598" y="54403"/>
                  </a:lnTo>
                  <a:lnTo>
                    <a:pt x="39015" y="55214"/>
                  </a:lnTo>
                  <a:lnTo>
                    <a:pt x="38406" y="56000"/>
                  </a:lnTo>
                  <a:lnTo>
                    <a:pt x="37747" y="56761"/>
                  </a:lnTo>
                  <a:lnTo>
                    <a:pt x="37063" y="57470"/>
                  </a:lnTo>
                  <a:lnTo>
                    <a:pt x="36328" y="58180"/>
                  </a:lnTo>
                  <a:lnTo>
                    <a:pt x="35567" y="58839"/>
                  </a:lnTo>
                  <a:lnTo>
                    <a:pt x="34781" y="59448"/>
                  </a:lnTo>
                  <a:lnTo>
                    <a:pt x="33970" y="60031"/>
                  </a:lnTo>
                  <a:lnTo>
                    <a:pt x="33108" y="60589"/>
                  </a:lnTo>
                  <a:lnTo>
                    <a:pt x="32246" y="61070"/>
                  </a:lnTo>
                  <a:lnTo>
                    <a:pt x="31334" y="61552"/>
                  </a:lnTo>
                  <a:lnTo>
                    <a:pt x="30421" y="61957"/>
                  </a:lnTo>
                  <a:lnTo>
                    <a:pt x="29458" y="62338"/>
                  </a:lnTo>
                  <a:lnTo>
                    <a:pt x="28494" y="62667"/>
                  </a:lnTo>
                  <a:lnTo>
                    <a:pt x="27506" y="62946"/>
                  </a:lnTo>
                  <a:lnTo>
                    <a:pt x="26492" y="63174"/>
                  </a:lnTo>
                  <a:lnTo>
                    <a:pt x="25478" y="63352"/>
                  </a:lnTo>
                  <a:lnTo>
                    <a:pt x="24438" y="63504"/>
                  </a:lnTo>
                  <a:lnTo>
                    <a:pt x="23373" y="63580"/>
                  </a:lnTo>
                  <a:lnTo>
                    <a:pt x="22283" y="63605"/>
                  </a:lnTo>
                  <a:lnTo>
                    <a:pt x="21219" y="63580"/>
                  </a:lnTo>
                  <a:lnTo>
                    <a:pt x="20154" y="63504"/>
                  </a:lnTo>
                  <a:lnTo>
                    <a:pt x="19114" y="63352"/>
                  </a:lnTo>
                  <a:lnTo>
                    <a:pt x="18100" y="63174"/>
                  </a:lnTo>
                  <a:lnTo>
                    <a:pt x="17086" y="62946"/>
                  </a:lnTo>
                  <a:lnTo>
                    <a:pt x="16098" y="62667"/>
                  </a:lnTo>
                  <a:lnTo>
                    <a:pt x="15134" y="62338"/>
                  </a:lnTo>
                  <a:lnTo>
                    <a:pt x="14171" y="61957"/>
                  </a:lnTo>
                  <a:lnTo>
                    <a:pt x="13258" y="61552"/>
                  </a:lnTo>
                  <a:lnTo>
                    <a:pt x="12346" y="61070"/>
                  </a:lnTo>
                  <a:lnTo>
                    <a:pt x="11484" y="60589"/>
                  </a:lnTo>
                  <a:lnTo>
                    <a:pt x="10622" y="60031"/>
                  </a:lnTo>
                  <a:lnTo>
                    <a:pt x="9811" y="59448"/>
                  </a:lnTo>
                  <a:lnTo>
                    <a:pt x="9025" y="58839"/>
                  </a:lnTo>
                  <a:lnTo>
                    <a:pt x="8264" y="58180"/>
                  </a:lnTo>
                  <a:lnTo>
                    <a:pt x="7529" y="57470"/>
                  </a:lnTo>
                  <a:lnTo>
                    <a:pt x="6845" y="56761"/>
                  </a:lnTo>
                  <a:lnTo>
                    <a:pt x="6186" y="56000"/>
                  </a:lnTo>
                  <a:lnTo>
                    <a:pt x="5577" y="55214"/>
                  </a:lnTo>
                  <a:lnTo>
                    <a:pt x="4994" y="54403"/>
                  </a:lnTo>
                  <a:lnTo>
                    <a:pt x="4436" y="53541"/>
                  </a:lnTo>
                  <a:lnTo>
                    <a:pt x="3929" y="52679"/>
                  </a:lnTo>
                  <a:lnTo>
                    <a:pt x="3473" y="51766"/>
                  </a:lnTo>
                  <a:lnTo>
                    <a:pt x="3067" y="50854"/>
                  </a:lnTo>
                  <a:lnTo>
                    <a:pt x="2687" y="49890"/>
                  </a:lnTo>
                  <a:lnTo>
                    <a:pt x="2358" y="48927"/>
                  </a:lnTo>
                  <a:lnTo>
                    <a:pt x="2079" y="47938"/>
                  </a:lnTo>
                  <a:lnTo>
                    <a:pt x="1851" y="46924"/>
                  </a:lnTo>
                  <a:lnTo>
                    <a:pt x="1648" y="45910"/>
                  </a:lnTo>
                  <a:lnTo>
                    <a:pt x="1521" y="44846"/>
                  </a:lnTo>
                  <a:lnTo>
                    <a:pt x="1445" y="43806"/>
                  </a:lnTo>
                  <a:lnTo>
                    <a:pt x="1420" y="42716"/>
                  </a:lnTo>
                  <a:lnTo>
                    <a:pt x="1445" y="41677"/>
                  </a:lnTo>
                  <a:lnTo>
                    <a:pt x="1470" y="40612"/>
                  </a:lnTo>
                  <a:lnTo>
                    <a:pt x="1546" y="39573"/>
                  </a:lnTo>
                  <a:lnTo>
                    <a:pt x="1673" y="38533"/>
                  </a:lnTo>
                  <a:lnTo>
                    <a:pt x="1800" y="37494"/>
                  </a:lnTo>
                  <a:lnTo>
                    <a:pt x="1952" y="36480"/>
                  </a:lnTo>
                  <a:lnTo>
                    <a:pt x="2155" y="35466"/>
                  </a:lnTo>
                  <a:lnTo>
                    <a:pt x="2358" y="34452"/>
                  </a:lnTo>
                  <a:lnTo>
                    <a:pt x="2586" y="33463"/>
                  </a:lnTo>
                  <a:lnTo>
                    <a:pt x="2839" y="32474"/>
                  </a:lnTo>
                  <a:lnTo>
                    <a:pt x="3118" y="31511"/>
                  </a:lnTo>
                  <a:lnTo>
                    <a:pt x="3422" y="30522"/>
                  </a:lnTo>
                  <a:lnTo>
                    <a:pt x="3727" y="29584"/>
                  </a:lnTo>
                  <a:lnTo>
                    <a:pt x="4056" y="28646"/>
                  </a:lnTo>
                  <a:lnTo>
                    <a:pt x="4411" y="27708"/>
                  </a:lnTo>
                  <a:lnTo>
                    <a:pt x="4766" y="26796"/>
                  </a:lnTo>
                  <a:lnTo>
                    <a:pt x="5146" y="25883"/>
                  </a:lnTo>
                  <a:lnTo>
                    <a:pt x="5552" y="24996"/>
                  </a:lnTo>
                  <a:lnTo>
                    <a:pt x="5932" y="24134"/>
                  </a:lnTo>
                  <a:lnTo>
                    <a:pt x="6338" y="23272"/>
                  </a:lnTo>
                  <a:lnTo>
                    <a:pt x="7200" y="21599"/>
                  </a:lnTo>
                  <a:lnTo>
                    <a:pt x="8062" y="20002"/>
                  </a:lnTo>
                  <a:lnTo>
                    <a:pt x="8949" y="18455"/>
                  </a:lnTo>
                  <a:lnTo>
                    <a:pt x="9861" y="16985"/>
                  </a:lnTo>
                  <a:lnTo>
                    <a:pt x="10749" y="15616"/>
                  </a:lnTo>
                  <a:lnTo>
                    <a:pt x="11636" y="14323"/>
                  </a:lnTo>
                  <a:lnTo>
                    <a:pt x="12574" y="12980"/>
                  </a:lnTo>
                  <a:lnTo>
                    <a:pt x="13512" y="11712"/>
                  </a:lnTo>
                  <a:lnTo>
                    <a:pt x="14425" y="10521"/>
                  </a:lnTo>
                  <a:lnTo>
                    <a:pt x="15312" y="9405"/>
                  </a:lnTo>
                  <a:lnTo>
                    <a:pt x="16174" y="8340"/>
                  </a:lnTo>
                  <a:lnTo>
                    <a:pt x="17010" y="7377"/>
                  </a:lnTo>
                  <a:lnTo>
                    <a:pt x="17796" y="6490"/>
                  </a:lnTo>
                  <a:lnTo>
                    <a:pt x="18531" y="5653"/>
                  </a:lnTo>
                  <a:lnTo>
                    <a:pt x="19824" y="4284"/>
                  </a:lnTo>
                  <a:lnTo>
                    <a:pt x="20838" y="3270"/>
                  </a:lnTo>
                  <a:lnTo>
                    <a:pt x="21523" y="2611"/>
                  </a:lnTo>
                  <a:lnTo>
                    <a:pt x="21827" y="2332"/>
                  </a:lnTo>
                  <a:lnTo>
                    <a:pt x="22283" y="1901"/>
                  </a:lnTo>
                  <a:close/>
                  <a:moveTo>
                    <a:pt x="22283" y="0"/>
                  </a:moveTo>
                  <a:lnTo>
                    <a:pt x="20864" y="1293"/>
                  </a:lnTo>
                  <a:lnTo>
                    <a:pt x="20559" y="1572"/>
                  </a:lnTo>
                  <a:lnTo>
                    <a:pt x="19875" y="2231"/>
                  </a:lnTo>
                  <a:lnTo>
                    <a:pt x="18836" y="3270"/>
                  </a:lnTo>
                  <a:lnTo>
                    <a:pt x="17517" y="4690"/>
                  </a:lnTo>
                  <a:lnTo>
                    <a:pt x="16757" y="5527"/>
                  </a:lnTo>
                  <a:lnTo>
                    <a:pt x="15946" y="6439"/>
                  </a:lnTo>
                  <a:lnTo>
                    <a:pt x="15109" y="7428"/>
                  </a:lnTo>
                  <a:lnTo>
                    <a:pt x="14222" y="8493"/>
                  </a:lnTo>
                  <a:lnTo>
                    <a:pt x="13309" y="9633"/>
                  </a:lnTo>
                  <a:lnTo>
                    <a:pt x="12371" y="10850"/>
                  </a:lnTo>
                  <a:lnTo>
                    <a:pt x="11433" y="12143"/>
                  </a:lnTo>
                  <a:lnTo>
                    <a:pt x="10470" y="13512"/>
                  </a:lnTo>
                  <a:lnTo>
                    <a:pt x="9557" y="14830"/>
                  </a:lnTo>
                  <a:lnTo>
                    <a:pt x="8645" y="16250"/>
                  </a:lnTo>
                  <a:lnTo>
                    <a:pt x="7732" y="17746"/>
                  </a:lnTo>
                  <a:lnTo>
                    <a:pt x="6819" y="19317"/>
                  </a:lnTo>
                  <a:lnTo>
                    <a:pt x="5907" y="20965"/>
                  </a:lnTo>
                  <a:lnTo>
                    <a:pt x="5045" y="22689"/>
                  </a:lnTo>
                  <a:lnTo>
                    <a:pt x="4639" y="23576"/>
                  </a:lnTo>
                  <a:lnTo>
                    <a:pt x="4234" y="24464"/>
                  </a:lnTo>
                  <a:lnTo>
                    <a:pt x="3828" y="25376"/>
                  </a:lnTo>
                  <a:lnTo>
                    <a:pt x="3448" y="26314"/>
                  </a:lnTo>
                  <a:lnTo>
                    <a:pt x="3067" y="27252"/>
                  </a:lnTo>
                  <a:lnTo>
                    <a:pt x="2713" y="28216"/>
                  </a:lnTo>
                  <a:lnTo>
                    <a:pt x="2383" y="29179"/>
                  </a:lnTo>
                  <a:lnTo>
                    <a:pt x="2053" y="30168"/>
                  </a:lnTo>
                  <a:lnTo>
                    <a:pt x="1749" y="31156"/>
                  </a:lnTo>
                  <a:lnTo>
                    <a:pt x="1470" y="32170"/>
                  </a:lnTo>
                  <a:lnTo>
                    <a:pt x="1192" y="33184"/>
                  </a:lnTo>
                  <a:lnTo>
                    <a:pt x="963" y="34198"/>
                  </a:lnTo>
                  <a:lnTo>
                    <a:pt x="735" y="35238"/>
                  </a:lnTo>
                  <a:lnTo>
                    <a:pt x="558" y="36277"/>
                  </a:lnTo>
                  <a:lnTo>
                    <a:pt x="380" y="37342"/>
                  </a:lnTo>
                  <a:lnTo>
                    <a:pt x="254" y="38407"/>
                  </a:lnTo>
                  <a:lnTo>
                    <a:pt x="152" y="39471"/>
                  </a:lnTo>
                  <a:lnTo>
                    <a:pt x="51" y="40536"/>
                  </a:lnTo>
                  <a:lnTo>
                    <a:pt x="25" y="41626"/>
                  </a:lnTo>
                  <a:lnTo>
                    <a:pt x="0" y="42716"/>
                  </a:lnTo>
                  <a:lnTo>
                    <a:pt x="25" y="43882"/>
                  </a:lnTo>
                  <a:lnTo>
                    <a:pt x="101" y="44998"/>
                  </a:lnTo>
                  <a:lnTo>
                    <a:pt x="254" y="46113"/>
                  </a:lnTo>
                  <a:lnTo>
                    <a:pt x="456" y="47203"/>
                  </a:lnTo>
                  <a:lnTo>
                    <a:pt x="710" y="48293"/>
                  </a:lnTo>
                  <a:lnTo>
                    <a:pt x="989" y="49358"/>
                  </a:lnTo>
                  <a:lnTo>
                    <a:pt x="1344" y="50372"/>
                  </a:lnTo>
                  <a:lnTo>
                    <a:pt x="1749" y="51386"/>
                  </a:lnTo>
                  <a:lnTo>
                    <a:pt x="2206" y="52375"/>
                  </a:lnTo>
                  <a:lnTo>
                    <a:pt x="2687" y="53338"/>
                  </a:lnTo>
                  <a:lnTo>
                    <a:pt x="3220" y="54276"/>
                  </a:lnTo>
                  <a:lnTo>
                    <a:pt x="3803" y="55189"/>
                  </a:lnTo>
                  <a:lnTo>
                    <a:pt x="4436" y="56051"/>
                  </a:lnTo>
                  <a:lnTo>
                    <a:pt x="5096" y="56913"/>
                  </a:lnTo>
                  <a:lnTo>
                    <a:pt x="5805" y="57699"/>
                  </a:lnTo>
                  <a:lnTo>
                    <a:pt x="6541" y="58484"/>
                  </a:lnTo>
                  <a:lnTo>
                    <a:pt x="7301" y="59220"/>
                  </a:lnTo>
                  <a:lnTo>
                    <a:pt x="8112" y="59929"/>
                  </a:lnTo>
                  <a:lnTo>
                    <a:pt x="8974" y="60589"/>
                  </a:lnTo>
                  <a:lnTo>
                    <a:pt x="9836" y="61222"/>
                  </a:lnTo>
                  <a:lnTo>
                    <a:pt x="10749" y="61780"/>
                  </a:lnTo>
                  <a:lnTo>
                    <a:pt x="11687" y="62338"/>
                  </a:lnTo>
                  <a:lnTo>
                    <a:pt x="12625" y="62819"/>
                  </a:lnTo>
                  <a:lnTo>
                    <a:pt x="13613" y="63276"/>
                  </a:lnTo>
                  <a:lnTo>
                    <a:pt x="14627" y="63656"/>
                  </a:lnTo>
                  <a:lnTo>
                    <a:pt x="15667" y="64011"/>
                  </a:lnTo>
                  <a:lnTo>
                    <a:pt x="16732" y="64315"/>
                  </a:lnTo>
                  <a:lnTo>
                    <a:pt x="17796" y="64569"/>
                  </a:lnTo>
                  <a:lnTo>
                    <a:pt x="18912" y="64771"/>
                  </a:lnTo>
                  <a:lnTo>
                    <a:pt x="20027" y="64898"/>
                  </a:lnTo>
                  <a:lnTo>
                    <a:pt x="21143" y="65000"/>
                  </a:lnTo>
                  <a:lnTo>
                    <a:pt x="22283" y="65025"/>
                  </a:lnTo>
                  <a:lnTo>
                    <a:pt x="23449" y="65000"/>
                  </a:lnTo>
                  <a:lnTo>
                    <a:pt x="24565" y="64898"/>
                  </a:lnTo>
                  <a:lnTo>
                    <a:pt x="25680" y="64771"/>
                  </a:lnTo>
                  <a:lnTo>
                    <a:pt x="26796" y="64569"/>
                  </a:lnTo>
                  <a:lnTo>
                    <a:pt x="27861" y="64315"/>
                  </a:lnTo>
                  <a:lnTo>
                    <a:pt x="28925" y="64011"/>
                  </a:lnTo>
                  <a:lnTo>
                    <a:pt x="29965" y="63656"/>
                  </a:lnTo>
                  <a:lnTo>
                    <a:pt x="30953" y="63276"/>
                  </a:lnTo>
                  <a:lnTo>
                    <a:pt x="31942" y="62819"/>
                  </a:lnTo>
                  <a:lnTo>
                    <a:pt x="32905" y="62338"/>
                  </a:lnTo>
                  <a:lnTo>
                    <a:pt x="33843" y="61780"/>
                  </a:lnTo>
                  <a:lnTo>
                    <a:pt x="34756" y="61222"/>
                  </a:lnTo>
                  <a:lnTo>
                    <a:pt x="35618" y="60589"/>
                  </a:lnTo>
                  <a:lnTo>
                    <a:pt x="36480" y="59929"/>
                  </a:lnTo>
                  <a:lnTo>
                    <a:pt x="37291" y="59220"/>
                  </a:lnTo>
                  <a:lnTo>
                    <a:pt x="38052" y="58484"/>
                  </a:lnTo>
                  <a:lnTo>
                    <a:pt x="38787" y="57699"/>
                  </a:lnTo>
                  <a:lnTo>
                    <a:pt x="39497" y="56913"/>
                  </a:lnTo>
                  <a:lnTo>
                    <a:pt x="40156" y="56051"/>
                  </a:lnTo>
                  <a:lnTo>
                    <a:pt x="40789" y="55189"/>
                  </a:lnTo>
                  <a:lnTo>
                    <a:pt x="41347" y="54276"/>
                  </a:lnTo>
                  <a:lnTo>
                    <a:pt x="41905" y="53338"/>
                  </a:lnTo>
                  <a:lnTo>
                    <a:pt x="42386" y="52375"/>
                  </a:lnTo>
                  <a:lnTo>
                    <a:pt x="42843" y="51386"/>
                  </a:lnTo>
                  <a:lnTo>
                    <a:pt x="43248" y="50372"/>
                  </a:lnTo>
                  <a:lnTo>
                    <a:pt x="43578" y="49358"/>
                  </a:lnTo>
                  <a:lnTo>
                    <a:pt x="43882" y="48293"/>
                  </a:lnTo>
                  <a:lnTo>
                    <a:pt x="44136" y="47203"/>
                  </a:lnTo>
                  <a:lnTo>
                    <a:pt x="44339" y="46113"/>
                  </a:lnTo>
                  <a:lnTo>
                    <a:pt x="44465" y="44998"/>
                  </a:lnTo>
                  <a:lnTo>
                    <a:pt x="44567" y="43882"/>
                  </a:lnTo>
                  <a:lnTo>
                    <a:pt x="44592" y="42716"/>
                  </a:lnTo>
                  <a:lnTo>
                    <a:pt x="44567" y="41626"/>
                  </a:lnTo>
                  <a:lnTo>
                    <a:pt x="44516" y="40536"/>
                  </a:lnTo>
                  <a:lnTo>
                    <a:pt x="44440" y="39471"/>
                  </a:lnTo>
                  <a:lnTo>
                    <a:pt x="44339" y="38407"/>
                  </a:lnTo>
                  <a:lnTo>
                    <a:pt x="44212" y="37342"/>
                  </a:lnTo>
                  <a:lnTo>
                    <a:pt x="44034" y="36277"/>
                  </a:lnTo>
                  <a:lnTo>
                    <a:pt x="43857" y="35238"/>
                  </a:lnTo>
                  <a:lnTo>
                    <a:pt x="43629" y="34198"/>
                  </a:lnTo>
                  <a:lnTo>
                    <a:pt x="43401" y="33184"/>
                  </a:lnTo>
                  <a:lnTo>
                    <a:pt x="43122" y="32170"/>
                  </a:lnTo>
                  <a:lnTo>
                    <a:pt x="42843" y="31156"/>
                  </a:lnTo>
                  <a:lnTo>
                    <a:pt x="42539" y="30168"/>
                  </a:lnTo>
                  <a:lnTo>
                    <a:pt x="42209" y="29179"/>
                  </a:lnTo>
                  <a:lnTo>
                    <a:pt x="41879" y="28216"/>
                  </a:lnTo>
                  <a:lnTo>
                    <a:pt x="41525" y="27252"/>
                  </a:lnTo>
                  <a:lnTo>
                    <a:pt x="41144" y="26314"/>
                  </a:lnTo>
                  <a:lnTo>
                    <a:pt x="40764" y="25376"/>
                  </a:lnTo>
                  <a:lnTo>
                    <a:pt x="40358" y="24464"/>
                  </a:lnTo>
                  <a:lnTo>
                    <a:pt x="39953" y="23576"/>
                  </a:lnTo>
                  <a:lnTo>
                    <a:pt x="39547" y="22689"/>
                  </a:lnTo>
                  <a:lnTo>
                    <a:pt x="38660" y="20965"/>
                  </a:lnTo>
                  <a:lnTo>
                    <a:pt x="37773" y="19317"/>
                  </a:lnTo>
                  <a:lnTo>
                    <a:pt x="36860" y="17746"/>
                  </a:lnTo>
                  <a:lnTo>
                    <a:pt x="35947" y="16250"/>
                  </a:lnTo>
                  <a:lnTo>
                    <a:pt x="35035" y="14830"/>
                  </a:lnTo>
                  <a:lnTo>
                    <a:pt x="34122" y="13512"/>
                  </a:lnTo>
                  <a:lnTo>
                    <a:pt x="33159" y="12143"/>
                  </a:lnTo>
                  <a:lnTo>
                    <a:pt x="32221" y="10850"/>
                  </a:lnTo>
                  <a:lnTo>
                    <a:pt x="31283" y="9633"/>
                  </a:lnTo>
                  <a:lnTo>
                    <a:pt x="30370" y="8493"/>
                  </a:lnTo>
                  <a:lnTo>
                    <a:pt x="29483" y="7428"/>
                  </a:lnTo>
                  <a:lnTo>
                    <a:pt x="28621" y="6439"/>
                  </a:lnTo>
                  <a:lnTo>
                    <a:pt x="27835" y="5527"/>
                  </a:lnTo>
                  <a:lnTo>
                    <a:pt x="27075" y="4690"/>
                  </a:lnTo>
                  <a:lnTo>
                    <a:pt x="25756" y="3270"/>
                  </a:lnTo>
                  <a:lnTo>
                    <a:pt x="24717" y="2231"/>
                  </a:lnTo>
                  <a:lnTo>
                    <a:pt x="24033" y="1572"/>
                  </a:lnTo>
                  <a:lnTo>
                    <a:pt x="23728" y="1293"/>
                  </a:lnTo>
                  <a:lnTo>
                    <a:pt x="22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45"/>
          <p:cNvGrpSpPr/>
          <p:nvPr/>
        </p:nvGrpSpPr>
        <p:grpSpPr>
          <a:xfrm>
            <a:off x="4481429" y="3335000"/>
            <a:ext cx="438300" cy="438300"/>
            <a:chOff x="4040231" y="3151475"/>
            <a:chExt cx="438300" cy="438300"/>
          </a:xfrm>
        </p:grpSpPr>
        <p:sp>
          <p:nvSpPr>
            <p:cNvPr id="1874" name="Google Shape;1874;p45"/>
            <p:cNvSpPr/>
            <p:nvPr/>
          </p:nvSpPr>
          <p:spPr>
            <a:xfrm>
              <a:off x="4040231" y="3151475"/>
              <a:ext cx="438300" cy="438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1875" name="Google Shape;1875;p45"/>
            <p:cNvGrpSpPr/>
            <p:nvPr/>
          </p:nvGrpSpPr>
          <p:grpSpPr>
            <a:xfrm>
              <a:off x="4160296" y="3226128"/>
              <a:ext cx="198159" cy="289002"/>
              <a:chOff x="1233945" y="5156009"/>
              <a:chExt cx="144032" cy="210031"/>
            </a:xfrm>
          </p:grpSpPr>
          <p:sp>
            <p:nvSpPr>
              <p:cNvPr id="1876" name="Google Shape;1876;p45"/>
              <p:cNvSpPr/>
              <p:nvPr/>
            </p:nvSpPr>
            <p:spPr>
              <a:xfrm>
                <a:off x="1236235" y="5159039"/>
                <a:ext cx="139452" cy="204711"/>
              </a:xfrm>
              <a:custGeom>
                <a:rect b="b" l="l" r="r" t="t"/>
                <a:pathLst>
                  <a:path extrusionOk="0" h="63378" w="43174">
                    <a:moveTo>
                      <a:pt x="21574" y="3904"/>
                    </a:moveTo>
                    <a:lnTo>
                      <a:pt x="22436" y="4791"/>
                    </a:lnTo>
                    <a:lnTo>
                      <a:pt x="23526" y="5932"/>
                    </a:lnTo>
                    <a:lnTo>
                      <a:pt x="24794" y="7326"/>
                    </a:lnTo>
                    <a:lnTo>
                      <a:pt x="26188" y="8949"/>
                    </a:lnTo>
                    <a:lnTo>
                      <a:pt x="26923" y="9861"/>
                    </a:lnTo>
                    <a:lnTo>
                      <a:pt x="27684" y="10825"/>
                    </a:lnTo>
                    <a:lnTo>
                      <a:pt x="28470" y="11814"/>
                    </a:lnTo>
                    <a:lnTo>
                      <a:pt x="29256" y="12878"/>
                    </a:lnTo>
                    <a:lnTo>
                      <a:pt x="30042" y="13994"/>
                    </a:lnTo>
                    <a:lnTo>
                      <a:pt x="30853" y="15134"/>
                    </a:lnTo>
                    <a:lnTo>
                      <a:pt x="31639" y="16351"/>
                    </a:lnTo>
                    <a:lnTo>
                      <a:pt x="32424" y="17568"/>
                    </a:lnTo>
                    <a:lnTo>
                      <a:pt x="33210" y="18861"/>
                    </a:lnTo>
                    <a:lnTo>
                      <a:pt x="33971" y="20179"/>
                    </a:lnTo>
                    <a:lnTo>
                      <a:pt x="34731" y="21548"/>
                    </a:lnTo>
                    <a:lnTo>
                      <a:pt x="35441" y="22943"/>
                    </a:lnTo>
                    <a:lnTo>
                      <a:pt x="36126" y="24362"/>
                    </a:lnTo>
                    <a:lnTo>
                      <a:pt x="36785" y="25833"/>
                    </a:lnTo>
                    <a:lnTo>
                      <a:pt x="37393" y="27328"/>
                    </a:lnTo>
                    <a:lnTo>
                      <a:pt x="37951" y="28824"/>
                    </a:lnTo>
                    <a:lnTo>
                      <a:pt x="38483" y="30370"/>
                    </a:lnTo>
                    <a:lnTo>
                      <a:pt x="38711" y="31156"/>
                    </a:lnTo>
                    <a:lnTo>
                      <a:pt x="38940" y="31942"/>
                    </a:lnTo>
                    <a:lnTo>
                      <a:pt x="39142" y="32753"/>
                    </a:lnTo>
                    <a:lnTo>
                      <a:pt x="39345" y="33539"/>
                    </a:lnTo>
                    <a:lnTo>
                      <a:pt x="39523" y="34350"/>
                    </a:lnTo>
                    <a:lnTo>
                      <a:pt x="39675" y="35162"/>
                    </a:lnTo>
                    <a:lnTo>
                      <a:pt x="39827" y="35973"/>
                    </a:lnTo>
                    <a:lnTo>
                      <a:pt x="39954" y="36784"/>
                    </a:lnTo>
                    <a:lnTo>
                      <a:pt x="40080" y="37621"/>
                    </a:lnTo>
                    <a:lnTo>
                      <a:pt x="40156" y="38432"/>
                    </a:lnTo>
                    <a:lnTo>
                      <a:pt x="40233" y="39268"/>
                    </a:lnTo>
                    <a:lnTo>
                      <a:pt x="40283" y="40105"/>
                    </a:lnTo>
                    <a:lnTo>
                      <a:pt x="40309" y="40942"/>
                    </a:lnTo>
                    <a:lnTo>
                      <a:pt x="40334" y="41778"/>
                    </a:lnTo>
                    <a:lnTo>
                      <a:pt x="40309" y="42742"/>
                    </a:lnTo>
                    <a:lnTo>
                      <a:pt x="40233" y="43705"/>
                    </a:lnTo>
                    <a:lnTo>
                      <a:pt x="40106" y="44643"/>
                    </a:lnTo>
                    <a:lnTo>
                      <a:pt x="39954" y="45555"/>
                    </a:lnTo>
                    <a:lnTo>
                      <a:pt x="39725" y="46468"/>
                    </a:lnTo>
                    <a:lnTo>
                      <a:pt x="39472" y="47355"/>
                    </a:lnTo>
                    <a:lnTo>
                      <a:pt x="39193" y="48217"/>
                    </a:lnTo>
                    <a:lnTo>
                      <a:pt x="38864" y="49079"/>
                    </a:lnTo>
                    <a:lnTo>
                      <a:pt x="38483" y="49916"/>
                    </a:lnTo>
                    <a:lnTo>
                      <a:pt x="38052" y="50702"/>
                    </a:lnTo>
                    <a:lnTo>
                      <a:pt x="37621" y="51488"/>
                    </a:lnTo>
                    <a:lnTo>
                      <a:pt x="37114" y="52248"/>
                    </a:lnTo>
                    <a:lnTo>
                      <a:pt x="36607" y="52983"/>
                    </a:lnTo>
                    <a:lnTo>
                      <a:pt x="36050" y="53693"/>
                    </a:lnTo>
                    <a:lnTo>
                      <a:pt x="35441" y="54378"/>
                    </a:lnTo>
                    <a:lnTo>
                      <a:pt x="34833" y="55037"/>
                    </a:lnTo>
                    <a:lnTo>
                      <a:pt x="34174" y="55645"/>
                    </a:lnTo>
                    <a:lnTo>
                      <a:pt x="33489" y="56254"/>
                    </a:lnTo>
                    <a:lnTo>
                      <a:pt x="32779" y="56811"/>
                    </a:lnTo>
                    <a:lnTo>
                      <a:pt x="32044" y="57318"/>
                    </a:lnTo>
                    <a:lnTo>
                      <a:pt x="31284" y="57800"/>
                    </a:lnTo>
                    <a:lnTo>
                      <a:pt x="30523" y="58256"/>
                    </a:lnTo>
                    <a:lnTo>
                      <a:pt x="29712" y="58687"/>
                    </a:lnTo>
                    <a:lnTo>
                      <a:pt x="28875" y="59042"/>
                    </a:lnTo>
                    <a:lnTo>
                      <a:pt x="28013" y="59397"/>
                    </a:lnTo>
                    <a:lnTo>
                      <a:pt x="27152" y="59676"/>
                    </a:lnTo>
                    <a:lnTo>
                      <a:pt x="26264" y="59929"/>
                    </a:lnTo>
                    <a:lnTo>
                      <a:pt x="25352" y="60158"/>
                    </a:lnTo>
                    <a:lnTo>
                      <a:pt x="24439" y="60310"/>
                    </a:lnTo>
                    <a:lnTo>
                      <a:pt x="23501" y="60436"/>
                    </a:lnTo>
                    <a:lnTo>
                      <a:pt x="22538" y="60512"/>
                    </a:lnTo>
                    <a:lnTo>
                      <a:pt x="21574" y="60538"/>
                    </a:lnTo>
                    <a:lnTo>
                      <a:pt x="20611" y="60512"/>
                    </a:lnTo>
                    <a:lnTo>
                      <a:pt x="19673" y="60436"/>
                    </a:lnTo>
                    <a:lnTo>
                      <a:pt x="18735" y="60310"/>
                    </a:lnTo>
                    <a:lnTo>
                      <a:pt x="17822" y="60158"/>
                    </a:lnTo>
                    <a:lnTo>
                      <a:pt x="16910" y="59929"/>
                    </a:lnTo>
                    <a:lnTo>
                      <a:pt x="16023" y="59676"/>
                    </a:lnTo>
                    <a:lnTo>
                      <a:pt x="15161" y="59397"/>
                    </a:lnTo>
                    <a:lnTo>
                      <a:pt x="14299" y="59042"/>
                    </a:lnTo>
                    <a:lnTo>
                      <a:pt x="13462" y="58687"/>
                    </a:lnTo>
                    <a:lnTo>
                      <a:pt x="12651" y="58256"/>
                    </a:lnTo>
                    <a:lnTo>
                      <a:pt x="11865" y="57800"/>
                    </a:lnTo>
                    <a:lnTo>
                      <a:pt x="11104" y="57318"/>
                    </a:lnTo>
                    <a:lnTo>
                      <a:pt x="10369" y="56811"/>
                    </a:lnTo>
                    <a:lnTo>
                      <a:pt x="9659" y="56254"/>
                    </a:lnTo>
                    <a:lnTo>
                      <a:pt x="9000" y="55645"/>
                    </a:lnTo>
                    <a:lnTo>
                      <a:pt x="8341" y="55037"/>
                    </a:lnTo>
                    <a:lnTo>
                      <a:pt x="7707" y="54378"/>
                    </a:lnTo>
                    <a:lnTo>
                      <a:pt x="7124" y="53693"/>
                    </a:lnTo>
                    <a:lnTo>
                      <a:pt x="6567" y="52983"/>
                    </a:lnTo>
                    <a:lnTo>
                      <a:pt x="6060" y="52248"/>
                    </a:lnTo>
                    <a:lnTo>
                      <a:pt x="5553" y="51488"/>
                    </a:lnTo>
                    <a:lnTo>
                      <a:pt x="5122" y="50702"/>
                    </a:lnTo>
                    <a:lnTo>
                      <a:pt x="4691" y="49916"/>
                    </a:lnTo>
                    <a:lnTo>
                      <a:pt x="4310" y="49079"/>
                    </a:lnTo>
                    <a:lnTo>
                      <a:pt x="3981" y="48217"/>
                    </a:lnTo>
                    <a:lnTo>
                      <a:pt x="3677" y="47355"/>
                    </a:lnTo>
                    <a:lnTo>
                      <a:pt x="3423" y="46468"/>
                    </a:lnTo>
                    <a:lnTo>
                      <a:pt x="3220" y="45555"/>
                    </a:lnTo>
                    <a:lnTo>
                      <a:pt x="3068" y="44643"/>
                    </a:lnTo>
                    <a:lnTo>
                      <a:pt x="2942" y="43705"/>
                    </a:lnTo>
                    <a:lnTo>
                      <a:pt x="2865" y="42742"/>
                    </a:lnTo>
                    <a:lnTo>
                      <a:pt x="2840" y="41778"/>
                    </a:lnTo>
                    <a:lnTo>
                      <a:pt x="2865" y="40942"/>
                    </a:lnTo>
                    <a:lnTo>
                      <a:pt x="2891" y="40105"/>
                    </a:lnTo>
                    <a:lnTo>
                      <a:pt x="2942" y="39268"/>
                    </a:lnTo>
                    <a:lnTo>
                      <a:pt x="3018" y="38432"/>
                    </a:lnTo>
                    <a:lnTo>
                      <a:pt x="3094" y="37621"/>
                    </a:lnTo>
                    <a:lnTo>
                      <a:pt x="3220" y="36784"/>
                    </a:lnTo>
                    <a:lnTo>
                      <a:pt x="3347" y="35973"/>
                    </a:lnTo>
                    <a:lnTo>
                      <a:pt x="3499" y="35162"/>
                    </a:lnTo>
                    <a:lnTo>
                      <a:pt x="3651" y="34350"/>
                    </a:lnTo>
                    <a:lnTo>
                      <a:pt x="3829" y="33539"/>
                    </a:lnTo>
                    <a:lnTo>
                      <a:pt x="4032" y="32753"/>
                    </a:lnTo>
                    <a:lnTo>
                      <a:pt x="4234" y="31942"/>
                    </a:lnTo>
                    <a:lnTo>
                      <a:pt x="4463" y="31156"/>
                    </a:lnTo>
                    <a:lnTo>
                      <a:pt x="4691" y="30370"/>
                    </a:lnTo>
                    <a:lnTo>
                      <a:pt x="5223" y="28824"/>
                    </a:lnTo>
                    <a:lnTo>
                      <a:pt x="5781" y="27328"/>
                    </a:lnTo>
                    <a:lnTo>
                      <a:pt x="6389" y="25833"/>
                    </a:lnTo>
                    <a:lnTo>
                      <a:pt x="7048" y="24362"/>
                    </a:lnTo>
                    <a:lnTo>
                      <a:pt x="7733" y="22943"/>
                    </a:lnTo>
                    <a:lnTo>
                      <a:pt x="8443" y="21548"/>
                    </a:lnTo>
                    <a:lnTo>
                      <a:pt x="9203" y="20179"/>
                    </a:lnTo>
                    <a:lnTo>
                      <a:pt x="9964" y="18861"/>
                    </a:lnTo>
                    <a:lnTo>
                      <a:pt x="10724" y="17568"/>
                    </a:lnTo>
                    <a:lnTo>
                      <a:pt x="11535" y="16351"/>
                    </a:lnTo>
                    <a:lnTo>
                      <a:pt x="12321" y="15134"/>
                    </a:lnTo>
                    <a:lnTo>
                      <a:pt x="13133" y="13994"/>
                    </a:lnTo>
                    <a:lnTo>
                      <a:pt x="13918" y="12878"/>
                    </a:lnTo>
                    <a:lnTo>
                      <a:pt x="14704" y="11814"/>
                    </a:lnTo>
                    <a:lnTo>
                      <a:pt x="15490" y="10825"/>
                    </a:lnTo>
                    <a:lnTo>
                      <a:pt x="16251" y="9861"/>
                    </a:lnTo>
                    <a:lnTo>
                      <a:pt x="16986" y="8949"/>
                    </a:lnTo>
                    <a:lnTo>
                      <a:pt x="18380" y="7326"/>
                    </a:lnTo>
                    <a:lnTo>
                      <a:pt x="19648" y="5932"/>
                    </a:lnTo>
                    <a:lnTo>
                      <a:pt x="20738" y="4791"/>
                    </a:lnTo>
                    <a:lnTo>
                      <a:pt x="21574" y="3904"/>
                    </a:lnTo>
                    <a:close/>
                    <a:moveTo>
                      <a:pt x="21574" y="0"/>
                    </a:moveTo>
                    <a:lnTo>
                      <a:pt x="20636" y="887"/>
                    </a:lnTo>
                    <a:lnTo>
                      <a:pt x="20332" y="1141"/>
                    </a:lnTo>
                    <a:lnTo>
                      <a:pt x="19648" y="1825"/>
                    </a:lnTo>
                    <a:lnTo>
                      <a:pt x="18608" y="2865"/>
                    </a:lnTo>
                    <a:lnTo>
                      <a:pt x="17315" y="4259"/>
                    </a:lnTo>
                    <a:lnTo>
                      <a:pt x="16555" y="5070"/>
                    </a:lnTo>
                    <a:lnTo>
                      <a:pt x="15769" y="5983"/>
                    </a:lnTo>
                    <a:lnTo>
                      <a:pt x="14932" y="6971"/>
                    </a:lnTo>
                    <a:lnTo>
                      <a:pt x="14045" y="8011"/>
                    </a:lnTo>
                    <a:lnTo>
                      <a:pt x="13158" y="9152"/>
                    </a:lnTo>
                    <a:lnTo>
                      <a:pt x="12220" y="10343"/>
                    </a:lnTo>
                    <a:lnTo>
                      <a:pt x="11282" y="11636"/>
                    </a:lnTo>
                    <a:lnTo>
                      <a:pt x="10344" y="12980"/>
                    </a:lnTo>
                    <a:lnTo>
                      <a:pt x="9431" y="14298"/>
                    </a:lnTo>
                    <a:lnTo>
                      <a:pt x="8544" y="15692"/>
                    </a:lnTo>
                    <a:lnTo>
                      <a:pt x="7631" y="17163"/>
                    </a:lnTo>
                    <a:lnTo>
                      <a:pt x="6719" y="18734"/>
                    </a:lnTo>
                    <a:lnTo>
                      <a:pt x="5857" y="20357"/>
                    </a:lnTo>
                    <a:lnTo>
                      <a:pt x="4995" y="22055"/>
                    </a:lnTo>
                    <a:lnTo>
                      <a:pt x="4564" y="22917"/>
                    </a:lnTo>
                    <a:lnTo>
                      <a:pt x="4184" y="23804"/>
                    </a:lnTo>
                    <a:lnTo>
                      <a:pt x="3778" y="24692"/>
                    </a:lnTo>
                    <a:lnTo>
                      <a:pt x="3398" y="25604"/>
                    </a:lnTo>
                    <a:lnTo>
                      <a:pt x="3043" y="26542"/>
                    </a:lnTo>
                    <a:lnTo>
                      <a:pt x="2688" y="27480"/>
                    </a:lnTo>
                    <a:lnTo>
                      <a:pt x="2333" y="28444"/>
                    </a:lnTo>
                    <a:lnTo>
                      <a:pt x="2029" y="29407"/>
                    </a:lnTo>
                    <a:lnTo>
                      <a:pt x="1725" y="30396"/>
                    </a:lnTo>
                    <a:lnTo>
                      <a:pt x="1446" y="31384"/>
                    </a:lnTo>
                    <a:lnTo>
                      <a:pt x="1192" y="32373"/>
                    </a:lnTo>
                    <a:lnTo>
                      <a:pt x="939" y="33387"/>
                    </a:lnTo>
                    <a:lnTo>
                      <a:pt x="736" y="34401"/>
                    </a:lnTo>
                    <a:lnTo>
                      <a:pt x="559" y="35440"/>
                    </a:lnTo>
                    <a:lnTo>
                      <a:pt x="381" y="36480"/>
                    </a:lnTo>
                    <a:lnTo>
                      <a:pt x="254" y="37519"/>
                    </a:lnTo>
                    <a:lnTo>
                      <a:pt x="153" y="38584"/>
                    </a:lnTo>
                    <a:lnTo>
                      <a:pt x="52" y="39649"/>
                    </a:lnTo>
                    <a:lnTo>
                      <a:pt x="26" y="40713"/>
                    </a:lnTo>
                    <a:lnTo>
                      <a:pt x="1" y="41778"/>
                    </a:lnTo>
                    <a:lnTo>
                      <a:pt x="26" y="42894"/>
                    </a:lnTo>
                    <a:lnTo>
                      <a:pt x="102" y="43984"/>
                    </a:lnTo>
                    <a:lnTo>
                      <a:pt x="254" y="45074"/>
                    </a:lnTo>
                    <a:lnTo>
                      <a:pt x="432" y="46139"/>
                    </a:lnTo>
                    <a:lnTo>
                      <a:pt x="685" y="47178"/>
                    </a:lnTo>
                    <a:lnTo>
                      <a:pt x="964" y="48192"/>
                    </a:lnTo>
                    <a:lnTo>
                      <a:pt x="1319" y="49206"/>
                    </a:lnTo>
                    <a:lnTo>
                      <a:pt x="1699" y="50195"/>
                    </a:lnTo>
                    <a:lnTo>
                      <a:pt x="2130" y="51133"/>
                    </a:lnTo>
                    <a:lnTo>
                      <a:pt x="2612" y="52071"/>
                    </a:lnTo>
                    <a:lnTo>
                      <a:pt x="3119" y="52983"/>
                    </a:lnTo>
                    <a:lnTo>
                      <a:pt x="3702" y="53845"/>
                    </a:lnTo>
                    <a:lnTo>
                      <a:pt x="4285" y="54707"/>
                    </a:lnTo>
                    <a:lnTo>
                      <a:pt x="4944" y="55518"/>
                    </a:lnTo>
                    <a:lnTo>
                      <a:pt x="5603" y="56304"/>
                    </a:lnTo>
                    <a:lnTo>
                      <a:pt x="6339" y="57039"/>
                    </a:lnTo>
                    <a:lnTo>
                      <a:pt x="7074" y="57749"/>
                    </a:lnTo>
                    <a:lnTo>
                      <a:pt x="7860" y="58434"/>
                    </a:lnTo>
                    <a:lnTo>
                      <a:pt x="8671" y="59093"/>
                    </a:lnTo>
                    <a:lnTo>
                      <a:pt x="9533" y="59676"/>
                    </a:lnTo>
                    <a:lnTo>
                      <a:pt x="10395" y="60234"/>
                    </a:lnTo>
                    <a:lnTo>
                      <a:pt x="11307" y="60766"/>
                    </a:lnTo>
                    <a:lnTo>
                      <a:pt x="12245" y="61248"/>
                    </a:lnTo>
                    <a:lnTo>
                      <a:pt x="13183" y="61679"/>
                    </a:lnTo>
                    <a:lnTo>
                      <a:pt x="14172" y="62059"/>
                    </a:lnTo>
                    <a:lnTo>
                      <a:pt x="15186" y="62414"/>
                    </a:lnTo>
                    <a:lnTo>
                      <a:pt x="16200" y="62693"/>
                    </a:lnTo>
                    <a:lnTo>
                      <a:pt x="17239" y="62946"/>
                    </a:lnTo>
                    <a:lnTo>
                      <a:pt x="18304" y="63124"/>
                    </a:lnTo>
                    <a:lnTo>
                      <a:pt x="19394" y="63276"/>
                    </a:lnTo>
                    <a:lnTo>
                      <a:pt x="20484" y="63352"/>
                    </a:lnTo>
                    <a:lnTo>
                      <a:pt x="21574" y="63377"/>
                    </a:lnTo>
                    <a:lnTo>
                      <a:pt x="22690" y="63352"/>
                    </a:lnTo>
                    <a:lnTo>
                      <a:pt x="23780" y="63276"/>
                    </a:lnTo>
                    <a:lnTo>
                      <a:pt x="24870" y="63124"/>
                    </a:lnTo>
                    <a:lnTo>
                      <a:pt x="25935" y="62946"/>
                    </a:lnTo>
                    <a:lnTo>
                      <a:pt x="26974" y="62693"/>
                    </a:lnTo>
                    <a:lnTo>
                      <a:pt x="27988" y="62414"/>
                    </a:lnTo>
                    <a:lnTo>
                      <a:pt x="29002" y="62059"/>
                    </a:lnTo>
                    <a:lnTo>
                      <a:pt x="29991" y="61679"/>
                    </a:lnTo>
                    <a:lnTo>
                      <a:pt x="30929" y="61248"/>
                    </a:lnTo>
                    <a:lnTo>
                      <a:pt x="31867" y="60766"/>
                    </a:lnTo>
                    <a:lnTo>
                      <a:pt x="32779" y="60234"/>
                    </a:lnTo>
                    <a:lnTo>
                      <a:pt x="33641" y="59676"/>
                    </a:lnTo>
                    <a:lnTo>
                      <a:pt x="34503" y="59093"/>
                    </a:lnTo>
                    <a:lnTo>
                      <a:pt x="35314" y="58434"/>
                    </a:lnTo>
                    <a:lnTo>
                      <a:pt x="36100" y="57749"/>
                    </a:lnTo>
                    <a:lnTo>
                      <a:pt x="36836" y="57039"/>
                    </a:lnTo>
                    <a:lnTo>
                      <a:pt x="37571" y="56304"/>
                    </a:lnTo>
                    <a:lnTo>
                      <a:pt x="38230" y="55518"/>
                    </a:lnTo>
                    <a:lnTo>
                      <a:pt x="38889" y="54707"/>
                    </a:lnTo>
                    <a:lnTo>
                      <a:pt x="39472" y="53845"/>
                    </a:lnTo>
                    <a:lnTo>
                      <a:pt x="40055" y="52983"/>
                    </a:lnTo>
                    <a:lnTo>
                      <a:pt x="40562" y="52071"/>
                    </a:lnTo>
                    <a:lnTo>
                      <a:pt x="41044" y="51133"/>
                    </a:lnTo>
                    <a:lnTo>
                      <a:pt x="41475" y="50195"/>
                    </a:lnTo>
                    <a:lnTo>
                      <a:pt x="41855" y="49206"/>
                    </a:lnTo>
                    <a:lnTo>
                      <a:pt x="42210" y="48192"/>
                    </a:lnTo>
                    <a:lnTo>
                      <a:pt x="42489" y="47178"/>
                    </a:lnTo>
                    <a:lnTo>
                      <a:pt x="42742" y="46139"/>
                    </a:lnTo>
                    <a:lnTo>
                      <a:pt x="42920" y="45074"/>
                    </a:lnTo>
                    <a:lnTo>
                      <a:pt x="43072" y="43984"/>
                    </a:lnTo>
                    <a:lnTo>
                      <a:pt x="43148" y="42894"/>
                    </a:lnTo>
                    <a:lnTo>
                      <a:pt x="43173" y="41778"/>
                    </a:lnTo>
                    <a:lnTo>
                      <a:pt x="43148" y="40713"/>
                    </a:lnTo>
                    <a:lnTo>
                      <a:pt x="43097" y="39649"/>
                    </a:lnTo>
                    <a:lnTo>
                      <a:pt x="43021" y="38584"/>
                    </a:lnTo>
                    <a:lnTo>
                      <a:pt x="42920" y="37519"/>
                    </a:lnTo>
                    <a:lnTo>
                      <a:pt x="42793" y="36480"/>
                    </a:lnTo>
                    <a:lnTo>
                      <a:pt x="42615" y="35440"/>
                    </a:lnTo>
                    <a:lnTo>
                      <a:pt x="42438" y="34401"/>
                    </a:lnTo>
                    <a:lnTo>
                      <a:pt x="42210" y="33387"/>
                    </a:lnTo>
                    <a:lnTo>
                      <a:pt x="41982" y="32373"/>
                    </a:lnTo>
                    <a:lnTo>
                      <a:pt x="41728" y="31384"/>
                    </a:lnTo>
                    <a:lnTo>
                      <a:pt x="41449" y="30396"/>
                    </a:lnTo>
                    <a:lnTo>
                      <a:pt x="41145" y="29407"/>
                    </a:lnTo>
                    <a:lnTo>
                      <a:pt x="40816" y="28444"/>
                    </a:lnTo>
                    <a:lnTo>
                      <a:pt x="40486" y="27480"/>
                    </a:lnTo>
                    <a:lnTo>
                      <a:pt x="40131" y="26542"/>
                    </a:lnTo>
                    <a:lnTo>
                      <a:pt x="39776" y="25604"/>
                    </a:lnTo>
                    <a:lnTo>
                      <a:pt x="39396" y="24692"/>
                    </a:lnTo>
                    <a:lnTo>
                      <a:pt x="38990" y="23804"/>
                    </a:lnTo>
                    <a:lnTo>
                      <a:pt x="38585" y="22917"/>
                    </a:lnTo>
                    <a:lnTo>
                      <a:pt x="38179" y="22055"/>
                    </a:lnTo>
                    <a:lnTo>
                      <a:pt x="37317" y="20357"/>
                    </a:lnTo>
                    <a:lnTo>
                      <a:pt x="36430" y="18734"/>
                    </a:lnTo>
                    <a:lnTo>
                      <a:pt x="35543" y="17163"/>
                    </a:lnTo>
                    <a:lnTo>
                      <a:pt x="34630" y="15692"/>
                    </a:lnTo>
                    <a:lnTo>
                      <a:pt x="33743" y="14298"/>
                    </a:lnTo>
                    <a:lnTo>
                      <a:pt x="32830" y="12980"/>
                    </a:lnTo>
                    <a:lnTo>
                      <a:pt x="31892" y="11636"/>
                    </a:lnTo>
                    <a:lnTo>
                      <a:pt x="30954" y="10343"/>
                    </a:lnTo>
                    <a:lnTo>
                      <a:pt x="30016" y="9152"/>
                    </a:lnTo>
                    <a:lnTo>
                      <a:pt x="29129" y="8011"/>
                    </a:lnTo>
                    <a:lnTo>
                      <a:pt x="28242" y="6971"/>
                    </a:lnTo>
                    <a:lnTo>
                      <a:pt x="27405" y="5983"/>
                    </a:lnTo>
                    <a:lnTo>
                      <a:pt x="26619" y="5070"/>
                    </a:lnTo>
                    <a:lnTo>
                      <a:pt x="25859" y="4259"/>
                    </a:lnTo>
                    <a:lnTo>
                      <a:pt x="24566" y="2865"/>
                    </a:lnTo>
                    <a:lnTo>
                      <a:pt x="23526" y="1825"/>
                    </a:lnTo>
                    <a:lnTo>
                      <a:pt x="22842" y="1141"/>
                    </a:lnTo>
                    <a:lnTo>
                      <a:pt x="22538" y="887"/>
                    </a:lnTo>
                    <a:lnTo>
                      <a:pt x="2157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5"/>
              <p:cNvSpPr/>
              <p:nvPr/>
            </p:nvSpPr>
            <p:spPr>
              <a:xfrm>
                <a:off x="1233945" y="5156009"/>
                <a:ext cx="144032" cy="210031"/>
              </a:xfrm>
              <a:custGeom>
                <a:rect b="b" l="l" r="r" t="t"/>
                <a:pathLst>
                  <a:path extrusionOk="0" h="65025" w="44592">
                    <a:moveTo>
                      <a:pt x="22283" y="5856"/>
                    </a:moveTo>
                    <a:lnTo>
                      <a:pt x="23171" y="6769"/>
                    </a:lnTo>
                    <a:lnTo>
                      <a:pt x="24235" y="7935"/>
                    </a:lnTo>
                    <a:lnTo>
                      <a:pt x="25452" y="9304"/>
                    </a:lnTo>
                    <a:lnTo>
                      <a:pt x="26770" y="10850"/>
                    </a:lnTo>
                    <a:lnTo>
                      <a:pt x="27455" y="11712"/>
                    </a:lnTo>
                    <a:lnTo>
                      <a:pt x="28165" y="12625"/>
                    </a:lnTo>
                    <a:lnTo>
                      <a:pt x="28875" y="13563"/>
                    </a:lnTo>
                    <a:lnTo>
                      <a:pt x="29610" y="14551"/>
                    </a:lnTo>
                    <a:lnTo>
                      <a:pt x="30345" y="15591"/>
                    </a:lnTo>
                    <a:lnTo>
                      <a:pt x="31080" y="16656"/>
                    </a:lnTo>
                    <a:lnTo>
                      <a:pt x="31815" y="17746"/>
                    </a:lnTo>
                    <a:lnTo>
                      <a:pt x="32550" y="18886"/>
                    </a:lnTo>
                    <a:lnTo>
                      <a:pt x="33488" y="20433"/>
                    </a:lnTo>
                    <a:lnTo>
                      <a:pt x="34350" y="21979"/>
                    </a:lnTo>
                    <a:lnTo>
                      <a:pt x="35187" y="23526"/>
                    </a:lnTo>
                    <a:lnTo>
                      <a:pt x="35947" y="25047"/>
                    </a:lnTo>
                    <a:lnTo>
                      <a:pt x="36632" y="26568"/>
                    </a:lnTo>
                    <a:lnTo>
                      <a:pt x="37266" y="28089"/>
                    </a:lnTo>
                    <a:lnTo>
                      <a:pt x="37849" y="29610"/>
                    </a:lnTo>
                    <a:lnTo>
                      <a:pt x="38381" y="31106"/>
                    </a:lnTo>
                    <a:lnTo>
                      <a:pt x="38837" y="32576"/>
                    </a:lnTo>
                    <a:lnTo>
                      <a:pt x="39218" y="34072"/>
                    </a:lnTo>
                    <a:lnTo>
                      <a:pt x="39573" y="35542"/>
                    </a:lnTo>
                    <a:lnTo>
                      <a:pt x="39826" y="36987"/>
                    </a:lnTo>
                    <a:lnTo>
                      <a:pt x="40054" y="38432"/>
                    </a:lnTo>
                    <a:lnTo>
                      <a:pt x="40206" y="39877"/>
                    </a:lnTo>
                    <a:lnTo>
                      <a:pt x="40282" y="41297"/>
                    </a:lnTo>
                    <a:lnTo>
                      <a:pt x="40308" y="42006"/>
                    </a:lnTo>
                    <a:lnTo>
                      <a:pt x="40333" y="42716"/>
                    </a:lnTo>
                    <a:lnTo>
                      <a:pt x="40308" y="43654"/>
                    </a:lnTo>
                    <a:lnTo>
                      <a:pt x="40232" y="44567"/>
                    </a:lnTo>
                    <a:lnTo>
                      <a:pt x="40105" y="45479"/>
                    </a:lnTo>
                    <a:lnTo>
                      <a:pt x="39953" y="46367"/>
                    </a:lnTo>
                    <a:lnTo>
                      <a:pt x="39750" y="47229"/>
                    </a:lnTo>
                    <a:lnTo>
                      <a:pt x="39522" y="48091"/>
                    </a:lnTo>
                    <a:lnTo>
                      <a:pt x="39218" y="48927"/>
                    </a:lnTo>
                    <a:lnTo>
                      <a:pt x="38913" y="49738"/>
                    </a:lnTo>
                    <a:lnTo>
                      <a:pt x="38533" y="50524"/>
                    </a:lnTo>
                    <a:lnTo>
                      <a:pt x="38153" y="51310"/>
                    </a:lnTo>
                    <a:lnTo>
                      <a:pt x="37722" y="52071"/>
                    </a:lnTo>
                    <a:lnTo>
                      <a:pt x="37240" y="52806"/>
                    </a:lnTo>
                    <a:lnTo>
                      <a:pt x="36733" y="53516"/>
                    </a:lnTo>
                    <a:lnTo>
                      <a:pt x="36201" y="54200"/>
                    </a:lnTo>
                    <a:lnTo>
                      <a:pt x="35643" y="54834"/>
                    </a:lnTo>
                    <a:lnTo>
                      <a:pt x="35035" y="55468"/>
                    </a:lnTo>
                    <a:lnTo>
                      <a:pt x="34401" y="56076"/>
                    </a:lnTo>
                    <a:lnTo>
                      <a:pt x="33767" y="56634"/>
                    </a:lnTo>
                    <a:lnTo>
                      <a:pt x="33083" y="57166"/>
                    </a:lnTo>
                    <a:lnTo>
                      <a:pt x="32373" y="57673"/>
                    </a:lnTo>
                    <a:lnTo>
                      <a:pt x="31638" y="58155"/>
                    </a:lnTo>
                    <a:lnTo>
                      <a:pt x="30877" y="58586"/>
                    </a:lnTo>
                    <a:lnTo>
                      <a:pt x="30117" y="58966"/>
                    </a:lnTo>
                    <a:lnTo>
                      <a:pt x="29306" y="59346"/>
                    </a:lnTo>
                    <a:lnTo>
                      <a:pt x="28494" y="59651"/>
                    </a:lnTo>
                    <a:lnTo>
                      <a:pt x="27658" y="59955"/>
                    </a:lnTo>
                    <a:lnTo>
                      <a:pt x="26796" y="60183"/>
                    </a:lnTo>
                    <a:lnTo>
                      <a:pt x="25934" y="60386"/>
                    </a:lnTo>
                    <a:lnTo>
                      <a:pt x="25047" y="60538"/>
                    </a:lnTo>
                    <a:lnTo>
                      <a:pt x="24134" y="60665"/>
                    </a:lnTo>
                    <a:lnTo>
                      <a:pt x="23221" y="60741"/>
                    </a:lnTo>
                    <a:lnTo>
                      <a:pt x="22283" y="60766"/>
                    </a:lnTo>
                    <a:lnTo>
                      <a:pt x="21371" y="60741"/>
                    </a:lnTo>
                    <a:lnTo>
                      <a:pt x="20458" y="60665"/>
                    </a:lnTo>
                    <a:lnTo>
                      <a:pt x="19545" y="60538"/>
                    </a:lnTo>
                    <a:lnTo>
                      <a:pt x="18658" y="60386"/>
                    </a:lnTo>
                    <a:lnTo>
                      <a:pt x="17796" y="60183"/>
                    </a:lnTo>
                    <a:lnTo>
                      <a:pt x="16934" y="59955"/>
                    </a:lnTo>
                    <a:lnTo>
                      <a:pt x="16098" y="59651"/>
                    </a:lnTo>
                    <a:lnTo>
                      <a:pt x="15287" y="59346"/>
                    </a:lnTo>
                    <a:lnTo>
                      <a:pt x="14475" y="58966"/>
                    </a:lnTo>
                    <a:lnTo>
                      <a:pt x="13715" y="58586"/>
                    </a:lnTo>
                    <a:lnTo>
                      <a:pt x="12954" y="58155"/>
                    </a:lnTo>
                    <a:lnTo>
                      <a:pt x="12219" y="57673"/>
                    </a:lnTo>
                    <a:lnTo>
                      <a:pt x="11509" y="57166"/>
                    </a:lnTo>
                    <a:lnTo>
                      <a:pt x="10825" y="56634"/>
                    </a:lnTo>
                    <a:lnTo>
                      <a:pt x="10166" y="56076"/>
                    </a:lnTo>
                    <a:lnTo>
                      <a:pt x="9557" y="55468"/>
                    </a:lnTo>
                    <a:lnTo>
                      <a:pt x="8949" y="54834"/>
                    </a:lnTo>
                    <a:lnTo>
                      <a:pt x="8391" y="54200"/>
                    </a:lnTo>
                    <a:lnTo>
                      <a:pt x="7859" y="53516"/>
                    </a:lnTo>
                    <a:lnTo>
                      <a:pt x="7352" y="52806"/>
                    </a:lnTo>
                    <a:lnTo>
                      <a:pt x="6870" y="52071"/>
                    </a:lnTo>
                    <a:lnTo>
                      <a:pt x="6439" y="51310"/>
                    </a:lnTo>
                    <a:lnTo>
                      <a:pt x="6034" y="50524"/>
                    </a:lnTo>
                    <a:lnTo>
                      <a:pt x="5679" y="49738"/>
                    </a:lnTo>
                    <a:lnTo>
                      <a:pt x="5349" y="48927"/>
                    </a:lnTo>
                    <a:lnTo>
                      <a:pt x="5070" y="48091"/>
                    </a:lnTo>
                    <a:lnTo>
                      <a:pt x="4842" y="47229"/>
                    </a:lnTo>
                    <a:lnTo>
                      <a:pt x="4639" y="46367"/>
                    </a:lnTo>
                    <a:lnTo>
                      <a:pt x="4462" y="45479"/>
                    </a:lnTo>
                    <a:lnTo>
                      <a:pt x="4360" y="44567"/>
                    </a:lnTo>
                    <a:lnTo>
                      <a:pt x="4284" y="43654"/>
                    </a:lnTo>
                    <a:lnTo>
                      <a:pt x="4259" y="42716"/>
                    </a:lnTo>
                    <a:lnTo>
                      <a:pt x="4259" y="42006"/>
                    </a:lnTo>
                    <a:lnTo>
                      <a:pt x="4284" y="41297"/>
                    </a:lnTo>
                    <a:lnTo>
                      <a:pt x="4386" y="39877"/>
                    </a:lnTo>
                    <a:lnTo>
                      <a:pt x="4538" y="38432"/>
                    </a:lnTo>
                    <a:lnTo>
                      <a:pt x="4766" y="36987"/>
                    </a:lnTo>
                    <a:lnTo>
                      <a:pt x="5019" y="35542"/>
                    </a:lnTo>
                    <a:lnTo>
                      <a:pt x="5374" y="34072"/>
                    </a:lnTo>
                    <a:lnTo>
                      <a:pt x="5755" y="32576"/>
                    </a:lnTo>
                    <a:lnTo>
                      <a:pt x="6211" y="31106"/>
                    </a:lnTo>
                    <a:lnTo>
                      <a:pt x="6743" y="29610"/>
                    </a:lnTo>
                    <a:lnTo>
                      <a:pt x="7326" y="28089"/>
                    </a:lnTo>
                    <a:lnTo>
                      <a:pt x="7960" y="26568"/>
                    </a:lnTo>
                    <a:lnTo>
                      <a:pt x="8645" y="25047"/>
                    </a:lnTo>
                    <a:lnTo>
                      <a:pt x="9405" y="23526"/>
                    </a:lnTo>
                    <a:lnTo>
                      <a:pt x="10242" y="21979"/>
                    </a:lnTo>
                    <a:lnTo>
                      <a:pt x="11104" y="20433"/>
                    </a:lnTo>
                    <a:lnTo>
                      <a:pt x="12042" y="18886"/>
                    </a:lnTo>
                    <a:lnTo>
                      <a:pt x="12777" y="17746"/>
                    </a:lnTo>
                    <a:lnTo>
                      <a:pt x="13512" y="16656"/>
                    </a:lnTo>
                    <a:lnTo>
                      <a:pt x="14247" y="15591"/>
                    </a:lnTo>
                    <a:lnTo>
                      <a:pt x="14982" y="14551"/>
                    </a:lnTo>
                    <a:lnTo>
                      <a:pt x="15717" y="13563"/>
                    </a:lnTo>
                    <a:lnTo>
                      <a:pt x="16427" y="12625"/>
                    </a:lnTo>
                    <a:lnTo>
                      <a:pt x="17137" y="11712"/>
                    </a:lnTo>
                    <a:lnTo>
                      <a:pt x="17822" y="10850"/>
                    </a:lnTo>
                    <a:lnTo>
                      <a:pt x="19140" y="9304"/>
                    </a:lnTo>
                    <a:lnTo>
                      <a:pt x="20357" y="7935"/>
                    </a:lnTo>
                    <a:lnTo>
                      <a:pt x="21421" y="6769"/>
                    </a:lnTo>
                    <a:lnTo>
                      <a:pt x="22283" y="5856"/>
                    </a:lnTo>
                    <a:close/>
                    <a:moveTo>
                      <a:pt x="22283" y="3853"/>
                    </a:moveTo>
                    <a:lnTo>
                      <a:pt x="21802" y="4335"/>
                    </a:lnTo>
                    <a:lnTo>
                      <a:pt x="20965" y="5197"/>
                    </a:lnTo>
                    <a:lnTo>
                      <a:pt x="19900" y="6338"/>
                    </a:lnTo>
                    <a:lnTo>
                      <a:pt x="18633" y="7732"/>
                    </a:lnTo>
                    <a:lnTo>
                      <a:pt x="17213" y="9380"/>
                    </a:lnTo>
                    <a:lnTo>
                      <a:pt x="16453" y="10292"/>
                    </a:lnTo>
                    <a:lnTo>
                      <a:pt x="15692" y="11256"/>
                    </a:lnTo>
                    <a:lnTo>
                      <a:pt x="14906" y="12270"/>
                    </a:lnTo>
                    <a:lnTo>
                      <a:pt x="14095" y="13360"/>
                    </a:lnTo>
                    <a:lnTo>
                      <a:pt x="13284" y="14475"/>
                    </a:lnTo>
                    <a:lnTo>
                      <a:pt x="12473" y="15667"/>
                    </a:lnTo>
                    <a:lnTo>
                      <a:pt x="11636" y="16884"/>
                    </a:lnTo>
                    <a:lnTo>
                      <a:pt x="10850" y="18151"/>
                    </a:lnTo>
                    <a:lnTo>
                      <a:pt x="9887" y="19748"/>
                    </a:lnTo>
                    <a:lnTo>
                      <a:pt x="8974" y="21320"/>
                    </a:lnTo>
                    <a:lnTo>
                      <a:pt x="8138" y="22917"/>
                    </a:lnTo>
                    <a:lnTo>
                      <a:pt x="7352" y="24489"/>
                    </a:lnTo>
                    <a:lnTo>
                      <a:pt x="6642" y="26061"/>
                    </a:lnTo>
                    <a:lnTo>
                      <a:pt x="5983" y="27607"/>
                    </a:lnTo>
                    <a:lnTo>
                      <a:pt x="5374" y="29153"/>
                    </a:lnTo>
                    <a:lnTo>
                      <a:pt x="4842" y="30700"/>
                    </a:lnTo>
                    <a:lnTo>
                      <a:pt x="4386" y="32246"/>
                    </a:lnTo>
                    <a:lnTo>
                      <a:pt x="3980" y="33767"/>
                    </a:lnTo>
                    <a:lnTo>
                      <a:pt x="3625" y="35288"/>
                    </a:lnTo>
                    <a:lnTo>
                      <a:pt x="3346" y="36784"/>
                    </a:lnTo>
                    <a:lnTo>
                      <a:pt x="3118" y="38305"/>
                    </a:lnTo>
                    <a:lnTo>
                      <a:pt x="3042" y="39040"/>
                    </a:lnTo>
                    <a:lnTo>
                      <a:pt x="2966" y="39775"/>
                    </a:lnTo>
                    <a:lnTo>
                      <a:pt x="2915" y="40511"/>
                    </a:lnTo>
                    <a:lnTo>
                      <a:pt x="2865" y="41271"/>
                    </a:lnTo>
                    <a:lnTo>
                      <a:pt x="2839" y="41981"/>
                    </a:lnTo>
                    <a:lnTo>
                      <a:pt x="2839" y="42716"/>
                    </a:lnTo>
                    <a:lnTo>
                      <a:pt x="2865" y="43730"/>
                    </a:lnTo>
                    <a:lnTo>
                      <a:pt x="2941" y="44719"/>
                    </a:lnTo>
                    <a:lnTo>
                      <a:pt x="3067" y="45682"/>
                    </a:lnTo>
                    <a:lnTo>
                      <a:pt x="3245" y="46646"/>
                    </a:lnTo>
                    <a:lnTo>
                      <a:pt x="3448" y="47584"/>
                    </a:lnTo>
                    <a:lnTo>
                      <a:pt x="3727" y="48496"/>
                    </a:lnTo>
                    <a:lnTo>
                      <a:pt x="4031" y="49409"/>
                    </a:lnTo>
                    <a:lnTo>
                      <a:pt x="4386" y="50296"/>
                    </a:lnTo>
                    <a:lnTo>
                      <a:pt x="4766" y="51158"/>
                    </a:lnTo>
                    <a:lnTo>
                      <a:pt x="5197" y="51995"/>
                    </a:lnTo>
                    <a:lnTo>
                      <a:pt x="5653" y="52806"/>
                    </a:lnTo>
                    <a:lnTo>
                      <a:pt x="6160" y="53592"/>
                    </a:lnTo>
                    <a:lnTo>
                      <a:pt x="6718" y="54352"/>
                    </a:lnTo>
                    <a:lnTo>
                      <a:pt x="7301" y="55087"/>
                    </a:lnTo>
                    <a:lnTo>
                      <a:pt x="7909" y="55797"/>
                    </a:lnTo>
                    <a:lnTo>
                      <a:pt x="8543" y="56482"/>
                    </a:lnTo>
                    <a:lnTo>
                      <a:pt x="9228" y="57115"/>
                    </a:lnTo>
                    <a:lnTo>
                      <a:pt x="9938" y="57724"/>
                    </a:lnTo>
                    <a:lnTo>
                      <a:pt x="10673" y="58307"/>
                    </a:lnTo>
                    <a:lnTo>
                      <a:pt x="11433" y="58839"/>
                    </a:lnTo>
                    <a:lnTo>
                      <a:pt x="12219" y="59346"/>
                    </a:lnTo>
                    <a:lnTo>
                      <a:pt x="13030" y="59828"/>
                    </a:lnTo>
                    <a:lnTo>
                      <a:pt x="13867" y="60259"/>
                    </a:lnTo>
                    <a:lnTo>
                      <a:pt x="14729" y="60639"/>
                    </a:lnTo>
                    <a:lnTo>
                      <a:pt x="15616" y="60994"/>
                    </a:lnTo>
                    <a:lnTo>
                      <a:pt x="16529" y="61298"/>
                    </a:lnTo>
                    <a:lnTo>
                      <a:pt x="17441" y="61552"/>
                    </a:lnTo>
                    <a:lnTo>
                      <a:pt x="18379" y="61780"/>
                    </a:lnTo>
                    <a:lnTo>
                      <a:pt x="19343" y="61957"/>
                    </a:lnTo>
                    <a:lnTo>
                      <a:pt x="20306" y="62084"/>
                    </a:lnTo>
                    <a:lnTo>
                      <a:pt x="21295" y="62160"/>
                    </a:lnTo>
                    <a:lnTo>
                      <a:pt x="22283" y="62186"/>
                    </a:lnTo>
                    <a:lnTo>
                      <a:pt x="23297" y="62160"/>
                    </a:lnTo>
                    <a:lnTo>
                      <a:pt x="24286" y="62084"/>
                    </a:lnTo>
                    <a:lnTo>
                      <a:pt x="25249" y="61957"/>
                    </a:lnTo>
                    <a:lnTo>
                      <a:pt x="26213" y="61780"/>
                    </a:lnTo>
                    <a:lnTo>
                      <a:pt x="27151" y="61552"/>
                    </a:lnTo>
                    <a:lnTo>
                      <a:pt x="28063" y="61298"/>
                    </a:lnTo>
                    <a:lnTo>
                      <a:pt x="28976" y="60994"/>
                    </a:lnTo>
                    <a:lnTo>
                      <a:pt x="29863" y="60639"/>
                    </a:lnTo>
                    <a:lnTo>
                      <a:pt x="30725" y="60259"/>
                    </a:lnTo>
                    <a:lnTo>
                      <a:pt x="31562" y="59828"/>
                    </a:lnTo>
                    <a:lnTo>
                      <a:pt x="32373" y="59346"/>
                    </a:lnTo>
                    <a:lnTo>
                      <a:pt x="33159" y="58839"/>
                    </a:lnTo>
                    <a:lnTo>
                      <a:pt x="33919" y="58307"/>
                    </a:lnTo>
                    <a:lnTo>
                      <a:pt x="34655" y="57724"/>
                    </a:lnTo>
                    <a:lnTo>
                      <a:pt x="35364" y="57115"/>
                    </a:lnTo>
                    <a:lnTo>
                      <a:pt x="36049" y="56482"/>
                    </a:lnTo>
                    <a:lnTo>
                      <a:pt x="36683" y="55797"/>
                    </a:lnTo>
                    <a:lnTo>
                      <a:pt x="37291" y="55087"/>
                    </a:lnTo>
                    <a:lnTo>
                      <a:pt x="37874" y="54352"/>
                    </a:lnTo>
                    <a:lnTo>
                      <a:pt x="38406" y="53592"/>
                    </a:lnTo>
                    <a:lnTo>
                      <a:pt x="38913" y="52806"/>
                    </a:lnTo>
                    <a:lnTo>
                      <a:pt x="39395" y="51995"/>
                    </a:lnTo>
                    <a:lnTo>
                      <a:pt x="39826" y="51158"/>
                    </a:lnTo>
                    <a:lnTo>
                      <a:pt x="40206" y="50296"/>
                    </a:lnTo>
                    <a:lnTo>
                      <a:pt x="40561" y="49409"/>
                    </a:lnTo>
                    <a:lnTo>
                      <a:pt x="40865" y="48496"/>
                    </a:lnTo>
                    <a:lnTo>
                      <a:pt x="41144" y="47584"/>
                    </a:lnTo>
                    <a:lnTo>
                      <a:pt x="41347" y="46646"/>
                    </a:lnTo>
                    <a:lnTo>
                      <a:pt x="41525" y="45682"/>
                    </a:lnTo>
                    <a:lnTo>
                      <a:pt x="41651" y="44719"/>
                    </a:lnTo>
                    <a:lnTo>
                      <a:pt x="41727" y="43730"/>
                    </a:lnTo>
                    <a:lnTo>
                      <a:pt x="41753" y="42716"/>
                    </a:lnTo>
                    <a:lnTo>
                      <a:pt x="41727" y="41981"/>
                    </a:lnTo>
                    <a:lnTo>
                      <a:pt x="41702" y="41271"/>
                    </a:lnTo>
                    <a:lnTo>
                      <a:pt x="41677" y="40511"/>
                    </a:lnTo>
                    <a:lnTo>
                      <a:pt x="41626" y="39775"/>
                    </a:lnTo>
                    <a:lnTo>
                      <a:pt x="41550" y="39040"/>
                    </a:lnTo>
                    <a:lnTo>
                      <a:pt x="41474" y="38305"/>
                    </a:lnTo>
                    <a:lnTo>
                      <a:pt x="41246" y="36784"/>
                    </a:lnTo>
                    <a:lnTo>
                      <a:pt x="40967" y="35288"/>
                    </a:lnTo>
                    <a:lnTo>
                      <a:pt x="40612" y="33767"/>
                    </a:lnTo>
                    <a:lnTo>
                      <a:pt x="40206" y="32246"/>
                    </a:lnTo>
                    <a:lnTo>
                      <a:pt x="39725" y="30700"/>
                    </a:lnTo>
                    <a:lnTo>
                      <a:pt x="39192" y="29153"/>
                    </a:lnTo>
                    <a:lnTo>
                      <a:pt x="38609" y="27607"/>
                    </a:lnTo>
                    <a:lnTo>
                      <a:pt x="37950" y="26061"/>
                    </a:lnTo>
                    <a:lnTo>
                      <a:pt x="37240" y="24489"/>
                    </a:lnTo>
                    <a:lnTo>
                      <a:pt x="36454" y="22917"/>
                    </a:lnTo>
                    <a:lnTo>
                      <a:pt x="35618" y="21320"/>
                    </a:lnTo>
                    <a:lnTo>
                      <a:pt x="34705" y="19748"/>
                    </a:lnTo>
                    <a:lnTo>
                      <a:pt x="33742" y="18151"/>
                    </a:lnTo>
                    <a:lnTo>
                      <a:pt x="32931" y="16884"/>
                    </a:lnTo>
                    <a:lnTo>
                      <a:pt x="32119" y="15667"/>
                    </a:lnTo>
                    <a:lnTo>
                      <a:pt x="31308" y="14475"/>
                    </a:lnTo>
                    <a:lnTo>
                      <a:pt x="30497" y="13360"/>
                    </a:lnTo>
                    <a:lnTo>
                      <a:pt x="29686" y="12270"/>
                    </a:lnTo>
                    <a:lnTo>
                      <a:pt x="28900" y="11256"/>
                    </a:lnTo>
                    <a:lnTo>
                      <a:pt x="28114" y="10292"/>
                    </a:lnTo>
                    <a:lnTo>
                      <a:pt x="27379" y="9380"/>
                    </a:lnTo>
                    <a:lnTo>
                      <a:pt x="25959" y="7732"/>
                    </a:lnTo>
                    <a:lnTo>
                      <a:pt x="24692" y="6338"/>
                    </a:lnTo>
                    <a:lnTo>
                      <a:pt x="23627" y="5197"/>
                    </a:lnTo>
                    <a:lnTo>
                      <a:pt x="22790" y="4335"/>
                    </a:lnTo>
                    <a:lnTo>
                      <a:pt x="22283" y="3853"/>
                    </a:lnTo>
                    <a:close/>
                    <a:moveTo>
                      <a:pt x="22283" y="1901"/>
                    </a:moveTo>
                    <a:lnTo>
                      <a:pt x="22765" y="2332"/>
                    </a:lnTo>
                    <a:lnTo>
                      <a:pt x="23069" y="2611"/>
                    </a:lnTo>
                    <a:lnTo>
                      <a:pt x="23754" y="3270"/>
                    </a:lnTo>
                    <a:lnTo>
                      <a:pt x="24768" y="4284"/>
                    </a:lnTo>
                    <a:lnTo>
                      <a:pt x="26061" y="5653"/>
                    </a:lnTo>
                    <a:lnTo>
                      <a:pt x="26796" y="6464"/>
                    </a:lnTo>
                    <a:lnTo>
                      <a:pt x="27582" y="7377"/>
                    </a:lnTo>
                    <a:lnTo>
                      <a:pt x="28393" y="8340"/>
                    </a:lnTo>
                    <a:lnTo>
                      <a:pt x="29280" y="9380"/>
                    </a:lnTo>
                    <a:lnTo>
                      <a:pt x="30167" y="10521"/>
                    </a:lnTo>
                    <a:lnTo>
                      <a:pt x="31080" y="11712"/>
                    </a:lnTo>
                    <a:lnTo>
                      <a:pt x="32018" y="12980"/>
                    </a:lnTo>
                    <a:lnTo>
                      <a:pt x="32956" y="14323"/>
                    </a:lnTo>
                    <a:lnTo>
                      <a:pt x="33843" y="15616"/>
                    </a:lnTo>
                    <a:lnTo>
                      <a:pt x="34731" y="16985"/>
                    </a:lnTo>
                    <a:lnTo>
                      <a:pt x="35643" y="18455"/>
                    </a:lnTo>
                    <a:lnTo>
                      <a:pt x="36530" y="20002"/>
                    </a:lnTo>
                    <a:lnTo>
                      <a:pt x="37392" y="21599"/>
                    </a:lnTo>
                    <a:lnTo>
                      <a:pt x="38229" y="23272"/>
                    </a:lnTo>
                    <a:lnTo>
                      <a:pt x="38660" y="24134"/>
                    </a:lnTo>
                    <a:lnTo>
                      <a:pt x="39040" y="24996"/>
                    </a:lnTo>
                    <a:lnTo>
                      <a:pt x="39446" y="25883"/>
                    </a:lnTo>
                    <a:lnTo>
                      <a:pt x="39826" y="26796"/>
                    </a:lnTo>
                    <a:lnTo>
                      <a:pt x="40181" y="27708"/>
                    </a:lnTo>
                    <a:lnTo>
                      <a:pt x="40536" y="28646"/>
                    </a:lnTo>
                    <a:lnTo>
                      <a:pt x="40865" y="29584"/>
                    </a:lnTo>
                    <a:lnTo>
                      <a:pt x="41170" y="30522"/>
                    </a:lnTo>
                    <a:lnTo>
                      <a:pt x="41474" y="31511"/>
                    </a:lnTo>
                    <a:lnTo>
                      <a:pt x="41753" y="32474"/>
                    </a:lnTo>
                    <a:lnTo>
                      <a:pt x="42006" y="33463"/>
                    </a:lnTo>
                    <a:lnTo>
                      <a:pt x="42234" y="34452"/>
                    </a:lnTo>
                    <a:lnTo>
                      <a:pt x="42437" y="35466"/>
                    </a:lnTo>
                    <a:lnTo>
                      <a:pt x="42640" y="36480"/>
                    </a:lnTo>
                    <a:lnTo>
                      <a:pt x="42792" y="37494"/>
                    </a:lnTo>
                    <a:lnTo>
                      <a:pt x="42919" y="38533"/>
                    </a:lnTo>
                    <a:lnTo>
                      <a:pt x="43020" y="39573"/>
                    </a:lnTo>
                    <a:lnTo>
                      <a:pt x="43096" y="40612"/>
                    </a:lnTo>
                    <a:lnTo>
                      <a:pt x="43147" y="41677"/>
                    </a:lnTo>
                    <a:lnTo>
                      <a:pt x="43172" y="42716"/>
                    </a:lnTo>
                    <a:lnTo>
                      <a:pt x="43147" y="43806"/>
                    </a:lnTo>
                    <a:lnTo>
                      <a:pt x="43071" y="44846"/>
                    </a:lnTo>
                    <a:lnTo>
                      <a:pt x="42919" y="45910"/>
                    </a:lnTo>
                    <a:lnTo>
                      <a:pt x="42741" y="46924"/>
                    </a:lnTo>
                    <a:lnTo>
                      <a:pt x="42513" y="47938"/>
                    </a:lnTo>
                    <a:lnTo>
                      <a:pt x="42234" y="48927"/>
                    </a:lnTo>
                    <a:lnTo>
                      <a:pt x="41905" y="49890"/>
                    </a:lnTo>
                    <a:lnTo>
                      <a:pt x="41525" y="50854"/>
                    </a:lnTo>
                    <a:lnTo>
                      <a:pt x="41119" y="51766"/>
                    </a:lnTo>
                    <a:lnTo>
                      <a:pt x="40637" y="52679"/>
                    </a:lnTo>
                    <a:lnTo>
                      <a:pt x="40156" y="53541"/>
                    </a:lnTo>
                    <a:lnTo>
                      <a:pt x="39598" y="54403"/>
                    </a:lnTo>
                    <a:lnTo>
                      <a:pt x="39015" y="55214"/>
                    </a:lnTo>
                    <a:lnTo>
                      <a:pt x="38406" y="56000"/>
                    </a:lnTo>
                    <a:lnTo>
                      <a:pt x="37747" y="56761"/>
                    </a:lnTo>
                    <a:lnTo>
                      <a:pt x="37063" y="57470"/>
                    </a:lnTo>
                    <a:lnTo>
                      <a:pt x="36328" y="58180"/>
                    </a:lnTo>
                    <a:lnTo>
                      <a:pt x="35567" y="58839"/>
                    </a:lnTo>
                    <a:lnTo>
                      <a:pt x="34781" y="59448"/>
                    </a:lnTo>
                    <a:lnTo>
                      <a:pt x="33970" y="60031"/>
                    </a:lnTo>
                    <a:lnTo>
                      <a:pt x="33108" y="60589"/>
                    </a:lnTo>
                    <a:lnTo>
                      <a:pt x="32246" y="61070"/>
                    </a:lnTo>
                    <a:lnTo>
                      <a:pt x="31334" y="61552"/>
                    </a:lnTo>
                    <a:lnTo>
                      <a:pt x="30421" y="61957"/>
                    </a:lnTo>
                    <a:lnTo>
                      <a:pt x="29458" y="62338"/>
                    </a:lnTo>
                    <a:lnTo>
                      <a:pt x="28494" y="62667"/>
                    </a:lnTo>
                    <a:lnTo>
                      <a:pt x="27506" y="62946"/>
                    </a:lnTo>
                    <a:lnTo>
                      <a:pt x="26492" y="63174"/>
                    </a:lnTo>
                    <a:lnTo>
                      <a:pt x="25478" y="63352"/>
                    </a:lnTo>
                    <a:lnTo>
                      <a:pt x="24438" y="63504"/>
                    </a:lnTo>
                    <a:lnTo>
                      <a:pt x="23373" y="63580"/>
                    </a:lnTo>
                    <a:lnTo>
                      <a:pt x="22283" y="63605"/>
                    </a:lnTo>
                    <a:lnTo>
                      <a:pt x="21219" y="63580"/>
                    </a:lnTo>
                    <a:lnTo>
                      <a:pt x="20154" y="63504"/>
                    </a:lnTo>
                    <a:lnTo>
                      <a:pt x="19114" y="63352"/>
                    </a:lnTo>
                    <a:lnTo>
                      <a:pt x="18100" y="63174"/>
                    </a:lnTo>
                    <a:lnTo>
                      <a:pt x="17086" y="62946"/>
                    </a:lnTo>
                    <a:lnTo>
                      <a:pt x="16098" y="62667"/>
                    </a:lnTo>
                    <a:lnTo>
                      <a:pt x="15134" y="62338"/>
                    </a:lnTo>
                    <a:lnTo>
                      <a:pt x="14171" y="61957"/>
                    </a:lnTo>
                    <a:lnTo>
                      <a:pt x="13258" y="61552"/>
                    </a:lnTo>
                    <a:lnTo>
                      <a:pt x="12346" y="61070"/>
                    </a:lnTo>
                    <a:lnTo>
                      <a:pt x="11484" y="60589"/>
                    </a:lnTo>
                    <a:lnTo>
                      <a:pt x="10622" y="60031"/>
                    </a:lnTo>
                    <a:lnTo>
                      <a:pt x="9811" y="59448"/>
                    </a:lnTo>
                    <a:lnTo>
                      <a:pt x="9025" y="58839"/>
                    </a:lnTo>
                    <a:lnTo>
                      <a:pt x="8264" y="58180"/>
                    </a:lnTo>
                    <a:lnTo>
                      <a:pt x="7529" y="57470"/>
                    </a:lnTo>
                    <a:lnTo>
                      <a:pt x="6845" y="56761"/>
                    </a:lnTo>
                    <a:lnTo>
                      <a:pt x="6186" y="56000"/>
                    </a:lnTo>
                    <a:lnTo>
                      <a:pt x="5577" y="55214"/>
                    </a:lnTo>
                    <a:lnTo>
                      <a:pt x="4994" y="54403"/>
                    </a:lnTo>
                    <a:lnTo>
                      <a:pt x="4436" y="53541"/>
                    </a:lnTo>
                    <a:lnTo>
                      <a:pt x="3929" y="52679"/>
                    </a:lnTo>
                    <a:lnTo>
                      <a:pt x="3473" y="51766"/>
                    </a:lnTo>
                    <a:lnTo>
                      <a:pt x="3067" y="50854"/>
                    </a:lnTo>
                    <a:lnTo>
                      <a:pt x="2687" y="49890"/>
                    </a:lnTo>
                    <a:lnTo>
                      <a:pt x="2358" y="48927"/>
                    </a:lnTo>
                    <a:lnTo>
                      <a:pt x="2079" y="47938"/>
                    </a:lnTo>
                    <a:lnTo>
                      <a:pt x="1851" y="46924"/>
                    </a:lnTo>
                    <a:lnTo>
                      <a:pt x="1648" y="45910"/>
                    </a:lnTo>
                    <a:lnTo>
                      <a:pt x="1521" y="44846"/>
                    </a:lnTo>
                    <a:lnTo>
                      <a:pt x="1445" y="43806"/>
                    </a:lnTo>
                    <a:lnTo>
                      <a:pt x="1420" y="42716"/>
                    </a:lnTo>
                    <a:lnTo>
                      <a:pt x="1445" y="41677"/>
                    </a:lnTo>
                    <a:lnTo>
                      <a:pt x="1470" y="40612"/>
                    </a:lnTo>
                    <a:lnTo>
                      <a:pt x="1546" y="39573"/>
                    </a:lnTo>
                    <a:lnTo>
                      <a:pt x="1673" y="38533"/>
                    </a:lnTo>
                    <a:lnTo>
                      <a:pt x="1800" y="37494"/>
                    </a:lnTo>
                    <a:lnTo>
                      <a:pt x="1952" y="36480"/>
                    </a:lnTo>
                    <a:lnTo>
                      <a:pt x="2155" y="35466"/>
                    </a:lnTo>
                    <a:lnTo>
                      <a:pt x="2358" y="34452"/>
                    </a:lnTo>
                    <a:lnTo>
                      <a:pt x="2586" y="33463"/>
                    </a:lnTo>
                    <a:lnTo>
                      <a:pt x="2839" y="32474"/>
                    </a:lnTo>
                    <a:lnTo>
                      <a:pt x="3118" y="31511"/>
                    </a:lnTo>
                    <a:lnTo>
                      <a:pt x="3422" y="30522"/>
                    </a:lnTo>
                    <a:lnTo>
                      <a:pt x="3727" y="29584"/>
                    </a:lnTo>
                    <a:lnTo>
                      <a:pt x="4056" y="28646"/>
                    </a:lnTo>
                    <a:lnTo>
                      <a:pt x="4411" y="27708"/>
                    </a:lnTo>
                    <a:lnTo>
                      <a:pt x="4766" y="26796"/>
                    </a:lnTo>
                    <a:lnTo>
                      <a:pt x="5146" y="25883"/>
                    </a:lnTo>
                    <a:lnTo>
                      <a:pt x="5552" y="24996"/>
                    </a:lnTo>
                    <a:lnTo>
                      <a:pt x="5932" y="24134"/>
                    </a:lnTo>
                    <a:lnTo>
                      <a:pt x="6338" y="23272"/>
                    </a:lnTo>
                    <a:lnTo>
                      <a:pt x="7200" y="21599"/>
                    </a:lnTo>
                    <a:lnTo>
                      <a:pt x="8062" y="20002"/>
                    </a:lnTo>
                    <a:lnTo>
                      <a:pt x="8949" y="18455"/>
                    </a:lnTo>
                    <a:lnTo>
                      <a:pt x="9861" y="16985"/>
                    </a:lnTo>
                    <a:lnTo>
                      <a:pt x="10749" y="15616"/>
                    </a:lnTo>
                    <a:lnTo>
                      <a:pt x="11636" y="14323"/>
                    </a:lnTo>
                    <a:lnTo>
                      <a:pt x="12574" y="12980"/>
                    </a:lnTo>
                    <a:lnTo>
                      <a:pt x="13512" y="11712"/>
                    </a:lnTo>
                    <a:lnTo>
                      <a:pt x="14425" y="10521"/>
                    </a:lnTo>
                    <a:lnTo>
                      <a:pt x="15312" y="9405"/>
                    </a:lnTo>
                    <a:lnTo>
                      <a:pt x="16174" y="8340"/>
                    </a:lnTo>
                    <a:lnTo>
                      <a:pt x="17010" y="7377"/>
                    </a:lnTo>
                    <a:lnTo>
                      <a:pt x="17796" y="6490"/>
                    </a:lnTo>
                    <a:lnTo>
                      <a:pt x="18531" y="5653"/>
                    </a:lnTo>
                    <a:lnTo>
                      <a:pt x="19824" y="4284"/>
                    </a:lnTo>
                    <a:lnTo>
                      <a:pt x="20838" y="3270"/>
                    </a:lnTo>
                    <a:lnTo>
                      <a:pt x="21523" y="2611"/>
                    </a:lnTo>
                    <a:lnTo>
                      <a:pt x="21827" y="2332"/>
                    </a:lnTo>
                    <a:lnTo>
                      <a:pt x="22283" y="1901"/>
                    </a:lnTo>
                    <a:close/>
                    <a:moveTo>
                      <a:pt x="22283" y="0"/>
                    </a:moveTo>
                    <a:lnTo>
                      <a:pt x="20864" y="1293"/>
                    </a:lnTo>
                    <a:lnTo>
                      <a:pt x="20559" y="1572"/>
                    </a:lnTo>
                    <a:lnTo>
                      <a:pt x="19875" y="2231"/>
                    </a:lnTo>
                    <a:lnTo>
                      <a:pt x="18836" y="3270"/>
                    </a:lnTo>
                    <a:lnTo>
                      <a:pt x="17517" y="4690"/>
                    </a:lnTo>
                    <a:lnTo>
                      <a:pt x="16757" y="5527"/>
                    </a:lnTo>
                    <a:lnTo>
                      <a:pt x="15946" y="6439"/>
                    </a:lnTo>
                    <a:lnTo>
                      <a:pt x="15109" y="7428"/>
                    </a:lnTo>
                    <a:lnTo>
                      <a:pt x="14222" y="8493"/>
                    </a:lnTo>
                    <a:lnTo>
                      <a:pt x="13309" y="9633"/>
                    </a:lnTo>
                    <a:lnTo>
                      <a:pt x="12371" y="10850"/>
                    </a:lnTo>
                    <a:lnTo>
                      <a:pt x="11433" y="12143"/>
                    </a:lnTo>
                    <a:lnTo>
                      <a:pt x="10470" y="13512"/>
                    </a:lnTo>
                    <a:lnTo>
                      <a:pt x="9557" y="14830"/>
                    </a:lnTo>
                    <a:lnTo>
                      <a:pt x="8645" y="16250"/>
                    </a:lnTo>
                    <a:lnTo>
                      <a:pt x="7732" y="17746"/>
                    </a:lnTo>
                    <a:lnTo>
                      <a:pt x="6819" y="19317"/>
                    </a:lnTo>
                    <a:lnTo>
                      <a:pt x="5907" y="20965"/>
                    </a:lnTo>
                    <a:lnTo>
                      <a:pt x="5045" y="22689"/>
                    </a:lnTo>
                    <a:lnTo>
                      <a:pt x="4639" y="23576"/>
                    </a:lnTo>
                    <a:lnTo>
                      <a:pt x="4234" y="24464"/>
                    </a:lnTo>
                    <a:lnTo>
                      <a:pt x="3828" y="25376"/>
                    </a:lnTo>
                    <a:lnTo>
                      <a:pt x="3448" y="26314"/>
                    </a:lnTo>
                    <a:lnTo>
                      <a:pt x="3067" y="27252"/>
                    </a:lnTo>
                    <a:lnTo>
                      <a:pt x="2713" y="28216"/>
                    </a:lnTo>
                    <a:lnTo>
                      <a:pt x="2383" y="29179"/>
                    </a:lnTo>
                    <a:lnTo>
                      <a:pt x="2053" y="30168"/>
                    </a:lnTo>
                    <a:lnTo>
                      <a:pt x="1749" y="31156"/>
                    </a:lnTo>
                    <a:lnTo>
                      <a:pt x="1470" y="32170"/>
                    </a:lnTo>
                    <a:lnTo>
                      <a:pt x="1192" y="33184"/>
                    </a:lnTo>
                    <a:lnTo>
                      <a:pt x="963" y="34198"/>
                    </a:lnTo>
                    <a:lnTo>
                      <a:pt x="735" y="35238"/>
                    </a:lnTo>
                    <a:lnTo>
                      <a:pt x="558" y="36277"/>
                    </a:lnTo>
                    <a:lnTo>
                      <a:pt x="380" y="37342"/>
                    </a:lnTo>
                    <a:lnTo>
                      <a:pt x="254" y="38407"/>
                    </a:lnTo>
                    <a:lnTo>
                      <a:pt x="152" y="39471"/>
                    </a:lnTo>
                    <a:lnTo>
                      <a:pt x="51" y="40536"/>
                    </a:lnTo>
                    <a:lnTo>
                      <a:pt x="25" y="41626"/>
                    </a:lnTo>
                    <a:lnTo>
                      <a:pt x="0" y="42716"/>
                    </a:lnTo>
                    <a:lnTo>
                      <a:pt x="25" y="43882"/>
                    </a:lnTo>
                    <a:lnTo>
                      <a:pt x="101" y="44998"/>
                    </a:lnTo>
                    <a:lnTo>
                      <a:pt x="254" y="46113"/>
                    </a:lnTo>
                    <a:lnTo>
                      <a:pt x="456" y="47203"/>
                    </a:lnTo>
                    <a:lnTo>
                      <a:pt x="710" y="48293"/>
                    </a:lnTo>
                    <a:lnTo>
                      <a:pt x="989" y="49358"/>
                    </a:lnTo>
                    <a:lnTo>
                      <a:pt x="1344" y="50372"/>
                    </a:lnTo>
                    <a:lnTo>
                      <a:pt x="1749" y="51386"/>
                    </a:lnTo>
                    <a:lnTo>
                      <a:pt x="2206" y="52375"/>
                    </a:lnTo>
                    <a:lnTo>
                      <a:pt x="2687" y="53338"/>
                    </a:lnTo>
                    <a:lnTo>
                      <a:pt x="3220" y="54276"/>
                    </a:lnTo>
                    <a:lnTo>
                      <a:pt x="3803" y="55189"/>
                    </a:lnTo>
                    <a:lnTo>
                      <a:pt x="4436" y="56051"/>
                    </a:lnTo>
                    <a:lnTo>
                      <a:pt x="5096" y="56913"/>
                    </a:lnTo>
                    <a:lnTo>
                      <a:pt x="5805" y="57699"/>
                    </a:lnTo>
                    <a:lnTo>
                      <a:pt x="6541" y="58484"/>
                    </a:lnTo>
                    <a:lnTo>
                      <a:pt x="7301" y="59220"/>
                    </a:lnTo>
                    <a:lnTo>
                      <a:pt x="8112" y="59929"/>
                    </a:lnTo>
                    <a:lnTo>
                      <a:pt x="8974" y="60589"/>
                    </a:lnTo>
                    <a:lnTo>
                      <a:pt x="9836" y="61222"/>
                    </a:lnTo>
                    <a:lnTo>
                      <a:pt x="10749" y="61780"/>
                    </a:lnTo>
                    <a:lnTo>
                      <a:pt x="11687" y="62338"/>
                    </a:lnTo>
                    <a:lnTo>
                      <a:pt x="12625" y="62819"/>
                    </a:lnTo>
                    <a:lnTo>
                      <a:pt x="13613" y="63276"/>
                    </a:lnTo>
                    <a:lnTo>
                      <a:pt x="14627" y="63656"/>
                    </a:lnTo>
                    <a:lnTo>
                      <a:pt x="15667" y="64011"/>
                    </a:lnTo>
                    <a:lnTo>
                      <a:pt x="16732" y="64315"/>
                    </a:lnTo>
                    <a:lnTo>
                      <a:pt x="17796" y="64569"/>
                    </a:lnTo>
                    <a:lnTo>
                      <a:pt x="18912" y="64771"/>
                    </a:lnTo>
                    <a:lnTo>
                      <a:pt x="20027" y="64898"/>
                    </a:lnTo>
                    <a:lnTo>
                      <a:pt x="21143" y="65000"/>
                    </a:lnTo>
                    <a:lnTo>
                      <a:pt x="22283" y="65025"/>
                    </a:lnTo>
                    <a:lnTo>
                      <a:pt x="23449" y="65000"/>
                    </a:lnTo>
                    <a:lnTo>
                      <a:pt x="24565" y="64898"/>
                    </a:lnTo>
                    <a:lnTo>
                      <a:pt x="25680" y="64771"/>
                    </a:lnTo>
                    <a:lnTo>
                      <a:pt x="26796" y="64569"/>
                    </a:lnTo>
                    <a:lnTo>
                      <a:pt x="27861" y="64315"/>
                    </a:lnTo>
                    <a:lnTo>
                      <a:pt x="28925" y="64011"/>
                    </a:lnTo>
                    <a:lnTo>
                      <a:pt x="29965" y="63656"/>
                    </a:lnTo>
                    <a:lnTo>
                      <a:pt x="30953" y="63276"/>
                    </a:lnTo>
                    <a:lnTo>
                      <a:pt x="31942" y="62819"/>
                    </a:lnTo>
                    <a:lnTo>
                      <a:pt x="32905" y="62338"/>
                    </a:lnTo>
                    <a:lnTo>
                      <a:pt x="33843" y="61780"/>
                    </a:lnTo>
                    <a:lnTo>
                      <a:pt x="34756" y="61222"/>
                    </a:lnTo>
                    <a:lnTo>
                      <a:pt x="35618" y="60589"/>
                    </a:lnTo>
                    <a:lnTo>
                      <a:pt x="36480" y="59929"/>
                    </a:lnTo>
                    <a:lnTo>
                      <a:pt x="37291" y="59220"/>
                    </a:lnTo>
                    <a:lnTo>
                      <a:pt x="38052" y="58484"/>
                    </a:lnTo>
                    <a:lnTo>
                      <a:pt x="38787" y="57699"/>
                    </a:lnTo>
                    <a:lnTo>
                      <a:pt x="39497" y="56913"/>
                    </a:lnTo>
                    <a:lnTo>
                      <a:pt x="40156" y="56051"/>
                    </a:lnTo>
                    <a:lnTo>
                      <a:pt x="40789" y="55189"/>
                    </a:lnTo>
                    <a:lnTo>
                      <a:pt x="41347" y="54276"/>
                    </a:lnTo>
                    <a:lnTo>
                      <a:pt x="41905" y="53338"/>
                    </a:lnTo>
                    <a:lnTo>
                      <a:pt x="42386" y="52375"/>
                    </a:lnTo>
                    <a:lnTo>
                      <a:pt x="42843" y="51386"/>
                    </a:lnTo>
                    <a:lnTo>
                      <a:pt x="43248" y="50372"/>
                    </a:lnTo>
                    <a:lnTo>
                      <a:pt x="43578" y="49358"/>
                    </a:lnTo>
                    <a:lnTo>
                      <a:pt x="43882" y="48293"/>
                    </a:lnTo>
                    <a:lnTo>
                      <a:pt x="44136" y="47203"/>
                    </a:lnTo>
                    <a:lnTo>
                      <a:pt x="44339" y="46113"/>
                    </a:lnTo>
                    <a:lnTo>
                      <a:pt x="44465" y="44998"/>
                    </a:lnTo>
                    <a:lnTo>
                      <a:pt x="44567" y="43882"/>
                    </a:lnTo>
                    <a:lnTo>
                      <a:pt x="44592" y="42716"/>
                    </a:lnTo>
                    <a:lnTo>
                      <a:pt x="44567" y="41626"/>
                    </a:lnTo>
                    <a:lnTo>
                      <a:pt x="44516" y="40536"/>
                    </a:lnTo>
                    <a:lnTo>
                      <a:pt x="44440" y="39471"/>
                    </a:lnTo>
                    <a:lnTo>
                      <a:pt x="44339" y="38407"/>
                    </a:lnTo>
                    <a:lnTo>
                      <a:pt x="44212" y="37342"/>
                    </a:lnTo>
                    <a:lnTo>
                      <a:pt x="44034" y="36277"/>
                    </a:lnTo>
                    <a:lnTo>
                      <a:pt x="43857" y="35238"/>
                    </a:lnTo>
                    <a:lnTo>
                      <a:pt x="43629" y="34198"/>
                    </a:lnTo>
                    <a:lnTo>
                      <a:pt x="43401" y="33184"/>
                    </a:lnTo>
                    <a:lnTo>
                      <a:pt x="43122" y="32170"/>
                    </a:lnTo>
                    <a:lnTo>
                      <a:pt x="42843" y="31156"/>
                    </a:lnTo>
                    <a:lnTo>
                      <a:pt x="42539" y="30168"/>
                    </a:lnTo>
                    <a:lnTo>
                      <a:pt x="42209" y="29179"/>
                    </a:lnTo>
                    <a:lnTo>
                      <a:pt x="41879" y="28216"/>
                    </a:lnTo>
                    <a:lnTo>
                      <a:pt x="41525" y="27252"/>
                    </a:lnTo>
                    <a:lnTo>
                      <a:pt x="41144" y="26314"/>
                    </a:lnTo>
                    <a:lnTo>
                      <a:pt x="40764" y="25376"/>
                    </a:lnTo>
                    <a:lnTo>
                      <a:pt x="40358" y="24464"/>
                    </a:lnTo>
                    <a:lnTo>
                      <a:pt x="39953" y="23576"/>
                    </a:lnTo>
                    <a:lnTo>
                      <a:pt x="39547" y="22689"/>
                    </a:lnTo>
                    <a:lnTo>
                      <a:pt x="38660" y="20965"/>
                    </a:lnTo>
                    <a:lnTo>
                      <a:pt x="37773" y="19317"/>
                    </a:lnTo>
                    <a:lnTo>
                      <a:pt x="36860" y="17746"/>
                    </a:lnTo>
                    <a:lnTo>
                      <a:pt x="35947" y="16250"/>
                    </a:lnTo>
                    <a:lnTo>
                      <a:pt x="35035" y="14830"/>
                    </a:lnTo>
                    <a:lnTo>
                      <a:pt x="34122" y="13512"/>
                    </a:lnTo>
                    <a:lnTo>
                      <a:pt x="33159" y="12143"/>
                    </a:lnTo>
                    <a:lnTo>
                      <a:pt x="32221" y="10850"/>
                    </a:lnTo>
                    <a:lnTo>
                      <a:pt x="31283" y="9633"/>
                    </a:lnTo>
                    <a:lnTo>
                      <a:pt x="30370" y="8493"/>
                    </a:lnTo>
                    <a:lnTo>
                      <a:pt x="29483" y="7428"/>
                    </a:lnTo>
                    <a:lnTo>
                      <a:pt x="28621" y="6439"/>
                    </a:lnTo>
                    <a:lnTo>
                      <a:pt x="27835" y="5527"/>
                    </a:lnTo>
                    <a:lnTo>
                      <a:pt x="27075" y="4690"/>
                    </a:lnTo>
                    <a:lnTo>
                      <a:pt x="25756" y="3270"/>
                    </a:lnTo>
                    <a:lnTo>
                      <a:pt x="24717" y="2231"/>
                    </a:lnTo>
                    <a:lnTo>
                      <a:pt x="24033" y="1572"/>
                    </a:lnTo>
                    <a:lnTo>
                      <a:pt x="23728" y="1293"/>
                    </a:lnTo>
                    <a:lnTo>
                      <a:pt x="222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8" name="Google Shape;1878;p45"/>
          <p:cNvGrpSpPr/>
          <p:nvPr/>
        </p:nvGrpSpPr>
        <p:grpSpPr>
          <a:xfrm>
            <a:off x="6690900" y="1524046"/>
            <a:ext cx="1166202" cy="3079477"/>
            <a:chOff x="6219650" y="1885948"/>
            <a:chExt cx="1158901" cy="3060501"/>
          </a:xfrm>
        </p:grpSpPr>
        <p:sp>
          <p:nvSpPr>
            <p:cNvPr id="1879" name="Google Shape;1879;p45"/>
            <p:cNvSpPr/>
            <p:nvPr/>
          </p:nvSpPr>
          <p:spPr>
            <a:xfrm>
              <a:off x="6726116" y="3073490"/>
              <a:ext cx="643737" cy="1687077"/>
            </a:xfrm>
            <a:custGeom>
              <a:rect b="b" l="l" r="r" t="t"/>
              <a:pathLst>
                <a:path extrusionOk="0" h="82407" w="31444">
                  <a:moveTo>
                    <a:pt x="20750" y="20793"/>
                  </a:moveTo>
                  <a:lnTo>
                    <a:pt x="21557" y="20835"/>
                  </a:lnTo>
                  <a:lnTo>
                    <a:pt x="22320" y="20962"/>
                  </a:lnTo>
                  <a:lnTo>
                    <a:pt x="23042" y="21090"/>
                  </a:lnTo>
                  <a:lnTo>
                    <a:pt x="23721" y="21259"/>
                  </a:lnTo>
                  <a:lnTo>
                    <a:pt x="24357" y="21429"/>
                  </a:lnTo>
                  <a:lnTo>
                    <a:pt x="24951" y="21684"/>
                  </a:lnTo>
                  <a:lnTo>
                    <a:pt x="25376" y="21853"/>
                  </a:lnTo>
                  <a:lnTo>
                    <a:pt x="25758" y="22108"/>
                  </a:lnTo>
                  <a:lnTo>
                    <a:pt x="26267" y="22447"/>
                  </a:lnTo>
                  <a:lnTo>
                    <a:pt x="26734" y="22872"/>
                  </a:lnTo>
                  <a:lnTo>
                    <a:pt x="27200" y="23296"/>
                  </a:lnTo>
                  <a:lnTo>
                    <a:pt x="27582" y="23763"/>
                  </a:lnTo>
                  <a:lnTo>
                    <a:pt x="27922" y="24272"/>
                  </a:lnTo>
                  <a:lnTo>
                    <a:pt x="28219" y="24824"/>
                  </a:lnTo>
                  <a:lnTo>
                    <a:pt x="28473" y="25375"/>
                  </a:lnTo>
                  <a:lnTo>
                    <a:pt x="28686" y="25969"/>
                  </a:lnTo>
                  <a:lnTo>
                    <a:pt x="28813" y="26563"/>
                  </a:lnTo>
                  <a:lnTo>
                    <a:pt x="28940" y="27200"/>
                  </a:lnTo>
                  <a:lnTo>
                    <a:pt x="28983" y="27836"/>
                  </a:lnTo>
                  <a:lnTo>
                    <a:pt x="28983" y="28431"/>
                  </a:lnTo>
                  <a:lnTo>
                    <a:pt x="28940" y="29067"/>
                  </a:lnTo>
                  <a:lnTo>
                    <a:pt x="28855" y="29704"/>
                  </a:lnTo>
                  <a:lnTo>
                    <a:pt x="28686" y="30340"/>
                  </a:lnTo>
                  <a:lnTo>
                    <a:pt x="28473" y="30977"/>
                  </a:lnTo>
                  <a:lnTo>
                    <a:pt x="28176" y="31571"/>
                  </a:lnTo>
                  <a:lnTo>
                    <a:pt x="27879" y="32122"/>
                  </a:lnTo>
                  <a:lnTo>
                    <a:pt x="27497" y="32674"/>
                  </a:lnTo>
                  <a:lnTo>
                    <a:pt x="27073" y="33141"/>
                  </a:lnTo>
                  <a:lnTo>
                    <a:pt x="26606" y="33565"/>
                  </a:lnTo>
                  <a:lnTo>
                    <a:pt x="26097" y="33947"/>
                  </a:lnTo>
                  <a:lnTo>
                    <a:pt x="25588" y="34244"/>
                  </a:lnTo>
                  <a:lnTo>
                    <a:pt x="24994" y="34541"/>
                  </a:lnTo>
                  <a:lnTo>
                    <a:pt x="24357" y="34753"/>
                  </a:lnTo>
                  <a:lnTo>
                    <a:pt x="23721" y="34965"/>
                  </a:lnTo>
                  <a:lnTo>
                    <a:pt x="23042" y="35093"/>
                  </a:lnTo>
                  <a:lnTo>
                    <a:pt x="22320" y="35135"/>
                  </a:lnTo>
                  <a:lnTo>
                    <a:pt x="21557" y="35178"/>
                  </a:lnTo>
                  <a:lnTo>
                    <a:pt x="20793" y="35135"/>
                  </a:lnTo>
                  <a:lnTo>
                    <a:pt x="19987" y="35050"/>
                  </a:lnTo>
                  <a:lnTo>
                    <a:pt x="19138" y="34923"/>
                  </a:lnTo>
                  <a:lnTo>
                    <a:pt x="18798" y="34838"/>
                  </a:lnTo>
                  <a:lnTo>
                    <a:pt x="18417" y="34711"/>
                  </a:lnTo>
                  <a:lnTo>
                    <a:pt x="18077" y="34583"/>
                  </a:lnTo>
                  <a:lnTo>
                    <a:pt x="17780" y="34414"/>
                  </a:lnTo>
                  <a:lnTo>
                    <a:pt x="17101" y="34032"/>
                  </a:lnTo>
                  <a:lnTo>
                    <a:pt x="16507" y="33565"/>
                  </a:lnTo>
                  <a:lnTo>
                    <a:pt x="15955" y="33013"/>
                  </a:lnTo>
                  <a:lnTo>
                    <a:pt x="15446" y="32377"/>
                  </a:lnTo>
                  <a:lnTo>
                    <a:pt x="14937" y="31656"/>
                  </a:lnTo>
                  <a:lnTo>
                    <a:pt x="14470" y="30892"/>
                  </a:lnTo>
                  <a:lnTo>
                    <a:pt x="14088" y="30043"/>
                  </a:lnTo>
                  <a:lnTo>
                    <a:pt x="13664" y="29152"/>
                  </a:lnTo>
                  <a:lnTo>
                    <a:pt x="13324" y="28176"/>
                  </a:lnTo>
                  <a:lnTo>
                    <a:pt x="12985" y="27158"/>
                  </a:lnTo>
                  <a:lnTo>
                    <a:pt x="12688" y="26139"/>
                  </a:lnTo>
                  <a:lnTo>
                    <a:pt x="12433" y="25036"/>
                  </a:lnTo>
                  <a:lnTo>
                    <a:pt x="12179" y="23890"/>
                  </a:lnTo>
                  <a:lnTo>
                    <a:pt x="11967" y="22744"/>
                  </a:lnTo>
                  <a:lnTo>
                    <a:pt x="12858" y="22320"/>
                  </a:lnTo>
                  <a:lnTo>
                    <a:pt x="13749" y="21981"/>
                  </a:lnTo>
                  <a:lnTo>
                    <a:pt x="14640" y="21641"/>
                  </a:lnTo>
                  <a:lnTo>
                    <a:pt x="15531" y="21387"/>
                  </a:lnTo>
                  <a:lnTo>
                    <a:pt x="16465" y="21174"/>
                  </a:lnTo>
                  <a:lnTo>
                    <a:pt x="17356" y="21005"/>
                  </a:lnTo>
                  <a:lnTo>
                    <a:pt x="18204" y="20920"/>
                  </a:lnTo>
                  <a:lnTo>
                    <a:pt x="19095" y="20835"/>
                  </a:lnTo>
                  <a:lnTo>
                    <a:pt x="19944" y="20793"/>
                  </a:lnTo>
                  <a:close/>
                  <a:moveTo>
                    <a:pt x="8869" y="0"/>
                  </a:moveTo>
                  <a:lnTo>
                    <a:pt x="8742" y="1612"/>
                  </a:lnTo>
                  <a:lnTo>
                    <a:pt x="8657" y="3310"/>
                  </a:lnTo>
                  <a:lnTo>
                    <a:pt x="8572" y="5516"/>
                  </a:lnTo>
                  <a:lnTo>
                    <a:pt x="8487" y="8105"/>
                  </a:lnTo>
                  <a:lnTo>
                    <a:pt x="8487" y="10990"/>
                  </a:lnTo>
                  <a:lnTo>
                    <a:pt x="8614" y="14088"/>
                  </a:lnTo>
                  <a:lnTo>
                    <a:pt x="8699" y="15700"/>
                  </a:lnTo>
                  <a:lnTo>
                    <a:pt x="8784" y="17313"/>
                  </a:lnTo>
                  <a:lnTo>
                    <a:pt x="8996" y="19435"/>
                  </a:lnTo>
                  <a:lnTo>
                    <a:pt x="9251" y="21429"/>
                  </a:lnTo>
                  <a:lnTo>
                    <a:pt x="8360" y="22023"/>
                  </a:lnTo>
                  <a:lnTo>
                    <a:pt x="7511" y="22702"/>
                  </a:lnTo>
                  <a:lnTo>
                    <a:pt x="6662" y="23381"/>
                  </a:lnTo>
                  <a:lnTo>
                    <a:pt x="5856" y="24145"/>
                  </a:lnTo>
                  <a:lnTo>
                    <a:pt x="5262" y="24824"/>
                  </a:lnTo>
                  <a:lnTo>
                    <a:pt x="4625" y="25503"/>
                  </a:lnTo>
                  <a:lnTo>
                    <a:pt x="4031" y="26309"/>
                  </a:lnTo>
                  <a:lnTo>
                    <a:pt x="3437" y="27158"/>
                  </a:lnTo>
                  <a:lnTo>
                    <a:pt x="2886" y="28134"/>
                  </a:lnTo>
                  <a:lnTo>
                    <a:pt x="2334" y="29152"/>
                  </a:lnTo>
                  <a:lnTo>
                    <a:pt x="1825" y="30255"/>
                  </a:lnTo>
                  <a:lnTo>
                    <a:pt x="1401" y="31443"/>
                  </a:lnTo>
                  <a:lnTo>
                    <a:pt x="976" y="32716"/>
                  </a:lnTo>
                  <a:lnTo>
                    <a:pt x="637" y="34074"/>
                  </a:lnTo>
                  <a:lnTo>
                    <a:pt x="340" y="35559"/>
                  </a:lnTo>
                  <a:lnTo>
                    <a:pt x="170" y="37129"/>
                  </a:lnTo>
                  <a:lnTo>
                    <a:pt x="43" y="38784"/>
                  </a:lnTo>
                  <a:lnTo>
                    <a:pt x="0" y="40524"/>
                  </a:lnTo>
                  <a:lnTo>
                    <a:pt x="85" y="42391"/>
                  </a:lnTo>
                  <a:lnTo>
                    <a:pt x="255" y="44343"/>
                  </a:lnTo>
                  <a:lnTo>
                    <a:pt x="509" y="46338"/>
                  </a:lnTo>
                  <a:lnTo>
                    <a:pt x="891" y="48374"/>
                  </a:lnTo>
                  <a:lnTo>
                    <a:pt x="1358" y="50454"/>
                  </a:lnTo>
                  <a:lnTo>
                    <a:pt x="1952" y="52618"/>
                  </a:lnTo>
                  <a:lnTo>
                    <a:pt x="2589" y="54824"/>
                  </a:lnTo>
                  <a:lnTo>
                    <a:pt x="3352" y="57073"/>
                  </a:lnTo>
                  <a:lnTo>
                    <a:pt x="4244" y="59365"/>
                  </a:lnTo>
                  <a:lnTo>
                    <a:pt x="5177" y="61741"/>
                  </a:lnTo>
                  <a:lnTo>
                    <a:pt x="6238" y="64160"/>
                  </a:lnTo>
                  <a:lnTo>
                    <a:pt x="7384" y="66621"/>
                  </a:lnTo>
                  <a:lnTo>
                    <a:pt x="8657" y="69124"/>
                  </a:lnTo>
                  <a:lnTo>
                    <a:pt x="10015" y="71670"/>
                  </a:lnTo>
                  <a:lnTo>
                    <a:pt x="11457" y="74301"/>
                  </a:lnTo>
                  <a:lnTo>
                    <a:pt x="12985" y="76932"/>
                  </a:lnTo>
                  <a:lnTo>
                    <a:pt x="14640" y="79648"/>
                  </a:lnTo>
                  <a:lnTo>
                    <a:pt x="16337" y="82406"/>
                  </a:lnTo>
                  <a:lnTo>
                    <a:pt x="18459" y="81091"/>
                  </a:lnTo>
                  <a:lnTo>
                    <a:pt x="16422" y="77866"/>
                  </a:lnTo>
                  <a:lnTo>
                    <a:pt x="14555" y="74768"/>
                  </a:lnTo>
                  <a:lnTo>
                    <a:pt x="12858" y="71798"/>
                  </a:lnTo>
                  <a:lnTo>
                    <a:pt x="11330" y="68912"/>
                  </a:lnTo>
                  <a:lnTo>
                    <a:pt x="9930" y="66154"/>
                  </a:lnTo>
                  <a:lnTo>
                    <a:pt x="8657" y="63481"/>
                  </a:lnTo>
                  <a:lnTo>
                    <a:pt x="7511" y="60935"/>
                  </a:lnTo>
                  <a:lnTo>
                    <a:pt x="6535" y="58516"/>
                  </a:lnTo>
                  <a:lnTo>
                    <a:pt x="5644" y="56182"/>
                  </a:lnTo>
                  <a:lnTo>
                    <a:pt x="4880" y="53933"/>
                  </a:lnTo>
                  <a:lnTo>
                    <a:pt x="4244" y="51769"/>
                  </a:lnTo>
                  <a:lnTo>
                    <a:pt x="3734" y="49732"/>
                  </a:lnTo>
                  <a:lnTo>
                    <a:pt x="3268" y="47780"/>
                  </a:lnTo>
                  <a:lnTo>
                    <a:pt x="2971" y="45956"/>
                  </a:lnTo>
                  <a:lnTo>
                    <a:pt x="2716" y="44173"/>
                  </a:lnTo>
                  <a:lnTo>
                    <a:pt x="2546" y="42476"/>
                  </a:lnTo>
                  <a:lnTo>
                    <a:pt x="2461" y="40906"/>
                  </a:lnTo>
                  <a:lnTo>
                    <a:pt x="2461" y="39378"/>
                  </a:lnTo>
                  <a:lnTo>
                    <a:pt x="2546" y="37936"/>
                  </a:lnTo>
                  <a:lnTo>
                    <a:pt x="2716" y="36620"/>
                  </a:lnTo>
                  <a:lnTo>
                    <a:pt x="2886" y="35347"/>
                  </a:lnTo>
                  <a:lnTo>
                    <a:pt x="3140" y="34159"/>
                  </a:lnTo>
                  <a:lnTo>
                    <a:pt x="3480" y="33013"/>
                  </a:lnTo>
                  <a:lnTo>
                    <a:pt x="3819" y="31953"/>
                  </a:lnTo>
                  <a:lnTo>
                    <a:pt x="4201" y="30977"/>
                  </a:lnTo>
                  <a:lnTo>
                    <a:pt x="4625" y="30085"/>
                  </a:lnTo>
                  <a:lnTo>
                    <a:pt x="5092" y="29237"/>
                  </a:lnTo>
                  <a:lnTo>
                    <a:pt x="5559" y="28431"/>
                  </a:lnTo>
                  <a:lnTo>
                    <a:pt x="6068" y="27709"/>
                  </a:lnTo>
                  <a:lnTo>
                    <a:pt x="6577" y="27073"/>
                  </a:lnTo>
                  <a:lnTo>
                    <a:pt x="7087" y="26436"/>
                  </a:lnTo>
                  <a:lnTo>
                    <a:pt x="7596" y="25885"/>
                  </a:lnTo>
                  <a:lnTo>
                    <a:pt x="8105" y="25418"/>
                  </a:lnTo>
                  <a:lnTo>
                    <a:pt x="8614" y="24951"/>
                  </a:lnTo>
                  <a:lnTo>
                    <a:pt x="9166" y="24527"/>
                  </a:lnTo>
                  <a:lnTo>
                    <a:pt x="9718" y="24102"/>
                  </a:lnTo>
                  <a:lnTo>
                    <a:pt x="10015" y="25545"/>
                  </a:lnTo>
                  <a:lnTo>
                    <a:pt x="10354" y="26903"/>
                  </a:lnTo>
                  <a:lnTo>
                    <a:pt x="10736" y="28176"/>
                  </a:lnTo>
                  <a:lnTo>
                    <a:pt x="11118" y="29407"/>
                  </a:lnTo>
                  <a:lnTo>
                    <a:pt x="11585" y="30510"/>
                  </a:lnTo>
                  <a:lnTo>
                    <a:pt x="12051" y="31528"/>
                  </a:lnTo>
                  <a:lnTo>
                    <a:pt x="12561" y="32504"/>
                  </a:lnTo>
                  <a:lnTo>
                    <a:pt x="13112" y="33353"/>
                  </a:lnTo>
                  <a:lnTo>
                    <a:pt x="13664" y="34159"/>
                  </a:lnTo>
                  <a:lnTo>
                    <a:pt x="14300" y="34838"/>
                  </a:lnTo>
                  <a:lnTo>
                    <a:pt x="14937" y="35475"/>
                  </a:lnTo>
                  <a:lnTo>
                    <a:pt x="15616" y="36026"/>
                  </a:lnTo>
                  <a:lnTo>
                    <a:pt x="16337" y="36451"/>
                  </a:lnTo>
                  <a:lnTo>
                    <a:pt x="17059" y="36832"/>
                  </a:lnTo>
                  <a:lnTo>
                    <a:pt x="17865" y="37129"/>
                  </a:lnTo>
                  <a:lnTo>
                    <a:pt x="18671" y="37342"/>
                  </a:lnTo>
                  <a:lnTo>
                    <a:pt x="19520" y="37469"/>
                  </a:lnTo>
                  <a:lnTo>
                    <a:pt x="20368" y="37596"/>
                  </a:lnTo>
                  <a:lnTo>
                    <a:pt x="21260" y="37639"/>
                  </a:lnTo>
                  <a:lnTo>
                    <a:pt x="22151" y="37639"/>
                  </a:lnTo>
                  <a:lnTo>
                    <a:pt x="22999" y="37554"/>
                  </a:lnTo>
                  <a:lnTo>
                    <a:pt x="23890" y="37427"/>
                  </a:lnTo>
                  <a:lnTo>
                    <a:pt x="24739" y="37214"/>
                  </a:lnTo>
                  <a:lnTo>
                    <a:pt x="25588" y="36960"/>
                  </a:lnTo>
                  <a:lnTo>
                    <a:pt x="26394" y="36620"/>
                  </a:lnTo>
                  <a:lnTo>
                    <a:pt x="27158" y="36196"/>
                  </a:lnTo>
                  <a:lnTo>
                    <a:pt x="27922" y="35729"/>
                  </a:lnTo>
                  <a:lnTo>
                    <a:pt x="28601" y="35135"/>
                  </a:lnTo>
                  <a:lnTo>
                    <a:pt x="28898" y="34796"/>
                  </a:lnTo>
                  <a:lnTo>
                    <a:pt x="29237" y="34456"/>
                  </a:lnTo>
                  <a:lnTo>
                    <a:pt x="29534" y="34074"/>
                  </a:lnTo>
                  <a:lnTo>
                    <a:pt x="29789" y="33692"/>
                  </a:lnTo>
                  <a:lnTo>
                    <a:pt x="30086" y="33268"/>
                  </a:lnTo>
                  <a:lnTo>
                    <a:pt x="30340" y="32844"/>
                  </a:lnTo>
                  <a:lnTo>
                    <a:pt x="30553" y="32377"/>
                  </a:lnTo>
                  <a:lnTo>
                    <a:pt x="30765" y="31868"/>
                  </a:lnTo>
                  <a:lnTo>
                    <a:pt x="31062" y="31061"/>
                  </a:lnTo>
                  <a:lnTo>
                    <a:pt x="31274" y="30213"/>
                  </a:lnTo>
                  <a:lnTo>
                    <a:pt x="31401" y="29364"/>
                  </a:lnTo>
                  <a:lnTo>
                    <a:pt x="31444" y="28515"/>
                  </a:lnTo>
                  <a:lnTo>
                    <a:pt x="31444" y="27667"/>
                  </a:lnTo>
                  <a:lnTo>
                    <a:pt x="31359" y="26818"/>
                  </a:lnTo>
                  <a:lnTo>
                    <a:pt x="31232" y="26012"/>
                  </a:lnTo>
                  <a:lnTo>
                    <a:pt x="31019" y="25206"/>
                  </a:lnTo>
                  <a:lnTo>
                    <a:pt x="30722" y="24442"/>
                  </a:lnTo>
                  <a:lnTo>
                    <a:pt x="30383" y="23678"/>
                  </a:lnTo>
                  <a:lnTo>
                    <a:pt x="30001" y="22957"/>
                  </a:lnTo>
                  <a:lnTo>
                    <a:pt x="29534" y="22278"/>
                  </a:lnTo>
                  <a:lnTo>
                    <a:pt x="28983" y="21599"/>
                  </a:lnTo>
                  <a:lnTo>
                    <a:pt x="28388" y="21005"/>
                  </a:lnTo>
                  <a:lnTo>
                    <a:pt x="27752" y="20495"/>
                  </a:lnTo>
                  <a:lnTo>
                    <a:pt x="27073" y="19986"/>
                  </a:lnTo>
                  <a:lnTo>
                    <a:pt x="26437" y="19647"/>
                  </a:lnTo>
                  <a:lnTo>
                    <a:pt x="25715" y="19307"/>
                  </a:lnTo>
                  <a:lnTo>
                    <a:pt x="24951" y="19053"/>
                  </a:lnTo>
                  <a:lnTo>
                    <a:pt x="24103" y="18798"/>
                  </a:lnTo>
                  <a:lnTo>
                    <a:pt x="23212" y="18628"/>
                  </a:lnTo>
                  <a:lnTo>
                    <a:pt x="22278" y="18459"/>
                  </a:lnTo>
                  <a:lnTo>
                    <a:pt x="21302" y="18374"/>
                  </a:lnTo>
                  <a:lnTo>
                    <a:pt x="20284" y="18331"/>
                  </a:lnTo>
                  <a:lnTo>
                    <a:pt x="19223" y="18374"/>
                  </a:lnTo>
                  <a:lnTo>
                    <a:pt x="18162" y="18416"/>
                  </a:lnTo>
                  <a:lnTo>
                    <a:pt x="17101" y="18586"/>
                  </a:lnTo>
                  <a:lnTo>
                    <a:pt x="15998" y="18756"/>
                  </a:lnTo>
                  <a:lnTo>
                    <a:pt x="14894" y="19010"/>
                  </a:lnTo>
                  <a:lnTo>
                    <a:pt x="13791" y="19350"/>
                  </a:lnTo>
                  <a:lnTo>
                    <a:pt x="12688" y="19732"/>
                  </a:lnTo>
                  <a:lnTo>
                    <a:pt x="11585" y="20198"/>
                  </a:lnTo>
                  <a:lnTo>
                    <a:pt x="11415" y="18798"/>
                  </a:lnTo>
                  <a:lnTo>
                    <a:pt x="11288" y="17440"/>
                  </a:lnTo>
                  <a:lnTo>
                    <a:pt x="11075" y="14640"/>
                  </a:lnTo>
                  <a:lnTo>
                    <a:pt x="10991" y="11839"/>
                  </a:lnTo>
                  <a:lnTo>
                    <a:pt x="10948" y="9166"/>
                  </a:lnTo>
                  <a:lnTo>
                    <a:pt x="10991" y="6577"/>
                  </a:lnTo>
                  <a:lnTo>
                    <a:pt x="11075" y="4201"/>
                  </a:lnTo>
                  <a:lnTo>
                    <a:pt x="11203" y="2079"/>
                  </a:lnTo>
                  <a:lnTo>
                    <a:pt x="11330" y="212"/>
                  </a:lnTo>
                  <a:lnTo>
                    <a:pt x="88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5"/>
            <p:cNvSpPr/>
            <p:nvPr/>
          </p:nvSpPr>
          <p:spPr>
            <a:xfrm>
              <a:off x="6925906" y="1939811"/>
              <a:ext cx="451767" cy="1181468"/>
            </a:xfrm>
            <a:custGeom>
              <a:rect b="b" l="l" r="r" t="t"/>
              <a:pathLst>
                <a:path extrusionOk="0" h="57710" w="22067">
                  <a:moveTo>
                    <a:pt x="17272" y="0"/>
                  </a:moveTo>
                  <a:lnTo>
                    <a:pt x="16847" y="43"/>
                  </a:lnTo>
                  <a:lnTo>
                    <a:pt x="6366" y="1697"/>
                  </a:lnTo>
                  <a:lnTo>
                    <a:pt x="7045" y="6195"/>
                  </a:lnTo>
                  <a:lnTo>
                    <a:pt x="15447" y="4838"/>
                  </a:lnTo>
                  <a:lnTo>
                    <a:pt x="15744" y="6238"/>
                  </a:lnTo>
                  <a:lnTo>
                    <a:pt x="16041" y="7978"/>
                  </a:lnTo>
                  <a:lnTo>
                    <a:pt x="16380" y="10014"/>
                  </a:lnTo>
                  <a:lnTo>
                    <a:pt x="16720" y="12263"/>
                  </a:lnTo>
                  <a:lnTo>
                    <a:pt x="17017" y="14725"/>
                  </a:lnTo>
                  <a:lnTo>
                    <a:pt x="17272" y="17355"/>
                  </a:lnTo>
                  <a:lnTo>
                    <a:pt x="17441" y="20156"/>
                  </a:lnTo>
                  <a:lnTo>
                    <a:pt x="17526" y="21556"/>
                  </a:lnTo>
                  <a:lnTo>
                    <a:pt x="17526" y="23042"/>
                  </a:lnTo>
                  <a:lnTo>
                    <a:pt x="17526" y="24484"/>
                  </a:lnTo>
                  <a:lnTo>
                    <a:pt x="17526" y="25969"/>
                  </a:lnTo>
                  <a:lnTo>
                    <a:pt x="17484" y="27455"/>
                  </a:lnTo>
                  <a:lnTo>
                    <a:pt x="17399" y="28940"/>
                  </a:lnTo>
                  <a:lnTo>
                    <a:pt x="17229" y="30383"/>
                  </a:lnTo>
                  <a:lnTo>
                    <a:pt x="17102" y="31868"/>
                  </a:lnTo>
                  <a:lnTo>
                    <a:pt x="16890" y="33353"/>
                  </a:lnTo>
                  <a:lnTo>
                    <a:pt x="16635" y="34796"/>
                  </a:lnTo>
                  <a:lnTo>
                    <a:pt x="16296" y="36196"/>
                  </a:lnTo>
                  <a:lnTo>
                    <a:pt x="15956" y="37596"/>
                  </a:lnTo>
                  <a:lnTo>
                    <a:pt x="15532" y="38997"/>
                  </a:lnTo>
                  <a:lnTo>
                    <a:pt x="15107" y="40312"/>
                  </a:lnTo>
                  <a:lnTo>
                    <a:pt x="14556" y="41628"/>
                  </a:lnTo>
                  <a:lnTo>
                    <a:pt x="14004" y="42901"/>
                  </a:lnTo>
                  <a:lnTo>
                    <a:pt x="13368" y="44089"/>
                  </a:lnTo>
                  <a:lnTo>
                    <a:pt x="12646" y="45277"/>
                  </a:lnTo>
                  <a:lnTo>
                    <a:pt x="12052" y="46083"/>
                  </a:lnTo>
                  <a:lnTo>
                    <a:pt x="11501" y="46847"/>
                  </a:lnTo>
                  <a:lnTo>
                    <a:pt x="10864" y="47568"/>
                  </a:lnTo>
                  <a:lnTo>
                    <a:pt x="10228" y="48247"/>
                  </a:lnTo>
                  <a:lnTo>
                    <a:pt x="9506" y="48926"/>
                  </a:lnTo>
                  <a:lnTo>
                    <a:pt x="8827" y="49520"/>
                  </a:lnTo>
                  <a:lnTo>
                    <a:pt x="8063" y="50072"/>
                  </a:lnTo>
                  <a:lnTo>
                    <a:pt x="7300" y="50581"/>
                  </a:lnTo>
                  <a:lnTo>
                    <a:pt x="6493" y="51048"/>
                  </a:lnTo>
                  <a:lnTo>
                    <a:pt x="5687" y="51515"/>
                  </a:lnTo>
                  <a:lnTo>
                    <a:pt x="4796" y="51896"/>
                  </a:lnTo>
                  <a:lnTo>
                    <a:pt x="3905" y="52236"/>
                  </a:lnTo>
                  <a:lnTo>
                    <a:pt x="2971" y="52533"/>
                  </a:lnTo>
                  <a:lnTo>
                    <a:pt x="2038" y="52830"/>
                  </a:lnTo>
                  <a:lnTo>
                    <a:pt x="1019" y="53042"/>
                  </a:lnTo>
                  <a:lnTo>
                    <a:pt x="1" y="53254"/>
                  </a:lnTo>
                  <a:lnTo>
                    <a:pt x="722" y="57710"/>
                  </a:lnTo>
                  <a:lnTo>
                    <a:pt x="1953" y="57498"/>
                  </a:lnTo>
                  <a:lnTo>
                    <a:pt x="3184" y="57201"/>
                  </a:lnTo>
                  <a:lnTo>
                    <a:pt x="4372" y="56861"/>
                  </a:lnTo>
                  <a:lnTo>
                    <a:pt x="5517" y="56479"/>
                  </a:lnTo>
                  <a:lnTo>
                    <a:pt x="6663" y="56013"/>
                  </a:lnTo>
                  <a:lnTo>
                    <a:pt x="7724" y="55546"/>
                  </a:lnTo>
                  <a:lnTo>
                    <a:pt x="8742" y="54994"/>
                  </a:lnTo>
                  <a:lnTo>
                    <a:pt x="9761" y="54400"/>
                  </a:lnTo>
                  <a:lnTo>
                    <a:pt x="10737" y="53721"/>
                  </a:lnTo>
                  <a:lnTo>
                    <a:pt x="11670" y="53042"/>
                  </a:lnTo>
                  <a:lnTo>
                    <a:pt x="12561" y="52278"/>
                  </a:lnTo>
                  <a:lnTo>
                    <a:pt x="13410" y="51472"/>
                  </a:lnTo>
                  <a:lnTo>
                    <a:pt x="14216" y="50623"/>
                  </a:lnTo>
                  <a:lnTo>
                    <a:pt x="14980" y="49690"/>
                  </a:lnTo>
                  <a:lnTo>
                    <a:pt x="15744" y="48756"/>
                  </a:lnTo>
                  <a:lnTo>
                    <a:pt x="16423" y="47738"/>
                  </a:lnTo>
                  <a:lnTo>
                    <a:pt x="17229" y="46423"/>
                  </a:lnTo>
                  <a:lnTo>
                    <a:pt x="17993" y="45065"/>
                  </a:lnTo>
                  <a:lnTo>
                    <a:pt x="18672" y="43579"/>
                  </a:lnTo>
                  <a:lnTo>
                    <a:pt x="19266" y="42094"/>
                  </a:lnTo>
                  <a:lnTo>
                    <a:pt x="19818" y="40482"/>
                  </a:lnTo>
                  <a:lnTo>
                    <a:pt x="20327" y="38827"/>
                  </a:lnTo>
                  <a:lnTo>
                    <a:pt x="20751" y="37087"/>
                  </a:lnTo>
                  <a:lnTo>
                    <a:pt x="21133" y="35305"/>
                  </a:lnTo>
                  <a:lnTo>
                    <a:pt x="21473" y="33438"/>
                  </a:lnTo>
                  <a:lnTo>
                    <a:pt x="21685" y="31486"/>
                  </a:lnTo>
                  <a:lnTo>
                    <a:pt x="21897" y="29491"/>
                  </a:lnTo>
                  <a:lnTo>
                    <a:pt x="22024" y="27412"/>
                  </a:lnTo>
                  <a:lnTo>
                    <a:pt x="22067" y="25291"/>
                  </a:lnTo>
                  <a:lnTo>
                    <a:pt x="22067" y="23084"/>
                  </a:lnTo>
                  <a:lnTo>
                    <a:pt x="22024" y="20793"/>
                  </a:lnTo>
                  <a:lnTo>
                    <a:pt x="21897" y="18459"/>
                  </a:lnTo>
                  <a:lnTo>
                    <a:pt x="21770" y="16761"/>
                  </a:lnTo>
                  <a:lnTo>
                    <a:pt x="21600" y="15106"/>
                  </a:lnTo>
                  <a:lnTo>
                    <a:pt x="21260" y="12009"/>
                  </a:lnTo>
                  <a:lnTo>
                    <a:pt x="20836" y="9166"/>
                  </a:lnTo>
                  <a:lnTo>
                    <a:pt x="20454" y="6747"/>
                  </a:lnTo>
                  <a:lnTo>
                    <a:pt x="20072" y="4710"/>
                  </a:lnTo>
                  <a:lnTo>
                    <a:pt x="19733" y="3140"/>
                  </a:lnTo>
                  <a:lnTo>
                    <a:pt x="19393" y="1697"/>
                  </a:lnTo>
                  <a:lnTo>
                    <a:pt x="19224" y="1273"/>
                  </a:lnTo>
                  <a:lnTo>
                    <a:pt x="19011" y="934"/>
                  </a:lnTo>
                  <a:lnTo>
                    <a:pt x="18757" y="637"/>
                  </a:lnTo>
                  <a:lnTo>
                    <a:pt x="18417" y="382"/>
                  </a:lnTo>
                  <a:lnTo>
                    <a:pt x="18078" y="170"/>
                  </a:lnTo>
                  <a:lnTo>
                    <a:pt x="17653" y="43"/>
                  </a:lnTo>
                  <a:lnTo>
                    <a:pt x="172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6925906" y="1939811"/>
              <a:ext cx="451767" cy="1181468"/>
            </a:xfrm>
            <a:custGeom>
              <a:rect b="b" l="l" r="r" t="t"/>
              <a:pathLst>
                <a:path extrusionOk="0" fill="none" h="57710" w="22067">
                  <a:moveTo>
                    <a:pt x="722" y="57710"/>
                  </a:moveTo>
                  <a:lnTo>
                    <a:pt x="722" y="57710"/>
                  </a:lnTo>
                  <a:lnTo>
                    <a:pt x="1953" y="57498"/>
                  </a:lnTo>
                  <a:lnTo>
                    <a:pt x="3184" y="57201"/>
                  </a:lnTo>
                  <a:lnTo>
                    <a:pt x="4372" y="56861"/>
                  </a:lnTo>
                  <a:lnTo>
                    <a:pt x="5517" y="56479"/>
                  </a:lnTo>
                  <a:lnTo>
                    <a:pt x="6663" y="56013"/>
                  </a:lnTo>
                  <a:lnTo>
                    <a:pt x="7724" y="55546"/>
                  </a:lnTo>
                  <a:lnTo>
                    <a:pt x="8742" y="54994"/>
                  </a:lnTo>
                  <a:lnTo>
                    <a:pt x="9761" y="54400"/>
                  </a:lnTo>
                  <a:lnTo>
                    <a:pt x="10737" y="53721"/>
                  </a:lnTo>
                  <a:lnTo>
                    <a:pt x="11670" y="53042"/>
                  </a:lnTo>
                  <a:lnTo>
                    <a:pt x="12561" y="52278"/>
                  </a:lnTo>
                  <a:lnTo>
                    <a:pt x="13410" y="51472"/>
                  </a:lnTo>
                  <a:lnTo>
                    <a:pt x="14216" y="50623"/>
                  </a:lnTo>
                  <a:lnTo>
                    <a:pt x="14980" y="49690"/>
                  </a:lnTo>
                  <a:lnTo>
                    <a:pt x="15744" y="48756"/>
                  </a:lnTo>
                  <a:lnTo>
                    <a:pt x="16423" y="47738"/>
                  </a:lnTo>
                  <a:lnTo>
                    <a:pt x="16423" y="47738"/>
                  </a:lnTo>
                  <a:lnTo>
                    <a:pt x="17229" y="46423"/>
                  </a:lnTo>
                  <a:lnTo>
                    <a:pt x="17993" y="45065"/>
                  </a:lnTo>
                  <a:lnTo>
                    <a:pt x="18672" y="43579"/>
                  </a:lnTo>
                  <a:lnTo>
                    <a:pt x="19266" y="42094"/>
                  </a:lnTo>
                  <a:lnTo>
                    <a:pt x="19818" y="40482"/>
                  </a:lnTo>
                  <a:lnTo>
                    <a:pt x="20327" y="38827"/>
                  </a:lnTo>
                  <a:lnTo>
                    <a:pt x="20751" y="37087"/>
                  </a:lnTo>
                  <a:lnTo>
                    <a:pt x="21133" y="35305"/>
                  </a:lnTo>
                  <a:lnTo>
                    <a:pt x="21473" y="33438"/>
                  </a:lnTo>
                  <a:lnTo>
                    <a:pt x="21685" y="31486"/>
                  </a:lnTo>
                  <a:lnTo>
                    <a:pt x="21897" y="29491"/>
                  </a:lnTo>
                  <a:lnTo>
                    <a:pt x="22024" y="27412"/>
                  </a:lnTo>
                  <a:lnTo>
                    <a:pt x="22067" y="25291"/>
                  </a:lnTo>
                  <a:lnTo>
                    <a:pt x="22067" y="23084"/>
                  </a:lnTo>
                  <a:lnTo>
                    <a:pt x="22024" y="20793"/>
                  </a:lnTo>
                  <a:lnTo>
                    <a:pt x="21897" y="18459"/>
                  </a:lnTo>
                  <a:lnTo>
                    <a:pt x="21897" y="18459"/>
                  </a:lnTo>
                  <a:lnTo>
                    <a:pt x="21770" y="16761"/>
                  </a:lnTo>
                  <a:lnTo>
                    <a:pt x="21600" y="15106"/>
                  </a:lnTo>
                  <a:lnTo>
                    <a:pt x="21260" y="12009"/>
                  </a:lnTo>
                  <a:lnTo>
                    <a:pt x="20836" y="9166"/>
                  </a:lnTo>
                  <a:lnTo>
                    <a:pt x="20454" y="6747"/>
                  </a:lnTo>
                  <a:lnTo>
                    <a:pt x="20072" y="4710"/>
                  </a:lnTo>
                  <a:lnTo>
                    <a:pt x="19733" y="3140"/>
                  </a:lnTo>
                  <a:lnTo>
                    <a:pt x="19393" y="1697"/>
                  </a:lnTo>
                  <a:lnTo>
                    <a:pt x="19393" y="1697"/>
                  </a:lnTo>
                  <a:lnTo>
                    <a:pt x="19224" y="1273"/>
                  </a:lnTo>
                  <a:lnTo>
                    <a:pt x="19011" y="934"/>
                  </a:lnTo>
                  <a:lnTo>
                    <a:pt x="18757" y="637"/>
                  </a:lnTo>
                  <a:lnTo>
                    <a:pt x="18417" y="382"/>
                  </a:lnTo>
                  <a:lnTo>
                    <a:pt x="18078" y="170"/>
                  </a:lnTo>
                  <a:lnTo>
                    <a:pt x="17653" y="43"/>
                  </a:lnTo>
                  <a:lnTo>
                    <a:pt x="17272" y="0"/>
                  </a:lnTo>
                  <a:lnTo>
                    <a:pt x="16847" y="43"/>
                  </a:lnTo>
                  <a:lnTo>
                    <a:pt x="6366" y="1697"/>
                  </a:lnTo>
                  <a:lnTo>
                    <a:pt x="7045" y="6195"/>
                  </a:lnTo>
                  <a:lnTo>
                    <a:pt x="15447" y="4838"/>
                  </a:lnTo>
                  <a:lnTo>
                    <a:pt x="15447" y="4838"/>
                  </a:lnTo>
                  <a:lnTo>
                    <a:pt x="15744" y="6238"/>
                  </a:lnTo>
                  <a:lnTo>
                    <a:pt x="16041" y="7978"/>
                  </a:lnTo>
                  <a:lnTo>
                    <a:pt x="16380" y="10014"/>
                  </a:lnTo>
                  <a:lnTo>
                    <a:pt x="16720" y="12263"/>
                  </a:lnTo>
                  <a:lnTo>
                    <a:pt x="17017" y="14725"/>
                  </a:lnTo>
                  <a:lnTo>
                    <a:pt x="17272" y="17355"/>
                  </a:lnTo>
                  <a:lnTo>
                    <a:pt x="17441" y="20156"/>
                  </a:lnTo>
                  <a:lnTo>
                    <a:pt x="17526" y="21556"/>
                  </a:lnTo>
                  <a:lnTo>
                    <a:pt x="17526" y="23042"/>
                  </a:lnTo>
                  <a:lnTo>
                    <a:pt x="17526" y="24484"/>
                  </a:lnTo>
                  <a:lnTo>
                    <a:pt x="17526" y="25969"/>
                  </a:lnTo>
                  <a:lnTo>
                    <a:pt x="17484" y="27455"/>
                  </a:lnTo>
                  <a:lnTo>
                    <a:pt x="17399" y="28940"/>
                  </a:lnTo>
                  <a:lnTo>
                    <a:pt x="17229" y="30383"/>
                  </a:lnTo>
                  <a:lnTo>
                    <a:pt x="17102" y="31868"/>
                  </a:lnTo>
                  <a:lnTo>
                    <a:pt x="16890" y="33353"/>
                  </a:lnTo>
                  <a:lnTo>
                    <a:pt x="16635" y="34796"/>
                  </a:lnTo>
                  <a:lnTo>
                    <a:pt x="16296" y="36196"/>
                  </a:lnTo>
                  <a:lnTo>
                    <a:pt x="15956" y="37596"/>
                  </a:lnTo>
                  <a:lnTo>
                    <a:pt x="15532" y="38997"/>
                  </a:lnTo>
                  <a:lnTo>
                    <a:pt x="15107" y="40312"/>
                  </a:lnTo>
                  <a:lnTo>
                    <a:pt x="14556" y="41628"/>
                  </a:lnTo>
                  <a:lnTo>
                    <a:pt x="14004" y="42901"/>
                  </a:lnTo>
                  <a:lnTo>
                    <a:pt x="13368" y="44089"/>
                  </a:lnTo>
                  <a:lnTo>
                    <a:pt x="12646" y="45277"/>
                  </a:lnTo>
                  <a:lnTo>
                    <a:pt x="12646" y="45277"/>
                  </a:lnTo>
                  <a:lnTo>
                    <a:pt x="12052" y="46083"/>
                  </a:lnTo>
                  <a:lnTo>
                    <a:pt x="11501" y="46847"/>
                  </a:lnTo>
                  <a:lnTo>
                    <a:pt x="10864" y="47568"/>
                  </a:lnTo>
                  <a:lnTo>
                    <a:pt x="10228" y="48247"/>
                  </a:lnTo>
                  <a:lnTo>
                    <a:pt x="9506" y="48926"/>
                  </a:lnTo>
                  <a:lnTo>
                    <a:pt x="8827" y="49520"/>
                  </a:lnTo>
                  <a:lnTo>
                    <a:pt x="8063" y="50072"/>
                  </a:lnTo>
                  <a:lnTo>
                    <a:pt x="7300" y="50581"/>
                  </a:lnTo>
                  <a:lnTo>
                    <a:pt x="6493" y="51048"/>
                  </a:lnTo>
                  <a:lnTo>
                    <a:pt x="5687" y="51515"/>
                  </a:lnTo>
                  <a:lnTo>
                    <a:pt x="4796" y="51896"/>
                  </a:lnTo>
                  <a:lnTo>
                    <a:pt x="3905" y="52236"/>
                  </a:lnTo>
                  <a:lnTo>
                    <a:pt x="2971" y="52533"/>
                  </a:lnTo>
                  <a:lnTo>
                    <a:pt x="2038" y="52830"/>
                  </a:lnTo>
                  <a:lnTo>
                    <a:pt x="1019" y="53042"/>
                  </a:lnTo>
                  <a:lnTo>
                    <a:pt x="1" y="53254"/>
                  </a:lnTo>
                  <a:lnTo>
                    <a:pt x="722" y="5771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5"/>
            <p:cNvSpPr/>
            <p:nvPr/>
          </p:nvSpPr>
          <p:spPr>
            <a:xfrm>
              <a:off x="7031891" y="1885948"/>
              <a:ext cx="102547" cy="216333"/>
            </a:xfrm>
            <a:custGeom>
              <a:rect b="b" l="l" r="r" t="t"/>
              <a:pathLst>
                <a:path extrusionOk="0" h="10567" w="5009">
                  <a:moveTo>
                    <a:pt x="1656" y="0"/>
                  </a:moveTo>
                  <a:lnTo>
                    <a:pt x="1274" y="127"/>
                  </a:lnTo>
                  <a:lnTo>
                    <a:pt x="934" y="297"/>
                  </a:lnTo>
                  <a:lnTo>
                    <a:pt x="637" y="509"/>
                  </a:lnTo>
                  <a:lnTo>
                    <a:pt x="383" y="806"/>
                  </a:lnTo>
                  <a:lnTo>
                    <a:pt x="171" y="1146"/>
                  </a:lnTo>
                  <a:lnTo>
                    <a:pt x="43" y="1485"/>
                  </a:lnTo>
                  <a:lnTo>
                    <a:pt x="1" y="1867"/>
                  </a:lnTo>
                  <a:lnTo>
                    <a:pt x="1" y="2292"/>
                  </a:lnTo>
                  <a:lnTo>
                    <a:pt x="1062" y="8911"/>
                  </a:lnTo>
                  <a:lnTo>
                    <a:pt x="1189" y="9293"/>
                  </a:lnTo>
                  <a:lnTo>
                    <a:pt x="1359" y="9633"/>
                  </a:lnTo>
                  <a:lnTo>
                    <a:pt x="1571" y="9930"/>
                  </a:lnTo>
                  <a:lnTo>
                    <a:pt x="1868" y="10184"/>
                  </a:lnTo>
                  <a:lnTo>
                    <a:pt x="2207" y="10396"/>
                  </a:lnTo>
                  <a:lnTo>
                    <a:pt x="2547" y="10524"/>
                  </a:lnTo>
                  <a:lnTo>
                    <a:pt x="2929" y="10566"/>
                  </a:lnTo>
                  <a:lnTo>
                    <a:pt x="3353" y="10524"/>
                  </a:lnTo>
                  <a:lnTo>
                    <a:pt x="3735" y="10439"/>
                  </a:lnTo>
                  <a:lnTo>
                    <a:pt x="4075" y="10269"/>
                  </a:lnTo>
                  <a:lnTo>
                    <a:pt x="4372" y="10015"/>
                  </a:lnTo>
                  <a:lnTo>
                    <a:pt x="4626" y="9760"/>
                  </a:lnTo>
                  <a:lnTo>
                    <a:pt x="4796" y="9420"/>
                  </a:lnTo>
                  <a:lnTo>
                    <a:pt x="4923" y="9081"/>
                  </a:lnTo>
                  <a:lnTo>
                    <a:pt x="5008" y="8699"/>
                  </a:lnTo>
                  <a:lnTo>
                    <a:pt x="4966" y="8275"/>
                  </a:lnTo>
                  <a:lnTo>
                    <a:pt x="3905" y="1655"/>
                  </a:lnTo>
                  <a:lnTo>
                    <a:pt x="3820" y="1273"/>
                  </a:lnTo>
                  <a:lnTo>
                    <a:pt x="3650" y="934"/>
                  </a:lnTo>
                  <a:lnTo>
                    <a:pt x="3396" y="637"/>
                  </a:lnTo>
                  <a:lnTo>
                    <a:pt x="3099" y="382"/>
                  </a:lnTo>
                  <a:lnTo>
                    <a:pt x="2802" y="170"/>
                  </a:lnTo>
                  <a:lnTo>
                    <a:pt x="2420" y="43"/>
                  </a:lnTo>
                  <a:lnTo>
                    <a:pt x="20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7037972" y="1956311"/>
              <a:ext cx="96466" cy="145969"/>
            </a:xfrm>
            <a:custGeom>
              <a:rect b="b" l="l" r="r" t="t"/>
              <a:pathLst>
                <a:path extrusionOk="0" h="7130" w="4712">
                  <a:moveTo>
                    <a:pt x="3905" y="0"/>
                  </a:moveTo>
                  <a:lnTo>
                    <a:pt x="3905" y="425"/>
                  </a:lnTo>
                  <a:lnTo>
                    <a:pt x="3862" y="807"/>
                  </a:lnTo>
                  <a:lnTo>
                    <a:pt x="3735" y="1146"/>
                  </a:lnTo>
                  <a:lnTo>
                    <a:pt x="3565" y="1485"/>
                  </a:lnTo>
                  <a:lnTo>
                    <a:pt x="3311" y="1740"/>
                  </a:lnTo>
                  <a:lnTo>
                    <a:pt x="3014" y="1995"/>
                  </a:lnTo>
                  <a:lnTo>
                    <a:pt x="2632" y="2164"/>
                  </a:lnTo>
                  <a:lnTo>
                    <a:pt x="2250" y="2249"/>
                  </a:lnTo>
                  <a:lnTo>
                    <a:pt x="1868" y="2292"/>
                  </a:lnTo>
                  <a:lnTo>
                    <a:pt x="1486" y="2249"/>
                  </a:lnTo>
                  <a:lnTo>
                    <a:pt x="1104" y="2122"/>
                  </a:lnTo>
                  <a:lnTo>
                    <a:pt x="807" y="1910"/>
                  </a:lnTo>
                  <a:lnTo>
                    <a:pt x="510" y="1655"/>
                  </a:lnTo>
                  <a:lnTo>
                    <a:pt x="298" y="1358"/>
                  </a:lnTo>
                  <a:lnTo>
                    <a:pt x="128" y="1019"/>
                  </a:lnTo>
                  <a:lnTo>
                    <a:pt x="1" y="637"/>
                  </a:lnTo>
                  <a:lnTo>
                    <a:pt x="765" y="5474"/>
                  </a:lnTo>
                  <a:lnTo>
                    <a:pt x="892" y="5856"/>
                  </a:lnTo>
                  <a:lnTo>
                    <a:pt x="1062" y="6196"/>
                  </a:lnTo>
                  <a:lnTo>
                    <a:pt x="1274" y="6493"/>
                  </a:lnTo>
                  <a:lnTo>
                    <a:pt x="1571" y="6747"/>
                  </a:lnTo>
                  <a:lnTo>
                    <a:pt x="1910" y="6959"/>
                  </a:lnTo>
                  <a:lnTo>
                    <a:pt x="2250" y="7087"/>
                  </a:lnTo>
                  <a:lnTo>
                    <a:pt x="2632" y="7129"/>
                  </a:lnTo>
                  <a:lnTo>
                    <a:pt x="3056" y="7087"/>
                  </a:lnTo>
                  <a:lnTo>
                    <a:pt x="3438" y="7002"/>
                  </a:lnTo>
                  <a:lnTo>
                    <a:pt x="3778" y="6832"/>
                  </a:lnTo>
                  <a:lnTo>
                    <a:pt x="4075" y="6578"/>
                  </a:lnTo>
                  <a:lnTo>
                    <a:pt x="4329" y="6323"/>
                  </a:lnTo>
                  <a:lnTo>
                    <a:pt x="4499" y="5983"/>
                  </a:lnTo>
                  <a:lnTo>
                    <a:pt x="4626" y="5644"/>
                  </a:lnTo>
                  <a:lnTo>
                    <a:pt x="4711" y="5262"/>
                  </a:lnTo>
                  <a:lnTo>
                    <a:pt x="4669" y="4838"/>
                  </a:lnTo>
                  <a:lnTo>
                    <a:pt x="39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7358548" y="2166542"/>
              <a:ext cx="20002" cy="266716"/>
            </a:xfrm>
            <a:custGeom>
              <a:rect b="b" l="l" r="r" t="t"/>
              <a:pathLst>
                <a:path extrusionOk="0" h="13028" w="977">
                  <a:moveTo>
                    <a:pt x="0" y="0"/>
                  </a:moveTo>
                  <a:lnTo>
                    <a:pt x="0" y="0"/>
                  </a:lnTo>
                  <a:lnTo>
                    <a:pt x="212" y="1740"/>
                  </a:lnTo>
                  <a:lnTo>
                    <a:pt x="424" y="3522"/>
                  </a:lnTo>
                  <a:lnTo>
                    <a:pt x="637" y="5432"/>
                  </a:lnTo>
                  <a:lnTo>
                    <a:pt x="764" y="7384"/>
                  </a:lnTo>
                  <a:lnTo>
                    <a:pt x="764" y="7384"/>
                  </a:lnTo>
                  <a:lnTo>
                    <a:pt x="891" y="10269"/>
                  </a:lnTo>
                  <a:lnTo>
                    <a:pt x="976" y="13027"/>
                  </a:lnTo>
                  <a:lnTo>
                    <a:pt x="976" y="13027"/>
                  </a:lnTo>
                  <a:lnTo>
                    <a:pt x="891" y="10269"/>
                  </a:lnTo>
                  <a:lnTo>
                    <a:pt x="764" y="7384"/>
                  </a:lnTo>
                  <a:lnTo>
                    <a:pt x="764" y="7384"/>
                  </a:lnTo>
                  <a:lnTo>
                    <a:pt x="637" y="5432"/>
                  </a:lnTo>
                  <a:lnTo>
                    <a:pt x="424" y="3522"/>
                  </a:lnTo>
                  <a:lnTo>
                    <a:pt x="212" y="174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7358548" y="2166542"/>
              <a:ext cx="20002" cy="266716"/>
            </a:xfrm>
            <a:custGeom>
              <a:rect b="b" l="l" r="r" t="t"/>
              <a:pathLst>
                <a:path extrusionOk="0" fill="none" h="13028" w="977">
                  <a:moveTo>
                    <a:pt x="0" y="0"/>
                  </a:moveTo>
                  <a:lnTo>
                    <a:pt x="0" y="0"/>
                  </a:lnTo>
                  <a:lnTo>
                    <a:pt x="212" y="1740"/>
                  </a:lnTo>
                  <a:lnTo>
                    <a:pt x="424" y="3522"/>
                  </a:lnTo>
                  <a:lnTo>
                    <a:pt x="637" y="5432"/>
                  </a:lnTo>
                  <a:lnTo>
                    <a:pt x="764" y="7384"/>
                  </a:lnTo>
                  <a:lnTo>
                    <a:pt x="764" y="7384"/>
                  </a:lnTo>
                  <a:lnTo>
                    <a:pt x="891" y="10269"/>
                  </a:lnTo>
                  <a:lnTo>
                    <a:pt x="976" y="13027"/>
                  </a:lnTo>
                  <a:lnTo>
                    <a:pt x="976" y="13027"/>
                  </a:lnTo>
                  <a:lnTo>
                    <a:pt x="891" y="10269"/>
                  </a:lnTo>
                  <a:lnTo>
                    <a:pt x="764" y="7384"/>
                  </a:lnTo>
                  <a:lnTo>
                    <a:pt x="764" y="7384"/>
                  </a:lnTo>
                  <a:lnTo>
                    <a:pt x="637" y="5432"/>
                  </a:lnTo>
                  <a:lnTo>
                    <a:pt x="424" y="3522"/>
                  </a:lnTo>
                  <a:lnTo>
                    <a:pt x="212" y="174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7205640" y="2058817"/>
              <a:ext cx="172911" cy="880911"/>
            </a:xfrm>
            <a:custGeom>
              <a:rect b="b" l="l" r="r" t="t"/>
              <a:pathLst>
                <a:path extrusionOk="0" h="43029" w="8446">
                  <a:moveTo>
                    <a:pt x="5941" y="0"/>
                  </a:moveTo>
                  <a:lnTo>
                    <a:pt x="5729" y="43"/>
                  </a:lnTo>
                  <a:lnTo>
                    <a:pt x="5517" y="128"/>
                  </a:lnTo>
                  <a:lnTo>
                    <a:pt x="5347" y="298"/>
                  </a:lnTo>
                  <a:lnTo>
                    <a:pt x="5178" y="595"/>
                  </a:lnTo>
                  <a:lnTo>
                    <a:pt x="5050" y="1019"/>
                  </a:lnTo>
                  <a:lnTo>
                    <a:pt x="5008" y="1571"/>
                  </a:lnTo>
                  <a:lnTo>
                    <a:pt x="5050" y="2249"/>
                  </a:lnTo>
                  <a:lnTo>
                    <a:pt x="5135" y="3141"/>
                  </a:lnTo>
                  <a:lnTo>
                    <a:pt x="5475" y="5517"/>
                  </a:lnTo>
                  <a:lnTo>
                    <a:pt x="5687" y="7214"/>
                  </a:lnTo>
                  <a:lnTo>
                    <a:pt x="5899" y="9209"/>
                  </a:lnTo>
                  <a:lnTo>
                    <a:pt x="6069" y="11415"/>
                  </a:lnTo>
                  <a:lnTo>
                    <a:pt x="6238" y="13876"/>
                  </a:lnTo>
                  <a:lnTo>
                    <a:pt x="6281" y="16465"/>
                  </a:lnTo>
                  <a:lnTo>
                    <a:pt x="6281" y="19223"/>
                  </a:lnTo>
                  <a:lnTo>
                    <a:pt x="6238" y="20623"/>
                  </a:lnTo>
                  <a:lnTo>
                    <a:pt x="6154" y="22066"/>
                  </a:lnTo>
                  <a:lnTo>
                    <a:pt x="6026" y="23509"/>
                  </a:lnTo>
                  <a:lnTo>
                    <a:pt x="5899" y="24951"/>
                  </a:lnTo>
                  <a:lnTo>
                    <a:pt x="5729" y="26394"/>
                  </a:lnTo>
                  <a:lnTo>
                    <a:pt x="5475" y="27837"/>
                  </a:lnTo>
                  <a:lnTo>
                    <a:pt x="5220" y="29280"/>
                  </a:lnTo>
                  <a:lnTo>
                    <a:pt x="4923" y="30722"/>
                  </a:lnTo>
                  <a:lnTo>
                    <a:pt x="4541" y="32165"/>
                  </a:lnTo>
                  <a:lnTo>
                    <a:pt x="4159" y="33566"/>
                  </a:lnTo>
                  <a:lnTo>
                    <a:pt x="3692" y="34923"/>
                  </a:lnTo>
                  <a:lnTo>
                    <a:pt x="3183" y="36281"/>
                  </a:lnTo>
                  <a:lnTo>
                    <a:pt x="2589" y="37597"/>
                  </a:lnTo>
                  <a:lnTo>
                    <a:pt x="1953" y="38827"/>
                  </a:lnTo>
                  <a:lnTo>
                    <a:pt x="1274" y="40058"/>
                  </a:lnTo>
                  <a:lnTo>
                    <a:pt x="510" y="41246"/>
                  </a:lnTo>
                  <a:lnTo>
                    <a:pt x="213" y="41670"/>
                  </a:lnTo>
                  <a:lnTo>
                    <a:pt x="86" y="42010"/>
                  </a:lnTo>
                  <a:lnTo>
                    <a:pt x="1" y="42307"/>
                  </a:lnTo>
                  <a:lnTo>
                    <a:pt x="43" y="42561"/>
                  </a:lnTo>
                  <a:lnTo>
                    <a:pt x="170" y="42774"/>
                  </a:lnTo>
                  <a:lnTo>
                    <a:pt x="383" y="42943"/>
                  </a:lnTo>
                  <a:lnTo>
                    <a:pt x="637" y="43028"/>
                  </a:lnTo>
                  <a:lnTo>
                    <a:pt x="1146" y="43028"/>
                  </a:lnTo>
                  <a:lnTo>
                    <a:pt x="1359" y="42986"/>
                  </a:lnTo>
                  <a:lnTo>
                    <a:pt x="1571" y="42901"/>
                  </a:lnTo>
                  <a:lnTo>
                    <a:pt x="1783" y="42816"/>
                  </a:lnTo>
                  <a:lnTo>
                    <a:pt x="1995" y="42689"/>
                  </a:lnTo>
                  <a:lnTo>
                    <a:pt x="2207" y="42561"/>
                  </a:lnTo>
                  <a:lnTo>
                    <a:pt x="2419" y="42349"/>
                  </a:lnTo>
                  <a:lnTo>
                    <a:pt x="2632" y="42137"/>
                  </a:lnTo>
                  <a:lnTo>
                    <a:pt x="2759" y="41925"/>
                  </a:lnTo>
                  <a:lnTo>
                    <a:pt x="3438" y="40822"/>
                  </a:lnTo>
                  <a:lnTo>
                    <a:pt x="4074" y="39676"/>
                  </a:lnTo>
                  <a:lnTo>
                    <a:pt x="4668" y="38488"/>
                  </a:lnTo>
                  <a:lnTo>
                    <a:pt x="5220" y="37215"/>
                  </a:lnTo>
                  <a:lnTo>
                    <a:pt x="5729" y="35899"/>
                  </a:lnTo>
                  <a:lnTo>
                    <a:pt x="6196" y="34541"/>
                  </a:lnTo>
                  <a:lnTo>
                    <a:pt x="6620" y="33141"/>
                  </a:lnTo>
                  <a:lnTo>
                    <a:pt x="7002" y="31698"/>
                  </a:lnTo>
                  <a:lnTo>
                    <a:pt x="7342" y="30213"/>
                  </a:lnTo>
                  <a:lnTo>
                    <a:pt x="7639" y="28643"/>
                  </a:lnTo>
                  <a:lnTo>
                    <a:pt x="7851" y="27031"/>
                  </a:lnTo>
                  <a:lnTo>
                    <a:pt x="8063" y="25376"/>
                  </a:lnTo>
                  <a:lnTo>
                    <a:pt x="8233" y="23678"/>
                  </a:lnTo>
                  <a:lnTo>
                    <a:pt x="8318" y="21939"/>
                  </a:lnTo>
                  <a:lnTo>
                    <a:pt x="8403" y="20156"/>
                  </a:lnTo>
                  <a:lnTo>
                    <a:pt x="8445" y="18289"/>
                  </a:lnTo>
                  <a:lnTo>
                    <a:pt x="8360" y="15531"/>
                  </a:lnTo>
                  <a:lnTo>
                    <a:pt x="8233" y="12646"/>
                  </a:lnTo>
                  <a:lnTo>
                    <a:pt x="8106" y="10694"/>
                  </a:lnTo>
                  <a:lnTo>
                    <a:pt x="7893" y="8784"/>
                  </a:lnTo>
                  <a:lnTo>
                    <a:pt x="7681" y="7002"/>
                  </a:lnTo>
                  <a:lnTo>
                    <a:pt x="7469" y="5262"/>
                  </a:lnTo>
                  <a:lnTo>
                    <a:pt x="7045" y="2547"/>
                  </a:lnTo>
                  <a:lnTo>
                    <a:pt x="6663" y="213"/>
                  </a:lnTo>
                  <a:lnTo>
                    <a:pt x="6451" y="128"/>
                  </a:lnTo>
                  <a:lnTo>
                    <a:pt x="6238" y="43"/>
                  </a:lnTo>
                  <a:lnTo>
                    <a:pt x="59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6219650" y="2068377"/>
              <a:ext cx="721062" cy="1059861"/>
            </a:xfrm>
            <a:custGeom>
              <a:rect b="b" l="l" r="r" t="t"/>
              <a:pathLst>
                <a:path extrusionOk="0" h="51770" w="35221">
                  <a:moveTo>
                    <a:pt x="12348" y="0"/>
                  </a:moveTo>
                  <a:lnTo>
                    <a:pt x="1867" y="1655"/>
                  </a:lnTo>
                  <a:lnTo>
                    <a:pt x="1485" y="1782"/>
                  </a:lnTo>
                  <a:lnTo>
                    <a:pt x="1103" y="1952"/>
                  </a:lnTo>
                  <a:lnTo>
                    <a:pt x="764" y="2207"/>
                  </a:lnTo>
                  <a:lnTo>
                    <a:pt x="467" y="2504"/>
                  </a:lnTo>
                  <a:lnTo>
                    <a:pt x="255" y="2843"/>
                  </a:lnTo>
                  <a:lnTo>
                    <a:pt x="85" y="3225"/>
                  </a:lnTo>
                  <a:lnTo>
                    <a:pt x="0" y="3607"/>
                  </a:lnTo>
                  <a:lnTo>
                    <a:pt x="0" y="4031"/>
                  </a:lnTo>
                  <a:lnTo>
                    <a:pt x="128" y="5517"/>
                  </a:lnTo>
                  <a:lnTo>
                    <a:pt x="297" y="7129"/>
                  </a:lnTo>
                  <a:lnTo>
                    <a:pt x="552" y="9166"/>
                  </a:lnTo>
                  <a:lnTo>
                    <a:pt x="934" y="11627"/>
                  </a:lnTo>
                  <a:lnTo>
                    <a:pt x="1401" y="14428"/>
                  </a:lnTo>
                  <a:lnTo>
                    <a:pt x="2037" y="17483"/>
                  </a:lnTo>
                  <a:lnTo>
                    <a:pt x="2419" y="19095"/>
                  </a:lnTo>
                  <a:lnTo>
                    <a:pt x="2843" y="20793"/>
                  </a:lnTo>
                  <a:lnTo>
                    <a:pt x="3437" y="23042"/>
                  </a:lnTo>
                  <a:lnTo>
                    <a:pt x="4074" y="25206"/>
                  </a:lnTo>
                  <a:lnTo>
                    <a:pt x="4795" y="27285"/>
                  </a:lnTo>
                  <a:lnTo>
                    <a:pt x="5517" y="29322"/>
                  </a:lnTo>
                  <a:lnTo>
                    <a:pt x="6280" y="31231"/>
                  </a:lnTo>
                  <a:lnTo>
                    <a:pt x="7087" y="33099"/>
                  </a:lnTo>
                  <a:lnTo>
                    <a:pt x="7935" y="34838"/>
                  </a:lnTo>
                  <a:lnTo>
                    <a:pt x="8784" y="36536"/>
                  </a:lnTo>
                  <a:lnTo>
                    <a:pt x="9718" y="38106"/>
                  </a:lnTo>
                  <a:lnTo>
                    <a:pt x="10651" y="39633"/>
                  </a:lnTo>
                  <a:lnTo>
                    <a:pt x="11670" y="41034"/>
                  </a:lnTo>
                  <a:lnTo>
                    <a:pt x="12688" y="42391"/>
                  </a:lnTo>
                  <a:lnTo>
                    <a:pt x="13749" y="43622"/>
                  </a:lnTo>
                  <a:lnTo>
                    <a:pt x="14852" y="44810"/>
                  </a:lnTo>
                  <a:lnTo>
                    <a:pt x="15998" y="45871"/>
                  </a:lnTo>
                  <a:lnTo>
                    <a:pt x="17144" y="46847"/>
                  </a:lnTo>
                  <a:lnTo>
                    <a:pt x="18162" y="47611"/>
                  </a:lnTo>
                  <a:lnTo>
                    <a:pt x="19138" y="48290"/>
                  </a:lnTo>
                  <a:lnTo>
                    <a:pt x="20156" y="48926"/>
                  </a:lnTo>
                  <a:lnTo>
                    <a:pt x="21217" y="49478"/>
                  </a:lnTo>
                  <a:lnTo>
                    <a:pt x="22278" y="49987"/>
                  </a:lnTo>
                  <a:lnTo>
                    <a:pt x="23339" y="50411"/>
                  </a:lnTo>
                  <a:lnTo>
                    <a:pt x="24442" y="50793"/>
                  </a:lnTo>
                  <a:lnTo>
                    <a:pt x="25588" y="51090"/>
                  </a:lnTo>
                  <a:lnTo>
                    <a:pt x="26691" y="51345"/>
                  </a:lnTo>
                  <a:lnTo>
                    <a:pt x="27879" y="51557"/>
                  </a:lnTo>
                  <a:lnTo>
                    <a:pt x="29067" y="51684"/>
                  </a:lnTo>
                  <a:lnTo>
                    <a:pt x="30256" y="51769"/>
                  </a:lnTo>
                  <a:lnTo>
                    <a:pt x="31444" y="51769"/>
                  </a:lnTo>
                  <a:lnTo>
                    <a:pt x="32674" y="51727"/>
                  </a:lnTo>
                  <a:lnTo>
                    <a:pt x="33947" y="51600"/>
                  </a:lnTo>
                  <a:lnTo>
                    <a:pt x="35220" y="51430"/>
                  </a:lnTo>
                  <a:lnTo>
                    <a:pt x="34499" y="46974"/>
                  </a:lnTo>
                  <a:lnTo>
                    <a:pt x="33438" y="47102"/>
                  </a:lnTo>
                  <a:lnTo>
                    <a:pt x="32420" y="47186"/>
                  </a:lnTo>
                  <a:lnTo>
                    <a:pt x="31444" y="47229"/>
                  </a:lnTo>
                  <a:lnTo>
                    <a:pt x="30468" y="47229"/>
                  </a:lnTo>
                  <a:lnTo>
                    <a:pt x="29492" y="47186"/>
                  </a:lnTo>
                  <a:lnTo>
                    <a:pt x="28558" y="47059"/>
                  </a:lnTo>
                  <a:lnTo>
                    <a:pt x="27625" y="46932"/>
                  </a:lnTo>
                  <a:lnTo>
                    <a:pt x="26734" y="46720"/>
                  </a:lnTo>
                  <a:lnTo>
                    <a:pt x="25842" y="46465"/>
                  </a:lnTo>
                  <a:lnTo>
                    <a:pt x="24951" y="46168"/>
                  </a:lnTo>
                  <a:lnTo>
                    <a:pt x="24103" y="45829"/>
                  </a:lnTo>
                  <a:lnTo>
                    <a:pt x="23254" y="45404"/>
                  </a:lnTo>
                  <a:lnTo>
                    <a:pt x="22405" y="44980"/>
                  </a:lnTo>
                  <a:lnTo>
                    <a:pt x="21599" y="44471"/>
                  </a:lnTo>
                  <a:lnTo>
                    <a:pt x="20793" y="43919"/>
                  </a:lnTo>
                  <a:lnTo>
                    <a:pt x="19987" y="43325"/>
                  </a:lnTo>
                  <a:lnTo>
                    <a:pt x="18968" y="42434"/>
                  </a:lnTo>
                  <a:lnTo>
                    <a:pt x="17950" y="41500"/>
                  </a:lnTo>
                  <a:lnTo>
                    <a:pt x="17016" y="40482"/>
                  </a:lnTo>
                  <a:lnTo>
                    <a:pt x="16125" y="39421"/>
                  </a:lnTo>
                  <a:lnTo>
                    <a:pt x="15276" y="38275"/>
                  </a:lnTo>
                  <a:lnTo>
                    <a:pt x="14428" y="37087"/>
                  </a:lnTo>
                  <a:lnTo>
                    <a:pt x="13664" y="35899"/>
                  </a:lnTo>
                  <a:lnTo>
                    <a:pt x="12943" y="34626"/>
                  </a:lnTo>
                  <a:lnTo>
                    <a:pt x="12264" y="33311"/>
                  </a:lnTo>
                  <a:lnTo>
                    <a:pt x="11585" y="31995"/>
                  </a:lnTo>
                  <a:lnTo>
                    <a:pt x="10991" y="30637"/>
                  </a:lnTo>
                  <a:lnTo>
                    <a:pt x="10397" y="29279"/>
                  </a:lnTo>
                  <a:lnTo>
                    <a:pt x="9845" y="27922"/>
                  </a:lnTo>
                  <a:lnTo>
                    <a:pt x="9336" y="26521"/>
                  </a:lnTo>
                  <a:lnTo>
                    <a:pt x="8826" y="25121"/>
                  </a:lnTo>
                  <a:lnTo>
                    <a:pt x="8402" y="23721"/>
                  </a:lnTo>
                  <a:lnTo>
                    <a:pt x="7978" y="22363"/>
                  </a:lnTo>
                  <a:lnTo>
                    <a:pt x="7596" y="20962"/>
                  </a:lnTo>
                  <a:lnTo>
                    <a:pt x="6875" y="18289"/>
                  </a:lnTo>
                  <a:lnTo>
                    <a:pt x="6323" y="15701"/>
                  </a:lnTo>
                  <a:lnTo>
                    <a:pt x="5814" y="13240"/>
                  </a:lnTo>
                  <a:lnTo>
                    <a:pt x="5432" y="10991"/>
                  </a:lnTo>
                  <a:lnTo>
                    <a:pt x="5092" y="8996"/>
                  </a:lnTo>
                  <a:lnTo>
                    <a:pt x="4880" y="7256"/>
                  </a:lnTo>
                  <a:lnTo>
                    <a:pt x="4710" y="5814"/>
                  </a:lnTo>
                  <a:lnTo>
                    <a:pt x="13070" y="4456"/>
                  </a:lnTo>
                  <a:lnTo>
                    <a:pt x="123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6219650" y="2068377"/>
              <a:ext cx="721062" cy="1059861"/>
            </a:xfrm>
            <a:custGeom>
              <a:rect b="b" l="l" r="r" t="t"/>
              <a:pathLst>
                <a:path extrusionOk="0" fill="none" h="51770" w="35221">
                  <a:moveTo>
                    <a:pt x="35220" y="51430"/>
                  </a:moveTo>
                  <a:lnTo>
                    <a:pt x="35220" y="51430"/>
                  </a:lnTo>
                  <a:lnTo>
                    <a:pt x="33947" y="51600"/>
                  </a:lnTo>
                  <a:lnTo>
                    <a:pt x="32674" y="51727"/>
                  </a:lnTo>
                  <a:lnTo>
                    <a:pt x="31444" y="51769"/>
                  </a:lnTo>
                  <a:lnTo>
                    <a:pt x="30256" y="51769"/>
                  </a:lnTo>
                  <a:lnTo>
                    <a:pt x="29067" y="51684"/>
                  </a:lnTo>
                  <a:lnTo>
                    <a:pt x="27879" y="51557"/>
                  </a:lnTo>
                  <a:lnTo>
                    <a:pt x="26691" y="51345"/>
                  </a:lnTo>
                  <a:lnTo>
                    <a:pt x="25588" y="51090"/>
                  </a:lnTo>
                  <a:lnTo>
                    <a:pt x="24442" y="50793"/>
                  </a:lnTo>
                  <a:lnTo>
                    <a:pt x="23339" y="50411"/>
                  </a:lnTo>
                  <a:lnTo>
                    <a:pt x="22278" y="49987"/>
                  </a:lnTo>
                  <a:lnTo>
                    <a:pt x="21217" y="49478"/>
                  </a:lnTo>
                  <a:lnTo>
                    <a:pt x="20156" y="48926"/>
                  </a:lnTo>
                  <a:lnTo>
                    <a:pt x="19138" y="48290"/>
                  </a:lnTo>
                  <a:lnTo>
                    <a:pt x="18162" y="47611"/>
                  </a:lnTo>
                  <a:lnTo>
                    <a:pt x="17144" y="46847"/>
                  </a:lnTo>
                  <a:lnTo>
                    <a:pt x="17144" y="46847"/>
                  </a:lnTo>
                  <a:lnTo>
                    <a:pt x="15998" y="45871"/>
                  </a:lnTo>
                  <a:lnTo>
                    <a:pt x="14852" y="44810"/>
                  </a:lnTo>
                  <a:lnTo>
                    <a:pt x="13749" y="43622"/>
                  </a:lnTo>
                  <a:lnTo>
                    <a:pt x="12688" y="42391"/>
                  </a:lnTo>
                  <a:lnTo>
                    <a:pt x="11670" y="41034"/>
                  </a:lnTo>
                  <a:lnTo>
                    <a:pt x="10651" y="39633"/>
                  </a:lnTo>
                  <a:lnTo>
                    <a:pt x="9718" y="38106"/>
                  </a:lnTo>
                  <a:lnTo>
                    <a:pt x="8784" y="36536"/>
                  </a:lnTo>
                  <a:lnTo>
                    <a:pt x="7935" y="34838"/>
                  </a:lnTo>
                  <a:lnTo>
                    <a:pt x="7087" y="33099"/>
                  </a:lnTo>
                  <a:lnTo>
                    <a:pt x="6280" y="31231"/>
                  </a:lnTo>
                  <a:lnTo>
                    <a:pt x="5517" y="29322"/>
                  </a:lnTo>
                  <a:lnTo>
                    <a:pt x="4795" y="27285"/>
                  </a:lnTo>
                  <a:lnTo>
                    <a:pt x="4074" y="25206"/>
                  </a:lnTo>
                  <a:lnTo>
                    <a:pt x="3437" y="23042"/>
                  </a:lnTo>
                  <a:lnTo>
                    <a:pt x="2843" y="20793"/>
                  </a:lnTo>
                  <a:lnTo>
                    <a:pt x="2843" y="20793"/>
                  </a:lnTo>
                  <a:lnTo>
                    <a:pt x="2419" y="19095"/>
                  </a:lnTo>
                  <a:lnTo>
                    <a:pt x="2037" y="17483"/>
                  </a:lnTo>
                  <a:lnTo>
                    <a:pt x="1401" y="14428"/>
                  </a:lnTo>
                  <a:lnTo>
                    <a:pt x="934" y="11627"/>
                  </a:lnTo>
                  <a:lnTo>
                    <a:pt x="552" y="9166"/>
                  </a:lnTo>
                  <a:lnTo>
                    <a:pt x="297" y="7129"/>
                  </a:lnTo>
                  <a:lnTo>
                    <a:pt x="128" y="5517"/>
                  </a:lnTo>
                  <a:lnTo>
                    <a:pt x="0" y="4031"/>
                  </a:lnTo>
                  <a:lnTo>
                    <a:pt x="0" y="4031"/>
                  </a:lnTo>
                  <a:lnTo>
                    <a:pt x="0" y="3607"/>
                  </a:lnTo>
                  <a:lnTo>
                    <a:pt x="85" y="3225"/>
                  </a:lnTo>
                  <a:lnTo>
                    <a:pt x="255" y="2843"/>
                  </a:lnTo>
                  <a:lnTo>
                    <a:pt x="467" y="2504"/>
                  </a:lnTo>
                  <a:lnTo>
                    <a:pt x="764" y="2207"/>
                  </a:lnTo>
                  <a:lnTo>
                    <a:pt x="1103" y="1952"/>
                  </a:lnTo>
                  <a:lnTo>
                    <a:pt x="1485" y="1782"/>
                  </a:lnTo>
                  <a:lnTo>
                    <a:pt x="1867" y="1655"/>
                  </a:lnTo>
                  <a:lnTo>
                    <a:pt x="12348" y="0"/>
                  </a:lnTo>
                  <a:lnTo>
                    <a:pt x="13070" y="4456"/>
                  </a:lnTo>
                  <a:lnTo>
                    <a:pt x="4710" y="5814"/>
                  </a:lnTo>
                  <a:lnTo>
                    <a:pt x="4710" y="5814"/>
                  </a:lnTo>
                  <a:lnTo>
                    <a:pt x="4880" y="7256"/>
                  </a:lnTo>
                  <a:lnTo>
                    <a:pt x="5092" y="8996"/>
                  </a:lnTo>
                  <a:lnTo>
                    <a:pt x="5432" y="10991"/>
                  </a:lnTo>
                  <a:lnTo>
                    <a:pt x="5814" y="13240"/>
                  </a:lnTo>
                  <a:lnTo>
                    <a:pt x="6323" y="15701"/>
                  </a:lnTo>
                  <a:lnTo>
                    <a:pt x="6875" y="18289"/>
                  </a:lnTo>
                  <a:lnTo>
                    <a:pt x="7596" y="20962"/>
                  </a:lnTo>
                  <a:lnTo>
                    <a:pt x="7978" y="22363"/>
                  </a:lnTo>
                  <a:lnTo>
                    <a:pt x="8402" y="23721"/>
                  </a:lnTo>
                  <a:lnTo>
                    <a:pt x="8826" y="25121"/>
                  </a:lnTo>
                  <a:lnTo>
                    <a:pt x="9336" y="26521"/>
                  </a:lnTo>
                  <a:lnTo>
                    <a:pt x="9845" y="27922"/>
                  </a:lnTo>
                  <a:lnTo>
                    <a:pt x="10397" y="29279"/>
                  </a:lnTo>
                  <a:lnTo>
                    <a:pt x="10991" y="30637"/>
                  </a:lnTo>
                  <a:lnTo>
                    <a:pt x="11585" y="31995"/>
                  </a:lnTo>
                  <a:lnTo>
                    <a:pt x="12264" y="33311"/>
                  </a:lnTo>
                  <a:lnTo>
                    <a:pt x="12943" y="34626"/>
                  </a:lnTo>
                  <a:lnTo>
                    <a:pt x="13664" y="35899"/>
                  </a:lnTo>
                  <a:lnTo>
                    <a:pt x="14428" y="37087"/>
                  </a:lnTo>
                  <a:lnTo>
                    <a:pt x="15276" y="38275"/>
                  </a:lnTo>
                  <a:lnTo>
                    <a:pt x="16125" y="39421"/>
                  </a:lnTo>
                  <a:lnTo>
                    <a:pt x="17016" y="40482"/>
                  </a:lnTo>
                  <a:lnTo>
                    <a:pt x="17950" y="41500"/>
                  </a:lnTo>
                  <a:lnTo>
                    <a:pt x="18968" y="42434"/>
                  </a:lnTo>
                  <a:lnTo>
                    <a:pt x="19987" y="43325"/>
                  </a:lnTo>
                  <a:lnTo>
                    <a:pt x="19987" y="43325"/>
                  </a:lnTo>
                  <a:lnTo>
                    <a:pt x="20793" y="43919"/>
                  </a:lnTo>
                  <a:lnTo>
                    <a:pt x="21599" y="44471"/>
                  </a:lnTo>
                  <a:lnTo>
                    <a:pt x="22405" y="44980"/>
                  </a:lnTo>
                  <a:lnTo>
                    <a:pt x="23254" y="45404"/>
                  </a:lnTo>
                  <a:lnTo>
                    <a:pt x="24103" y="45829"/>
                  </a:lnTo>
                  <a:lnTo>
                    <a:pt x="24951" y="46168"/>
                  </a:lnTo>
                  <a:lnTo>
                    <a:pt x="25842" y="46465"/>
                  </a:lnTo>
                  <a:lnTo>
                    <a:pt x="26734" y="46720"/>
                  </a:lnTo>
                  <a:lnTo>
                    <a:pt x="27625" y="46932"/>
                  </a:lnTo>
                  <a:lnTo>
                    <a:pt x="28558" y="47059"/>
                  </a:lnTo>
                  <a:lnTo>
                    <a:pt x="29492" y="47186"/>
                  </a:lnTo>
                  <a:lnTo>
                    <a:pt x="30468" y="47229"/>
                  </a:lnTo>
                  <a:lnTo>
                    <a:pt x="31444" y="47229"/>
                  </a:lnTo>
                  <a:lnTo>
                    <a:pt x="32420" y="47186"/>
                  </a:lnTo>
                  <a:lnTo>
                    <a:pt x="33438" y="47102"/>
                  </a:lnTo>
                  <a:lnTo>
                    <a:pt x="34499" y="46974"/>
                  </a:lnTo>
                  <a:lnTo>
                    <a:pt x="35220" y="5143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6402079" y="1986713"/>
              <a:ext cx="102526" cy="216333"/>
            </a:xfrm>
            <a:custGeom>
              <a:rect b="b" l="l" r="r" t="t"/>
              <a:pathLst>
                <a:path extrusionOk="0" h="10567" w="5008">
                  <a:moveTo>
                    <a:pt x="2037" y="0"/>
                  </a:moveTo>
                  <a:lnTo>
                    <a:pt x="1655" y="43"/>
                  </a:lnTo>
                  <a:lnTo>
                    <a:pt x="1273" y="128"/>
                  </a:lnTo>
                  <a:lnTo>
                    <a:pt x="934" y="298"/>
                  </a:lnTo>
                  <a:lnTo>
                    <a:pt x="594" y="510"/>
                  </a:lnTo>
                  <a:lnTo>
                    <a:pt x="382" y="807"/>
                  </a:lnTo>
                  <a:lnTo>
                    <a:pt x="170" y="1146"/>
                  </a:lnTo>
                  <a:lnTo>
                    <a:pt x="43" y="1486"/>
                  </a:lnTo>
                  <a:lnTo>
                    <a:pt x="0" y="1868"/>
                  </a:lnTo>
                  <a:lnTo>
                    <a:pt x="0" y="2292"/>
                  </a:lnTo>
                  <a:lnTo>
                    <a:pt x="1061" y="8912"/>
                  </a:lnTo>
                  <a:lnTo>
                    <a:pt x="1188" y="9293"/>
                  </a:lnTo>
                  <a:lnTo>
                    <a:pt x="1358" y="9633"/>
                  </a:lnTo>
                  <a:lnTo>
                    <a:pt x="1570" y="9930"/>
                  </a:lnTo>
                  <a:lnTo>
                    <a:pt x="1867" y="10185"/>
                  </a:lnTo>
                  <a:lnTo>
                    <a:pt x="2207" y="10397"/>
                  </a:lnTo>
                  <a:lnTo>
                    <a:pt x="2546" y="10524"/>
                  </a:lnTo>
                  <a:lnTo>
                    <a:pt x="2928" y="10566"/>
                  </a:lnTo>
                  <a:lnTo>
                    <a:pt x="3353" y="10566"/>
                  </a:lnTo>
                  <a:lnTo>
                    <a:pt x="3735" y="10439"/>
                  </a:lnTo>
                  <a:lnTo>
                    <a:pt x="4074" y="10269"/>
                  </a:lnTo>
                  <a:lnTo>
                    <a:pt x="4371" y="10057"/>
                  </a:lnTo>
                  <a:lnTo>
                    <a:pt x="4626" y="9760"/>
                  </a:lnTo>
                  <a:lnTo>
                    <a:pt x="4795" y="9421"/>
                  </a:lnTo>
                  <a:lnTo>
                    <a:pt x="4923" y="9081"/>
                  </a:lnTo>
                  <a:lnTo>
                    <a:pt x="5008" y="8699"/>
                  </a:lnTo>
                  <a:lnTo>
                    <a:pt x="4965" y="8275"/>
                  </a:lnTo>
                  <a:lnTo>
                    <a:pt x="3904" y="1655"/>
                  </a:lnTo>
                  <a:lnTo>
                    <a:pt x="3819" y="1273"/>
                  </a:lnTo>
                  <a:lnTo>
                    <a:pt x="3650" y="934"/>
                  </a:lnTo>
                  <a:lnTo>
                    <a:pt x="3395" y="637"/>
                  </a:lnTo>
                  <a:lnTo>
                    <a:pt x="3098" y="382"/>
                  </a:lnTo>
                  <a:lnTo>
                    <a:pt x="2801" y="170"/>
                  </a:lnTo>
                  <a:lnTo>
                    <a:pt x="2419" y="43"/>
                  </a:lnTo>
                  <a:lnTo>
                    <a:pt x="20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a:off x="6408160" y="2057076"/>
              <a:ext cx="96446" cy="145969"/>
            </a:xfrm>
            <a:custGeom>
              <a:rect b="b" l="l" r="r" t="t"/>
              <a:pathLst>
                <a:path extrusionOk="0" h="7130" w="4711">
                  <a:moveTo>
                    <a:pt x="3904" y="1"/>
                  </a:moveTo>
                  <a:lnTo>
                    <a:pt x="3904" y="425"/>
                  </a:lnTo>
                  <a:lnTo>
                    <a:pt x="3862" y="807"/>
                  </a:lnTo>
                  <a:lnTo>
                    <a:pt x="3735" y="1146"/>
                  </a:lnTo>
                  <a:lnTo>
                    <a:pt x="3565" y="1486"/>
                  </a:lnTo>
                  <a:lnTo>
                    <a:pt x="3310" y="1783"/>
                  </a:lnTo>
                  <a:lnTo>
                    <a:pt x="3013" y="1995"/>
                  </a:lnTo>
                  <a:lnTo>
                    <a:pt x="2631" y="2165"/>
                  </a:lnTo>
                  <a:lnTo>
                    <a:pt x="2249" y="2292"/>
                  </a:lnTo>
                  <a:lnTo>
                    <a:pt x="1867" y="2292"/>
                  </a:lnTo>
                  <a:lnTo>
                    <a:pt x="1486" y="2250"/>
                  </a:lnTo>
                  <a:lnTo>
                    <a:pt x="1104" y="2122"/>
                  </a:lnTo>
                  <a:lnTo>
                    <a:pt x="807" y="1910"/>
                  </a:lnTo>
                  <a:lnTo>
                    <a:pt x="510" y="1656"/>
                  </a:lnTo>
                  <a:lnTo>
                    <a:pt x="297" y="1358"/>
                  </a:lnTo>
                  <a:lnTo>
                    <a:pt x="85" y="1019"/>
                  </a:lnTo>
                  <a:lnTo>
                    <a:pt x="0" y="637"/>
                  </a:lnTo>
                  <a:lnTo>
                    <a:pt x="764" y="5475"/>
                  </a:lnTo>
                  <a:lnTo>
                    <a:pt x="891" y="5856"/>
                  </a:lnTo>
                  <a:lnTo>
                    <a:pt x="1061" y="6196"/>
                  </a:lnTo>
                  <a:lnTo>
                    <a:pt x="1273" y="6493"/>
                  </a:lnTo>
                  <a:lnTo>
                    <a:pt x="1570" y="6748"/>
                  </a:lnTo>
                  <a:lnTo>
                    <a:pt x="1910" y="6960"/>
                  </a:lnTo>
                  <a:lnTo>
                    <a:pt x="2249" y="7087"/>
                  </a:lnTo>
                  <a:lnTo>
                    <a:pt x="2631" y="7129"/>
                  </a:lnTo>
                  <a:lnTo>
                    <a:pt x="3056" y="7129"/>
                  </a:lnTo>
                  <a:lnTo>
                    <a:pt x="3438" y="7002"/>
                  </a:lnTo>
                  <a:lnTo>
                    <a:pt x="3777" y="6832"/>
                  </a:lnTo>
                  <a:lnTo>
                    <a:pt x="4074" y="6620"/>
                  </a:lnTo>
                  <a:lnTo>
                    <a:pt x="4329" y="6323"/>
                  </a:lnTo>
                  <a:lnTo>
                    <a:pt x="4498" y="5984"/>
                  </a:lnTo>
                  <a:lnTo>
                    <a:pt x="4626" y="5644"/>
                  </a:lnTo>
                  <a:lnTo>
                    <a:pt x="4711" y="5262"/>
                  </a:lnTo>
                  <a:lnTo>
                    <a:pt x="4668" y="4838"/>
                  </a:lnTo>
                  <a:lnTo>
                    <a:pt x="39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5"/>
            <p:cNvSpPr/>
            <p:nvPr/>
          </p:nvSpPr>
          <p:spPr>
            <a:xfrm>
              <a:off x="6276973" y="2490579"/>
              <a:ext cx="901" cy="2620"/>
            </a:xfrm>
            <a:custGeom>
              <a:rect b="b" l="l" r="r" t="t"/>
              <a:pathLst>
                <a:path extrusionOk="0" h="128" w="44">
                  <a:moveTo>
                    <a:pt x="43" y="127"/>
                  </a:moveTo>
                  <a:lnTo>
                    <a:pt x="43" y="127"/>
                  </a:lnTo>
                  <a:lnTo>
                    <a:pt x="43" y="127"/>
                  </a:lnTo>
                  <a:lnTo>
                    <a:pt x="43" y="127"/>
                  </a:lnTo>
                  <a:lnTo>
                    <a:pt x="43" y="127"/>
                  </a:lnTo>
                  <a:close/>
                  <a:moveTo>
                    <a:pt x="1" y="85"/>
                  </a:moveTo>
                  <a:lnTo>
                    <a:pt x="1" y="85"/>
                  </a:lnTo>
                  <a:lnTo>
                    <a:pt x="1" y="85"/>
                  </a:lnTo>
                  <a:lnTo>
                    <a:pt x="1" y="85"/>
                  </a:lnTo>
                  <a:lnTo>
                    <a:pt x="1" y="85"/>
                  </a:lnTo>
                  <a:close/>
                  <a:moveTo>
                    <a:pt x="1" y="42"/>
                  </a:moveTo>
                  <a:lnTo>
                    <a:pt x="1" y="42"/>
                  </a:lnTo>
                  <a:lnTo>
                    <a:pt x="1" y="85"/>
                  </a:lnTo>
                  <a:lnTo>
                    <a:pt x="1" y="85"/>
                  </a:lnTo>
                  <a:lnTo>
                    <a:pt x="1" y="42"/>
                  </a:lnTo>
                  <a:close/>
                  <a:moveTo>
                    <a:pt x="1" y="0"/>
                  </a:moveTo>
                  <a:lnTo>
                    <a:pt x="1" y="0"/>
                  </a:lnTo>
                  <a:lnTo>
                    <a:pt x="1"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6277853" y="2493179"/>
              <a:ext cx="20" cy="20"/>
            </a:xfrm>
            <a:custGeom>
              <a:rect b="b" l="l" r="r" t="t"/>
              <a:pathLst>
                <a:path extrusionOk="0" fill="none" h="1" w="1">
                  <a:moveTo>
                    <a:pt x="0" y="0"/>
                  </a:moveTo>
                  <a:lnTo>
                    <a:pt x="0" y="0"/>
                  </a:lnTo>
                  <a:lnTo>
                    <a:pt x="0" y="0"/>
                  </a:lnTo>
                  <a:lnTo>
                    <a:pt x="0" y="0"/>
                  </a:ln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6276973" y="2492299"/>
              <a:ext cx="20" cy="20"/>
            </a:xfrm>
            <a:custGeom>
              <a:rect b="b" l="l" r="r" t="t"/>
              <a:pathLst>
                <a:path extrusionOk="0" fill="none" h="1" w="1">
                  <a:moveTo>
                    <a:pt x="1" y="1"/>
                  </a:moveTo>
                  <a:lnTo>
                    <a:pt x="1" y="1"/>
                  </a:lnTo>
                  <a:lnTo>
                    <a:pt x="1" y="1"/>
                  </a:lnTo>
                  <a:lnTo>
                    <a:pt x="1" y="1"/>
                  </a:ln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6276973" y="2491439"/>
              <a:ext cx="20" cy="880"/>
            </a:xfrm>
            <a:custGeom>
              <a:rect b="b" l="l" r="r" t="t"/>
              <a:pathLst>
                <a:path extrusionOk="0" fill="none" h="43" w="1">
                  <a:moveTo>
                    <a:pt x="1" y="0"/>
                  </a:moveTo>
                  <a:lnTo>
                    <a:pt x="1" y="0"/>
                  </a:lnTo>
                  <a:lnTo>
                    <a:pt x="1" y="43"/>
                  </a:lnTo>
                  <a:lnTo>
                    <a:pt x="1" y="43"/>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6276973" y="2490579"/>
              <a:ext cx="20" cy="20"/>
            </a:xfrm>
            <a:custGeom>
              <a:rect b="b" l="l" r="r" t="t"/>
              <a:pathLst>
                <a:path extrusionOk="0" fill="none" h="1" w="1">
                  <a:moveTo>
                    <a:pt x="1" y="0"/>
                  </a:moveTo>
                  <a:lnTo>
                    <a:pt x="1" y="0"/>
                  </a:lnTo>
                  <a:lnTo>
                    <a:pt x="1" y="0"/>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6229190" y="2231686"/>
              <a:ext cx="398784" cy="807947"/>
            </a:xfrm>
            <a:custGeom>
              <a:rect b="b" l="l" r="r" t="t"/>
              <a:pathLst>
                <a:path extrusionOk="0" h="39465" w="19479">
                  <a:moveTo>
                    <a:pt x="850" y="1"/>
                  </a:moveTo>
                  <a:lnTo>
                    <a:pt x="680" y="43"/>
                  </a:lnTo>
                  <a:lnTo>
                    <a:pt x="510" y="86"/>
                  </a:lnTo>
                  <a:lnTo>
                    <a:pt x="213" y="255"/>
                  </a:lnTo>
                  <a:lnTo>
                    <a:pt x="43" y="383"/>
                  </a:lnTo>
                  <a:lnTo>
                    <a:pt x="1" y="468"/>
                  </a:lnTo>
                  <a:lnTo>
                    <a:pt x="340" y="2971"/>
                  </a:lnTo>
                  <a:lnTo>
                    <a:pt x="850" y="5899"/>
                  </a:lnTo>
                  <a:lnTo>
                    <a:pt x="1147" y="7512"/>
                  </a:lnTo>
                  <a:lnTo>
                    <a:pt x="1486" y="9166"/>
                  </a:lnTo>
                  <a:lnTo>
                    <a:pt x="1911" y="10864"/>
                  </a:lnTo>
                  <a:lnTo>
                    <a:pt x="2335" y="12646"/>
                  </a:lnTo>
                  <a:lnTo>
                    <a:pt x="2335" y="12688"/>
                  </a:lnTo>
                  <a:lnTo>
                    <a:pt x="2335" y="12731"/>
                  </a:lnTo>
                  <a:lnTo>
                    <a:pt x="2377" y="12773"/>
                  </a:lnTo>
                  <a:lnTo>
                    <a:pt x="2377" y="12816"/>
                  </a:lnTo>
                  <a:lnTo>
                    <a:pt x="2971" y="15065"/>
                  </a:lnTo>
                  <a:lnTo>
                    <a:pt x="3608" y="17229"/>
                  </a:lnTo>
                  <a:lnTo>
                    <a:pt x="4329" y="19308"/>
                  </a:lnTo>
                  <a:lnTo>
                    <a:pt x="5051" y="21345"/>
                  </a:lnTo>
                  <a:lnTo>
                    <a:pt x="5814" y="23254"/>
                  </a:lnTo>
                  <a:lnTo>
                    <a:pt x="6621" y="25122"/>
                  </a:lnTo>
                  <a:lnTo>
                    <a:pt x="7469" y="26861"/>
                  </a:lnTo>
                  <a:lnTo>
                    <a:pt x="8318" y="28559"/>
                  </a:lnTo>
                  <a:lnTo>
                    <a:pt x="9252" y="30129"/>
                  </a:lnTo>
                  <a:lnTo>
                    <a:pt x="10185" y="31656"/>
                  </a:lnTo>
                  <a:lnTo>
                    <a:pt x="11204" y="33057"/>
                  </a:lnTo>
                  <a:lnTo>
                    <a:pt x="12222" y="34414"/>
                  </a:lnTo>
                  <a:lnTo>
                    <a:pt x="13283" y="35645"/>
                  </a:lnTo>
                  <a:lnTo>
                    <a:pt x="14386" y="36833"/>
                  </a:lnTo>
                  <a:lnTo>
                    <a:pt x="15532" y="37894"/>
                  </a:lnTo>
                  <a:lnTo>
                    <a:pt x="16678" y="38870"/>
                  </a:lnTo>
                  <a:lnTo>
                    <a:pt x="16932" y="39040"/>
                  </a:lnTo>
                  <a:lnTo>
                    <a:pt x="17229" y="39252"/>
                  </a:lnTo>
                  <a:lnTo>
                    <a:pt x="17569" y="39379"/>
                  </a:lnTo>
                  <a:lnTo>
                    <a:pt x="17908" y="39422"/>
                  </a:lnTo>
                  <a:lnTo>
                    <a:pt x="18205" y="39464"/>
                  </a:lnTo>
                  <a:lnTo>
                    <a:pt x="18629" y="39422"/>
                  </a:lnTo>
                  <a:lnTo>
                    <a:pt x="18969" y="39294"/>
                  </a:lnTo>
                  <a:lnTo>
                    <a:pt x="19139" y="39209"/>
                  </a:lnTo>
                  <a:lnTo>
                    <a:pt x="19266" y="39125"/>
                  </a:lnTo>
                  <a:lnTo>
                    <a:pt x="19351" y="38997"/>
                  </a:lnTo>
                  <a:lnTo>
                    <a:pt x="19436" y="38870"/>
                  </a:lnTo>
                  <a:lnTo>
                    <a:pt x="19478" y="38743"/>
                  </a:lnTo>
                  <a:lnTo>
                    <a:pt x="19478" y="38573"/>
                  </a:lnTo>
                  <a:lnTo>
                    <a:pt x="19436" y="38446"/>
                  </a:lnTo>
                  <a:lnTo>
                    <a:pt x="19351" y="38276"/>
                  </a:lnTo>
                  <a:lnTo>
                    <a:pt x="19266" y="38106"/>
                  </a:lnTo>
                  <a:lnTo>
                    <a:pt x="19096" y="37894"/>
                  </a:lnTo>
                  <a:lnTo>
                    <a:pt x="18884" y="37724"/>
                  </a:lnTo>
                  <a:lnTo>
                    <a:pt x="18629" y="37555"/>
                  </a:lnTo>
                  <a:lnTo>
                    <a:pt x="17526" y="36663"/>
                  </a:lnTo>
                  <a:lnTo>
                    <a:pt x="16508" y="35730"/>
                  </a:lnTo>
                  <a:lnTo>
                    <a:pt x="15489" y="34712"/>
                  </a:lnTo>
                  <a:lnTo>
                    <a:pt x="14556" y="33651"/>
                  </a:lnTo>
                  <a:lnTo>
                    <a:pt x="13622" y="32547"/>
                  </a:lnTo>
                  <a:lnTo>
                    <a:pt x="12774" y="31359"/>
                  </a:lnTo>
                  <a:lnTo>
                    <a:pt x="11925" y="30171"/>
                  </a:lnTo>
                  <a:lnTo>
                    <a:pt x="11161" y="28941"/>
                  </a:lnTo>
                  <a:lnTo>
                    <a:pt x="10397" y="27668"/>
                  </a:lnTo>
                  <a:lnTo>
                    <a:pt x="9718" y="26352"/>
                  </a:lnTo>
                  <a:lnTo>
                    <a:pt x="9039" y="25037"/>
                  </a:lnTo>
                  <a:lnTo>
                    <a:pt x="8445" y="23721"/>
                  </a:lnTo>
                  <a:lnTo>
                    <a:pt x="7851" y="22406"/>
                  </a:lnTo>
                  <a:lnTo>
                    <a:pt x="7300" y="21090"/>
                  </a:lnTo>
                  <a:lnTo>
                    <a:pt x="6748" y="19732"/>
                  </a:lnTo>
                  <a:lnTo>
                    <a:pt x="6281" y="18417"/>
                  </a:lnTo>
                  <a:lnTo>
                    <a:pt x="5390" y="15829"/>
                  </a:lnTo>
                  <a:lnTo>
                    <a:pt x="4669" y="13325"/>
                  </a:lnTo>
                  <a:lnTo>
                    <a:pt x="4032" y="10949"/>
                  </a:lnTo>
                  <a:lnTo>
                    <a:pt x="3481" y="8785"/>
                  </a:lnTo>
                  <a:lnTo>
                    <a:pt x="3056" y="6833"/>
                  </a:lnTo>
                  <a:lnTo>
                    <a:pt x="2717" y="5178"/>
                  </a:lnTo>
                  <a:lnTo>
                    <a:pt x="2335" y="2801"/>
                  </a:lnTo>
                  <a:lnTo>
                    <a:pt x="2165" y="2038"/>
                  </a:lnTo>
                  <a:lnTo>
                    <a:pt x="1995" y="1401"/>
                  </a:lnTo>
                  <a:lnTo>
                    <a:pt x="1826" y="934"/>
                  </a:lnTo>
                  <a:lnTo>
                    <a:pt x="1656" y="552"/>
                  </a:lnTo>
                  <a:lnTo>
                    <a:pt x="1444" y="298"/>
                  </a:lnTo>
                  <a:lnTo>
                    <a:pt x="1232" y="128"/>
                  </a:lnTo>
                  <a:lnTo>
                    <a:pt x="1019" y="43"/>
                  </a:lnTo>
                  <a:lnTo>
                    <a:pt x="8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6972829" y="4658892"/>
              <a:ext cx="287577" cy="287557"/>
            </a:xfrm>
            <a:custGeom>
              <a:rect b="b" l="l" r="r" t="t"/>
              <a:pathLst>
                <a:path extrusionOk="0" h="14046" w="14047">
                  <a:moveTo>
                    <a:pt x="6620" y="0"/>
                  </a:moveTo>
                  <a:lnTo>
                    <a:pt x="5899" y="85"/>
                  </a:lnTo>
                  <a:lnTo>
                    <a:pt x="5220" y="213"/>
                  </a:lnTo>
                  <a:lnTo>
                    <a:pt x="4541" y="467"/>
                  </a:lnTo>
                  <a:lnTo>
                    <a:pt x="3904" y="722"/>
                  </a:lnTo>
                  <a:lnTo>
                    <a:pt x="3310" y="1061"/>
                  </a:lnTo>
                  <a:lnTo>
                    <a:pt x="2759" y="1443"/>
                  </a:lnTo>
                  <a:lnTo>
                    <a:pt x="2207" y="1868"/>
                  </a:lnTo>
                  <a:lnTo>
                    <a:pt x="1740" y="2377"/>
                  </a:lnTo>
                  <a:lnTo>
                    <a:pt x="1316" y="2886"/>
                  </a:lnTo>
                  <a:lnTo>
                    <a:pt x="976" y="3480"/>
                  </a:lnTo>
                  <a:lnTo>
                    <a:pt x="637" y="4074"/>
                  </a:lnTo>
                  <a:lnTo>
                    <a:pt x="382" y="4668"/>
                  </a:lnTo>
                  <a:lnTo>
                    <a:pt x="213" y="5347"/>
                  </a:lnTo>
                  <a:lnTo>
                    <a:pt x="85" y="6026"/>
                  </a:lnTo>
                  <a:lnTo>
                    <a:pt x="0" y="6705"/>
                  </a:lnTo>
                  <a:lnTo>
                    <a:pt x="0" y="7426"/>
                  </a:lnTo>
                  <a:lnTo>
                    <a:pt x="85" y="8148"/>
                  </a:lnTo>
                  <a:lnTo>
                    <a:pt x="255" y="8827"/>
                  </a:lnTo>
                  <a:lnTo>
                    <a:pt x="467" y="9506"/>
                  </a:lnTo>
                  <a:lnTo>
                    <a:pt x="722" y="10142"/>
                  </a:lnTo>
                  <a:lnTo>
                    <a:pt x="1061" y="10736"/>
                  </a:lnTo>
                  <a:lnTo>
                    <a:pt x="1443" y="11288"/>
                  </a:lnTo>
                  <a:lnTo>
                    <a:pt x="1910" y="11839"/>
                  </a:lnTo>
                  <a:lnTo>
                    <a:pt x="2377" y="12306"/>
                  </a:lnTo>
                  <a:lnTo>
                    <a:pt x="2886" y="12731"/>
                  </a:lnTo>
                  <a:lnTo>
                    <a:pt x="3480" y="13070"/>
                  </a:lnTo>
                  <a:lnTo>
                    <a:pt x="4074" y="13410"/>
                  </a:lnTo>
                  <a:lnTo>
                    <a:pt x="4711" y="13664"/>
                  </a:lnTo>
                  <a:lnTo>
                    <a:pt x="5347" y="13834"/>
                  </a:lnTo>
                  <a:lnTo>
                    <a:pt x="6026" y="13961"/>
                  </a:lnTo>
                  <a:lnTo>
                    <a:pt x="6705" y="14046"/>
                  </a:lnTo>
                  <a:lnTo>
                    <a:pt x="7426" y="14046"/>
                  </a:lnTo>
                  <a:lnTo>
                    <a:pt x="8148" y="13961"/>
                  </a:lnTo>
                  <a:lnTo>
                    <a:pt x="8827" y="13791"/>
                  </a:lnTo>
                  <a:lnTo>
                    <a:pt x="9506" y="13579"/>
                  </a:lnTo>
                  <a:lnTo>
                    <a:pt x="10142" y="13325"/>
                  </a:lnTo>
                  <a:lnTo>
                    <a:pt x="10736" y="12985"/>
                  </a:lnTo>
                  <a:lnTo>
                    <a:pt x="11288" y="12603"/>
                  </a:lnTo>
                  <a:lnTo>
                    <a:pt x="11839" y="12136"/>
                  </a:lnTo>
                  <a:lnTo>
                    <a:pt x="12306" y="11670"/>
                  </a:lnTo>
                  <a:lnTo>
                    <a:pt x="12731" y="11118"/>
                  </a:lnTo>
                  <a:lnTo>
                    <a:pt x="13070" y="10566"/>
                  </a:lnTo>
                  <a:lnTo>
                    <a:pt x="13410" y="9972"/>
                  </a:lnTo>
                  <a:lnTo>
                    <a:pt x="13664" y="9336"/>
                  </a:lnTo>
                  <a:lnTo>
                    <a:pt x="13834" y="8699"/>
                  </a:lnTo>
                  <a:lnTo>
                    <a:pt x="13961" y="8020"/>
                  </a:lnTo>
                  <a:lnTo>
                    <a:pt x="14046" y="7341"/>
                  </a:lnTo>
                  <a:lnTo>
                    <a:pt x="14046" y="6620"/>
                  </a:lnTo>
                  <a:lnTo>
                    <a:pt x="13961" y="5899"/>
                  </a:lnTo>
                  <a:lnTo>
                    <a:pt x="13791" y="5220"/>
                  </a:lnTo>
                  <a:lnTo>
                    <a:pt x="13579" y="4541"/>
                  </a:lnTo>
                  <a:lnTo>
                    <a:pt x="13325" y="3904"/>
                  </a:lnTo>
                  <a:lnTo>
                    <a:pt x="12985" y="3310"/>
                  </a:lnTo>
                  <a:lnTo>
                    <a:pt x="12603" y="2716"/>
                  </a:lnTo>
                  <a:lnTo>
                    <a:pt x="12137" y="2207"/>
                  </a:lnTo>
                  <a:lnTo>
                    <a:pt x="11670" y="1740"/>
                  </a:lnTo>
                  <a:lnTo>
                    <a:pt x="11161" y="1316"/>
                  </a:lnTo>
                  <a:lnTo>
                    <a:pt x="10566" y="976"/>
                  </a:lnTo>
                  <a:lnTo>
                    <a:pt x="9972" y="637"/>
                  </a:lnTo>
                  <a:lnTo>
                    <a:pt x="9336" y="382"/>
                  </a:lnTo>
                  <a:lnTo>
                    <a:pt x="8699" y="213"/>
                  </a:lnTo>
                  <a:lnTo>
                    <a:pt x="8020" y="43"/>
                  </a:lnTo>
                  <a:lnTo>
                    <a:pt x="73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7035372" y="4721436"/>
              <a:ext cx="162470" cy="162470"/>
            </a:xfrm>
            <a:custGeom>
              <a:rect b="b" l="l" r="r" t="t"/>
              <a:pathLst>
                <a:path extrusionOk="0" h="7936" w="7936">
                  <a:moveTo>
                    <a:pt x="3735" y="1"/>
                  </a:moveTo>
                  <a:lnTo>
                    <a:pt x="3353" y="43"/>
                  </a:lnTo>
                  <a:lnTo>
                    <a:pt x="2929" y="128"/>
                  </a:lnTo>
                  <a:lnTo>
                    <a:pt x="2547" y="255"/>
                  </a:lnTo>
                  <a:lnTo>
                    <a:pt x="2207" y="425"/>
                  </a:lnTo>
                  <a:lnTo>
                    <a:pt x="1868" y="595"/>
                  </a:lnTo>
                  <a:lnTo>
                    <a:pt x="1571" y="807"/>
                  </a:lnTo>
                  <a:lnTo>
                    <a:pt x="1274" y="1062"/>
                  </a:lnTo>
                  <a:lnTo>
                    <a:pt x="977" y="1359"/>
                  </a:lnTo>
                  <a:lnTo>
                    <a:pt x="764" y="1656"/>
                  </a:lnTo>
                  <a:lnTo>
                    <a:pt x="552" y="1953"/>
                  </a:lnTo>
                  <a:lnTo>
                    <a:pt x="383" y="2292"/>
                  </a:lnTo>
                  <a:lnTo>
                    <a:pt x="213" y="2632"/>
                  </a:lnTo>
                  <a:lnTo>
                    <a:pt x="128" y="3013"/>
                  </a:lnTo>
                  <a:lnTo>
                    <a:pt x="43" y="3395"/>
                  </a:lnTo>
                  <a:lnTo>
                    <a:pt x="1" y="3777"/>
                  </a:lnTo>
                  <a:lnTo>
                    <a:pt x="1" y="4202"/>
                  </a:lnTo>
                  <a:lnTo>
                    <a:pt x="43" y="4584"/>
                  </a:lnTo>
                  <a:lnTo>
                    <a:pt x="128" y="5008"/>
                  </a:lnTo>
                  <a:lnTo>
                    <a:pt x="255" y="5347"/>
                  </a:lnTo>
                  <a:lnTo>
                    <a:pt x="425" y="5729"/>
                  </a:lnTo>
                  <a:lnTo>
                    <a:pt x="595" y="6069"/>
                  </a:lnTo>
                  <a:lnTo>
                    <a:pt x="849" y="6366"/>
                  </a:lnTo>
                  <a:lnTo>
                    <a:pt x="1062" y="6663"/>
                  </a:lnTo>
                  <a:lnTo>
                    <a:pt x="1359" y="6917"/>
                  </a:lnTo>
                  <a:lnTo>
                    <a:pt x="1656" y="7172"/>
                  </a:lnTo>
                  <a:lnTo>
                    <a:pt x="1953" y="7384"/>
                  </a:lnTo>
                  <a:lnTo>
                    <a:pt x="2292" y="7554"/>
                  </a:lnTo>
                  <a:lnTo>
                    <a:pt x="2674" y="7681"/>
                  </a:lnTo>
                  <a:lnTo>
                    <a:pt x="3013" y="7808"/>
                  </a:lnTo>
                  <a:lnTo>
                    <a:pt x="3395" y="7893"/>
                  </a:lnTo>
                  <a:lnTo>
                    <a:pt x="3777" y="7936"/>
                  </a:lnTo>
                  <a:lnTo>
                    <a:pt x="4202" y="7936"/>
                  </a:lnTo>
                  <a:lnTo>
                    <a:pt x="4584" y="7893"/>
                  </a:lnTo>
                  <a:lnTo>
                    <a:pt x="5008" y="7808"/>
                  </a:lnTo>
                  <a:lnTo>
                    <a:pt x="5390" y="7681"/>
                  </a:lnTo>
                  <a:lnTo>
                    <a:pt x="5729" y="7511"/>
                  </a:lnTo>
                  <a:lnTo>
                    <a:pt x="6069" y="7342"/>
                  </a:lnTo>
                  <a:lnTo>
                    <a:pt x="6366" y="7087"/>
                  </a:lnTo>
                  <a:lnTo>
                    <a:pt x="6663" y="6875"/>
                  </a:lnTo>
                  <a:lnTo>
                    <a:pt x="6917" y="6578"/>
                  </a:lnTo>
                  <a:lnTo>
                    <a:pt x="7172" y="6281"/>
                  </a:lnTo>
                  <a:lnTo>
                    <a:pt x="7384" y="5984"/>
                  </a:lnTo>
                  <a:lnTo>
                    <a:pt x="7554" y="5644"/>
                  </a:lnTo>
                  <a:lnTo>
                    <a:pt x="7724" y="5262"/>
                  </a:lnTo>
                  <a:lnTo>
                    <a:pt x="7809" y="4923"/>
                  </a:lnTo>
                  <a:lnTo>
                    <a:pt x="7893" y="4541"/>
                  </a:lnTo>
                  <a:lnTo>
                    <a:pt x="7936" y="4159"/>
                  </a:lnTo>
                  <a:lnTo>
                    <a:pt x="7936" y="3735"/>
                  </a:lnTo>
                  <a:lnTo>
                    <a:pt x="7893" y="3353"/>
                  </a:lnTo>
                  <a:lnTo>
                    <a:pt x="7809" y="2929"/>
                  </a:lnTo>
                  <a:lnTo>
                    <a:pt x="7681" y="2547"/>
                  </a:lnTo>
                  <a:lnTo>
                    <a:pt x="7511" y="2207"/>
                  </a:lnTo>
                  <a:lnTo>
                    <a:pt x="7342" y="1868"/>
                  </a:lnTo>
                  <a:lnTo>
                    <a:pt x="7087" y="1571"/>
                  </a:lnTo>
                  <a:lnTo>
                    <a:pt x="6875" y="1274"/>
                  </a:lnTo>
                  <a:lnTo>
                    <a:pt x="6578" y="977"/>
                  </a:lnTo>
                  <a:lnTo>
                    <a:pt x="6281" y="764"/>
                  </a:lnTo>
                  <a:lnTo>
                    <a:pt x="5984" y="552"/>
                  </a:lnTo>
                  <a:lnTo>
                    <a:pt x="5644" y="383"/>
                  </a:lnTo>
                  <a:lnTo>
                    <a:pt x="5262" y="213"/>
                  </a:lnTo>
                  <a:lnTo>
                    <a:pt x="4923" y="128"/>
                  </a:lnTo>
                  <a:lnTo>
                    <a:pt x="4541" y="43"/>
                  </a:lnTo>
                  <a:lnTo>
                    <a:pt x="41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45"/>
          <p:cNvGrpSpPr/>
          <p:nvPr/>
        </p:nvGrpSpPr>
        <p:grpSpPr>
          <a:xfrm>
            <a:off x="2187573" y="3026076"/>
            <a:ext cx="1216802" cy="572697"/>
            <a:chOff x="1972475" y="2962901"/>
            <a:chExt cx="1216802" cy="572697"/>
          </a:xfrm>
        </p:grpSpPr>
        <p:sp>
          <p:nvSpPr>
            <p:cNvPr id="1900" name="Google Shape;1900;p45"/>
            <p:cNvSpPr/>
            <p:nvPr/>
          </p:nvSpPr>
          <p:spPr>
            <a:xfrm>
              <a:off x="1972475" y="2962901"/>
              <a:ext cx="1216802" cy="529007"/>
            </a:xfrm>
            <a:custGeom>
              <a:rect b="b" l="l" r="r" t="t"/>
              <a:pathLst>
                <a:path extrusionOk="0" h="40568" w="93313">
                  <a:moveTo>
                    <a:pt x="46296" y="1"/>
                  </a:moveTo>
                  <a:lnTo>
                    <a:pt x="44896" y="255"/>
                  </a:lnTo>
                  <a:lnTo>
                    <a:pt x="43283" y="552"/>
                  </a:lnTo>
                  <a:lnTo>
                    <a:pt x="41119" y="1061"/>
                  </a:lnTo>
                  <a:lnTo>
                    <a:pt x="38531" y="1655"/>
                  </a:lnTo>
                  <a:lnTo>
                    <a:pt x="35518" y="2462"/>
                  </a:lnTo>
                  <a:lnTo>
                    <a:pt x="33906" y="2928"/>
                  </a:lnTo>
                  <a:lnTo>
                    <a:pt x="32208" y="3438"/>
                  </a:lnTo>
                  <a:lnTo>
                    <a:pt x="30468" y="3989"/>
                  </a:lnTo>
                  <a:lnTo>
                    <a:pt x="28644" y="4583"/>
                  </a:lnTo>
                  <a:lnTo>
                    <a:pt x="26819" y="5262"/>
                  </a:lnTo>
                  <a:lnTo>
                    <a:pt x="24952" y="5984"/>
                  </a:lnTo>
                  <a:lnTo>
                    <a:pt x="23042" y="6705"/>
                  </a:lnTo>
                  <a:lnTo>
                    <a:pt x="21090" y="7554"/>
                  </a:lnTo>
                  <a:lnTo>
                    <a:pt x="19181" y="8402"/>
                  </a:lnTo>
                  <a:lnTo>
                    <a:pt x="17271" y="9336"/>
                  </a:lnTo>
                  <a:lnTo>
                    <a:pt x="15319" y="10312"/>
                  </a:lnTo>
                  <a:lnTo>
                    <a:pt x="13452" y="11330"/>
                  </a:lnTo>
                  <a:lnTo>
                    <a:pt x="11585" y="12434"/>
                  </a:lnTo>
                  <a:lnTo>
                    <a:pt x="9718" y="13622"/>
                  </a:lnTo>
                  <a:lnTo>
                    <a:pt x="7936" y="14852"/>
                  </a:lnTo>
                  <a:lnTo>
                    <a:pt x="6239" y="16125"/>
                  </a:lnTo>
                  <a:lnTo>
                    <a:pt x="4541" y="17483"/>
                  </a:lnTo>
                  <a:lnTo>
                    <a:pt x="3735" y="18162"/>
                  </a:lnTo>
                  <a:lnTo>
                    <a:pt x="2971" y="18884"/>
                  </a:lnTo>
                  <a:lnTo>
                    <a:pt x="2165" y="19647"/>
                  </a:lnTo>
                  <a:lnTo>
                    <a:pt x="1444" y="20369"/>
                  </a:lnTo>
                  <a:lnTo>
                    <a:pt x="722" y="21133"/>
                  </a:lnTo>
                  <a:lnTo>
                    <a:pt x="1" y="21939"/>
                  </a:lnTo>
                  <a:lnTo>
                    <a:pt x="255" y="40567"/>
                  </a:lnTo>
                  <a:lnTo>
                    <a:pt x="46805" y="40016"/>
                  </a:lnTo>
                  <a:lnTo>
                    <a:pt x="93313" y="39421"/>
                  </a:lnTo>
                  <a:lnTo>
                    <a:pt x="93101" y="20793"/>
                  </a:lnTo>
                  <a:lnTo>
                    <a:pt x="92379" y="19987"/>
                  </a:lnTo>
                  <a:lnTo>
                    <a:pt x="91616" y="19265"/>
                  </a:lnTo>
                  <a:lnTo>
                    <a:pt x="90852" y="18502"/>
                  </a:lnTo>
                  <a:lnTo>
                    <a:pt x="90088" y="17823"/>
                  </a:lnTo>
                  <a:lnTo>
                    <a:pt x="89282" y="17101"/>
                  </a:lnTo>
                  <a:lnTo>
                    <a:pt x="88433" y="16422"/>
                  </a:lnTo>
                  <a:lnTo>
                    <a:pt x="86736" y="15107"/>
                  </a:lnTo>
                  <a:lnTo>
                    <a:pt x="84996" y="13876"/>
                  </a:lnTo>
                  <a:lnTo>
                    <a:pt x="83171" y="12688"/>
                  </a:lnTo>
                  <a:lnTo>
                    <a:pt x="81304" y="11585"/>
                  </a:lnTo>
                  <a:lnTo>
                    <a:pt x="79395" y="10524"/>
                  </a:lnTo>
                  <a:lnTo>
                    <a:pt x="77485" y="9548"/>
                  </a:lnTo>
                  <a:lnTo>
                    <a:pt x="75533" y="8615"/>
                  </a:lnTo>
                  <a:lnTo>
                    <a:pt x="73581" y="7723"/>
                  </a:lnTo>
                  <a:lnTo>
                    <a:pt x="71629" y="6917"/>
                  </a:lnTo>
                  <a:lnTo>
                    <a:pt x="69720" y="6153"/>
                  </a:lnTo>
                  <a:lnTo>
                    <a:pt x="67768" y="5432"/>
                  </a:lnTo>
                  <a:lnTo>
                    <a:pt x="65901" y="4753"/>
                  </a:lnTo>
                  <a:lnTo>
                    <a:pt x="64034" y="4159"/>
                  </a:lnTo>
                  <a:lnTo>
                    <a:pt x="62209" y="3607"/>
                  </a:lnTo>
                  <a:lnTo>
                    <a:pt x="60427" y="3098"/>
                  </a:lnTo>
                  <a:lnTo>
                    <a:pt x="58729" y="2631"/>
                  </a:lnTo>
                  <a:lnTo>
                    <a:pt x="57117" y="2207"/>
                  </a:lnTo>
                  <a:lnTo>
                    <a:pt x="54104" y="1486"/>
                  </a:lnTo>
                  <a:lnTo>
                    <a:pt x="51473" y="892"/>
                  </a:lnTo>
                  <a:lnTo>
                    <a:pt x="49309" y="510"/>
                  </a:lnTo>
                  <a:lnTo>
                    <a:pt x="47697" y="213"/>
                  </a:lnTo>
                  <a:lnTo>
                    <a:pt x="462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1972475" y="2962901"/>
              <a:ext cx="1214598" cy="345299"/>
            </a:xfrm>
            <a:custGeom>
              <a:rect b="b" l="l" r="r" t="t"/>
              <a:pathLst>
                <a:path extrusionOk="0" h="26480" w="93144">
                  <a:moveTo>
                    <a:pt x="46296" y="1"/>
                  </a:moveTo>
                  <a:lnTo>
                    <a:pt x="44896" y="255"/>
                  </a:lnTo>
                  <a:lnTo>
                    <a:pt x="43283" y="552"/>
                  </a:lnTo>
                  <a:lnTo>
                    <a:pt x="41119" y="1061"/>
                  </a:lnTo>
                  <a:lnTo>
                    <a:pt x="38531" y="1655"/>
                  </a:lnTo>
                  <a:lnTo>
                    <a:pt x="35518" y="2462"/>
                  </a:lnTo>
                  <a:lnTo>
                    <a:pt x="33906" y="2928"/>
                  </a:lnTo>
                  <a:lnTo>
                    <a:pt x="32208" y="3438"/>
                  </a:lnTo>
                  <a:lnTo>
                    <a:pt x="30468" y="3989"/>
                  </a:lnTo>
                  <a:lnTo>
                    <a:pt x="28644" y="4583"/>
                  </a:lnTo>
                  <a:lnTo>
                    <a:pt x="26819" y="5262"/>
                  </a:lnTo>
                  <a:lnTo>
                    <a:pt x="24952" y="5984"/>
                  </a:lnTo>
                  <a:lnTo>
                    <a:pt x="23042" y="6705"/>
                  </a:lnTo>
                  <a:lnTo>
                    <a:pt x="21090" y="7554"/>
                  </a:lnTo>
                  <a:lnTo>
                    <a:pt x="19181" y="8402"/>
                  </a:lnTo>
                  <a:lnTo>
                    <a:pt x="17271" y="9336"/>
                  </a:lnTo>
                  <a:lnTo>
                    <a:pt x="15319" y="10312"/>
                  </a:lnTo>
                  <a:lnTo>
                    <a:pt x="13452" y="11330"/>
                  </a:lnTo>
                  <a:lnTo>
                    <a:pt x="11585" y="12434"/>
                  </a:lnTo>
                  <a:lnTo>
                    <a:pt x="9718" y="13622"/>
                  </a:lnTo>
                  <a:lnTo>
                    <a:pt x="7936" y="14852"/>
                  </a:lnTo>
                  <a:lnTo>
                    <a:pt x="6239" y="16125"/>
                  </a:lnTo>
                  <a:lnTo>
                    <a:pt x="4541" y="17483"/>
                  </a:lnTo>
                  <a:lnTo>
                    <a:pt x="3735" y="18162"/>
                  </a:lnTo>
                  <a:lnTo>
                    <a:pt x="2971" y="18884"/>
                  </a:lnTo>
                  <a:lnTo>
                    <a:pt x="2165" y="19647"/>
                  </a:lnTo>
                  <a:lnTo>
                    <a:pt x="1444" y="20369"/>
                  </a:lnTo>
                  <a:lnTo>
                    <a:pt x="722" y="21133"/>
                  </a:lnTo>
                  <a:lnTo>
                    <a:pt x="1" y="21939"/>
                  </a:lnTo>
                  <a:lnTo>
                    <a:pt x="86" y="26479"/>
                  </a:lnTo>
                  <a:lnTo>
                    <a:pt x="765" y="25715"/>
                  </a:lnTo>
                  <a:lnTo>
                    <a:pt x="1486" y="24952"/>
                  </a:lnTo>
                  <a:lnTo>
                    <a:pt x="2250" y="24188"/>
                  </a:lnTo>
                  <a:lnTo>
                    <a:pt x="3014" y="23466"/>
                  </a:lnTo>
                  <a:lnTo>
                    <a:pt x="3820" y="22745"/>
                  </a:lnTo>
                  <a:lnTo>
                    <a:pt x="4626" y="22024"/>
                  </a:lnTo>
                  <a:lnTo>
                    <a:pt x="6281" y="20666"/>
                  </a:lnTo>
                  <a:lnTo>
                    <a:pt x="8021" y="19393"/>
                  </a:lnTo>
                  <a:lnTo>
                    <a:pt x="9803" y="18162"/>
                  </a:lnTo>
                  <a:lnTo>
                    <a:pt x="11628" y="17016"/>
                  </a:lnTo>
                  <a:lnTo>
                    <a:pt x="13495" y="15913"/>
                  </a:lnTo>
                  <a:lnTo>
                    <a:pt x="15404" y="14852"/>
                  </a:lnTo>
                  <a:lnTo>
                    <a:pt x="17314" y="13876"/>
                  </a:lnTo>
                  <a:lnTo>
                    <a:pt x="19223" y="12943"/>
                  </a:lnTo>
                  <a:lnTo>
                    <a:pt x="21175" y="12094"/>
                  </a:lnTo>
                  <a:lnTo>
                    <a:pt x="23085" y="11288"/>
                  </a:lnTo>
                  <a:lnTo>
                    <a:pt x="24994" y="10524"/>
                  </a:lnTo>
                  <a:lnTo>
                    <a:pt x="26861" y="9803"/>
                  </a:lnTo>
                  <a:lnTo>
                    <a:pt x="28729" y="9166"/>
                  </a:lnTo>
                  <a:lnTo>
                    <a:pt x="30511" y="8572"/>
                  </a:lnTo>
                  <a:lnTo>
                    <a:pt x="32251" y="7978"/>
                  </a:lnTo>
                  <a:lnTo>
                    <a:pt x="33948" y="7469"/>
                  </a:lnTo>
                  <a:lnTo>
                    <a:pt x="35560" y="7002"/>
                  </a:lnTo>
                  <a:lnTo>
                    <a:pt x="38573" y="6238"/>
                  </a:lnTo>
                  <a:lnTo>
                    <a:pt x="41162" y="5602"/>
                  </a:lnTo>
                  <a:lnTo>
                    <a:pt x="43326" y="5135"/>
                  </a:lnTo>
                  <a:lnTo>
                    <a:pt x="44938" y="4796"/>
                  </a:lnTo>
                  <a:lnTo>
                    <a:pt x="46339" y="4541"/>
                  </a:lnTo>
                  <a:lnTo>
                    <a:pt x="47739" y="4753"/>
                  </a:lnTo>
                  <a:lnTo>
                    <a:pt x="49351" y="5050"/>
                  </a:lnTo>
                  <a:lnTo>
                    <a:pt x="51516" y="5475"/>
                  </a:lnTo>
                  <a:lnTo>
                    <a:pt x="54147" y="6026"/>
                  </a:lnTo>
                  <a:lnTo>
                    <a:pt x="57159" y="6748"/>
                  </a:lnTo>
                  <a:lnTo>
                    <a:pt x="58814" y="7172"/>
                  </a:lnTo>
                  <a:lnTo>
                    <a:pt x="60512" y="7639"/>
                  </a:lnTo>
                  <a:lnTo>
                    <a:pt x="62251" y="8148"/>
                  </a:lnTo>
                  <a:lnTo>
                    <a:pt x="64076" y="8699"/>
                  </a:lnTo>
                  <a:lnTo>
                    <a:pt x="65943" y="9336"/>
                  </a:lnTo>
                  <a:lnTo>
                    <a:pt x="67853" y="9972"/>
                  </a:lnTo>
                  <a:lnTo>
                    <a:pt x="69762" y="10694"/>
                  </a:lnTo>
                  <a:lnTo>
                    <a:pt x="71714" y="11458"/>
                  </a:lnTo>
                  <a:lnTo>
                    <a:pt x="73666" y="12264"/>
                  </a:lnTo>
                  <a:lnTo>
                    <a:pt x="75618" y="13155"/>
                  </a:lnTo>
                  <a:lnTo>
                    <a:pt x="77528" y="14089"/>
                  </a:lnTo>
                  <a:lnTo>
                    <a:pt x="79480" y="15065"/>
                  </a:lnTo>
                  <a:lnTo>
                    <a:pt x="81347" y="16125"/>
                  </a:lnTo>
                  <a:lnTo>
                    <a:pt x="83214" y="17271"/>
                  </a:lnTo>
                  <a:lnTo>
                    <a:pt x="85038" y="18417"/>
                  </a:lnTo>
                  <a:lnTo>
                    <a:pt x="86821" y="19690"/>
                  </a:lnTo>
                  <a:lnTo>
                    <a:pt x="88518" y="21005"/>
                  </a:lnTo>
                  <a:lnTo>
                    <a:pt x="89324" y="21684"/>
                  </a:lnTo>
                  <a:lnTo>
                    <a:pt x="90130" y="22363"/>
                  </a:lnTo>
                  <a:lnTo>
                    <a:pt x="90937" y="23084"/>
                  </a:lnTo>
                  <a:lnTo>
                    <a:pt x="91701" y="23806"/>
                  </a:lnTo>
                  <a:lnTo>
                    <a:pt x="92422" y="24570"/>
                  </a:lnTo>
                  <a:lnTo>
                    <a:pt x="93143" y="25333"/>
                  </a:lnTo>
                  <a:lnTo>
                    <a:pt x="93101" y="20793"/>
                  </a:lnTo>
                  <a:lnTo>
                    <a:pt x="92379" y="19987"/>
                  </a:lnTo>
                  <a:lnTo>
                    <a:pt x="91616" y="19265"/>
                  </a:lnTo>
                  <a:lnTo>
                    <a:pt x="90852" y="18502"/>
                  </a:lnTo>
                  <a:lnTo>
                    <a:pt x="90088" y="17823"/>
                  </a:lnTo>
                  <a:lnTo>
                    <a:pt x="89282" y="17101"/>
                  </a:lnTo>
                  <a:lnTo>
                    <a:pt x="88433" y="16422"/>
                  </a:lnTo>
                  <a:lnTo>
                    <a:pt x="86736" y="15107"/>
                  </a:lnTo>
                  <a:lnTo>
                    <a:pt x="84996" y="13876"/>
                  </a:lnTo>
                  <a:lnTo>
                    <a:pt x="83171" y="12688"/>
                  </a:lnTo>
                  <a:lnTo>
                    <a:pt x="81304" y="11585"/>
                  </a:lnTo>
                  <a:lnTo>
                    <a:pt x="79395" y="10524"/>
                  </a:lnTo>
                  <a:lnTo>
                    <a:pt x="77485" y="9548"/>
                  </a:lnTo>
                  <a:lnTo>
                    <a:pt x="75533" y="8615"/>
                  </a:lnTo>
                  <a:lnTo>
                    <a:pt x="73581" y="7723"/>
                  </a:lnTo>
                  <a:lnTo>
                    <a:pt x="71629" y="6917"/>
                  </a:lnTo>
                  <a:lnTo>
                    <a:pt x="69720" y="6153"/>
                  </a:lnTo>
                  <a:lnTo>
                    <a:pt x="67768" y="5432"/>
                  </a:lnTo>
                  <a:lnTo>
                    <a:pt x="65901" y="4753"/>
                  </a:lnTo>
                  <a:lnTo>
                    <a:pt x="64034" y="4159"/>
                  </a:lnTo>
                  <a:lnTo>
                    <a:pt x="62209" y="3607"/>
                  </a:lnTo>
                  <a:lnTo>
                    <a:pt x="60427" y="3098"/>
                  </a:lnTo>
                  <a:lnTo>
                    <a:pt x="58729" y="2631"/>
                  </a:lnTo>
                  <a:lnTo>
                    <a:pt x="57117" y="2207"/>
                  </a:lnTo>
                  <a:lnTo>
                    <a:pt x="54104" y="1486"/>
                  </a:lnTo>
                  <a:lnTo>
                    <a:pt x="51473" y="892"/>
                  </a:lnTo>
                  <a:lnTo>
                    <a:pt x="49309" y="510"/>
                  </a:lnTo>
                  <a:lnTo>
                    <a:pt x="47697" y="213"/>
                  </a:lnTo>
                  <a:lnTo>
                    <a:pt x="46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2537418" y="3090714"/>
              <a:ext cx="84121" cy="276135"/>
            </a:xfrm>
            <a:custGeom>
              <a:rect b="b" l="l" r="r" t="t"/>
              <a:pathLst>
                <a:path extrusionOk="0" h="21176" w="6451">
                  <a:moveTo>
                    <a:pt x="6196" y="1"/>
                  </a:moveTo>
                  <a:lnTo>
                    <a:pt x="1" y="86"/>
                  </a:lnTo>
                  <a:lnTo>
                    <a:pt x="255" y="21175"/>
                  </a:lnTo>
                  <a:lnTo>
                    <a:pt x="6451" y="21133"/>
                  </a:lnTo>
                  <a:lnTo>
                    <a:pt x="6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2441147" y="3186437"/>
              <a:ext cx="276683" cy="84682"/>
            </a:xfrm>
            <a:custGeom>
              <a:rect b="b" l="l" r="r" t="t"/>
              <a:pathLst>
                <a:path extrusionOk="0" h="6494" w="21218">
                  <a:moveTo>
                    <a:pt x="21132" y="1"/>
                  </a:moveTo>
                  <a:lnTo>
                    <a:pt x="0" y="298"/>
                  </a:lnTo>
                  <a:lnTo>
                    <a:pt x="85" y="6493"/>
                  </a:lnTo>
                  <a:lnTo>
                    <a:pt x="21217" y="6239"/>
                  </a:lnTo>
                  <a:lnTo>
                    <a:pt x="211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1975800" y="3433221"/>
              <a:ext cx="1213476" cy="102377"/>
            </a:xfrm>
            <a:custGeom>
              <a:rect b="b" l="l" r="r" t="t"/>
              <a:pathLst>
                <a:path extrusionOk="0" h="7851" w="93058">
                  <a:moveTo>
                    <a:pt x="51261" y="0"/>
                  </a:moveTo>
                  <a:lnTo>
                    <a:pt x="46466" y="43"/>
                  </a:lnTo>
                  <a:lnTo>
                    <a:pt x="41713" y="127"/>
                  </a:lnTo>
                  <a:lnTo>
                    <a:pt x="37088" y="212"/>
                  </a:lnTo>
                  <a:lnTo>
                    <a:pt x="32632" y="382"/>
                  </a:lnTo>
                  <a:lnTo>
                    <a:pt x="28389" y="552"/>
                  </a:lnTo>
                  <a:lnTo>
                    <a:pt x="24315" y="764"/>
                  </a:lnTo>
                  <a:lnTo>
                    <a:pt x="20454" y="1019"/>
                  </a:lnTo>
                  <a:lnTo>
                    <a:pt x="16889" y="1273"/>
                  </a:lnTo>
                  <a:lnTo>
                    <a:pt x="13579" y="1570"/>
                  </a:lnTo>
                  <a:lnTo>
                    <a:pt x="10609" y="1910"/>
                  </a:lnTo>
                  <a:lnTo>
                    <a:pt x="7893" y="2249"/>
                  </a:lnTo>
                  <a:lnTo>
                    <a:pt x="5602" y="2589"/>
                  </a:lnTo>
                  <a:lnTo>
                    <a:pt x="3650" y="2928"/>
                  </a:lnTo>
                  <a:lnTo>
                    <a:pt x="2801" y="3140"/>
                  </a:lnTo>
                  <a:lnTo>
                    <a:pt x="2080" y="3310"/>
                  </a:lnTo>
                  <a:lnTo>
                    <a:pt x="1443" y="3522"/>
                  </a:lnTo>
                  <a:lnTo>
                    <a:pt x="934" y="3692"/>
                  </a:lnTo>
                  <a:lnTo>
                    <a:pt x="510" y="3904"/>
                  </a:lnTo>
                  <a:lnTo>
                    <a:pt x="213" y="4116"/>
                  </a:lnTo>
                  <a:lnTo>
                    <a:pt x="43" y="4286"/>
                  </a:lnTo>
                  <a:lnTo>
                    <a:pt x="0" y="4413"/>
                  </a:lnTo>
                  <a:lnTo>
                    <a:pt x="0" y="4498"/>
                  </a:lnTo>
                  <a:lnTo>
                    <a:pt x="0" y="4625"/>
                  </a:lnTo>
                  <a:lnTo>
                    <a:pt x="43" y="4710"/>
                  </a:lnTo>
                  <a:lnTo>
                    <a:pt x="255" y="4922"/>
                  </a:lnTo>
                  <a:lnTo>
                    <a:pt x="552" y="5092"/>
                  </a:lnTo>
                  <a:lnTo>
                    <a:pt x="934" y="5262"/>
                  </a:lnTo>
                  <a:lnTo>
                    <a:pt x="1486" y="5474"/>
                  </a:lnTo>
                  <a:lnTo>
                    <a:pt x="2080" y="5644"/>
                  </a:lnTo>
                  <a:lnTo>
                    <a:pt x="2843" y="5814"/>
                  </a:lnTo>
                  <a:lnTo>
                    <a:pt x="3650" y="5983"/>
                  </a:lnTo>
                  <a:lnTo>
                    <a:pt x="5644" y="6280"/>
                  </a:lnTo>
                  <a:lnTo>
                    <a:pt x="7978" y="6577"/>
                  </a:lnTo>
                  <a:lnTo>
                    <a:pt x="10651" y="6832"/>
                  </a:lnTo>
                  <a:lnTo>
                    <a:pt x="13664" y="7087"/>
                  </a:lnTo>
                  <a:lnTo>
                    <a:pt x="16974" y="7299"/>
                  </a:lnTo>
                  <a:lnTo>
                    <a:pt x="20538" y="7469"/>
                  </a:lnTo>
                  <a:lnTo>
                    <a:pt x="24400" y="7638"/>
                  </a:lnTo>
                  <a:lnTo>
                    <a:pt x="28474" y="7723"/>
                  </a:lnTo>
                  <a:lnTo>
                    <a:pt x="32717" y="7808"/>
                  </a:lnTo>
                  <a:lnTo>
                    <a:pt x="37215" y="7850"/>
                  </a:lnTo>
                  <a:lnTo>
                    <a:pt x="41840" y="7850"/>
                  </a:lnTo>
                  <a:lnTo>
                    <a:pt x="46593" y="7808"/>
                  </a:lnTo>
                  <a:lnTo>
                    <a:pt x="51345" y="7723"/>
                  </a:lnTo>
                  <a:lnTo>
                    <a:pt x="55971" y="7638"/>
                  </a:lnTo>
                  <a:lnTo>
                    <a:pt x="60426" y="7469"/>
                  </a:lnTo>
                  <a:lnTo>
                    <a:pt x="64670" y="7299"/>
                  </a:lnTo>
                  <a:lnTo>
                    <a:pt x="68743" y="7087"/>
                  </a:lnTo>
                  <a:lnTo>
                    <a:pt x="72605" y="6832"/>
                  </a:lnTo>
                  <a:lnTo>
                    <a:pt x="76169" y="6577"/>
                  </a:lnTo>
                  <a:lnTo>
                    <a:pt x="79479" y="6280"/>
                  </a:lnTo>
                  <a:lnTo>
                    <a:pt x="82492" y="5941"/>
                  </a:lnTo>
                  <a:lnTo>
                    <a:pt x="85165" y="5644"/>
                  </a:lnTo>
                  <a:lnTo>
                    <a:pt x="87457" y="5262"/>
                  </a:lnTo>
                  <a:lnTo>
                    <a:pt x="89451" y="4922"/>
                  </a:lnTo>
                  <a:lnTo>
                    <a:pt x="90257" y="4710"/>
                  </a:lnTo>
                  <a:lnTo>
                    <a:pt x="90979" y="4541"/>
                  </a:lnTo>
                  <a:lnTo>
                    <a:pt x="91615" y="4328"/>
                  </a:lnTo>
                  <a:lnTo>
                    <a:pt x="92124" y="4159"/>
                  </a:lnTo>
                  <a:lnTo>
                    <a:pt x="92549" y="3947"/>
                  </a:lnTo>
                  <a:lnTo>
                    <a:pt x="92846" y="3734"/>
                  </a:lnTo>
                  <a:lnTo>
                    <a:pt x="93016" y="3565"/>
                  </a:lnTo>
                  <a:lnTo>
                    <a:pt x="93058" y="3437"/>
                  </a:lnTo>
                  <a:lnTo>
                    <a:pt x="93058" y="3352"/>
                  </a:lnTo>
                  <a:lnTo>
                    <a:pt x="93058" y="3268"/>
                  </a:lnTo>
                  <a:lnTo>
                    <a:pt x="93016" y="3140"/>
                  </a:lnTo>
                  <a:lnTo>
                    <a:pt x="92803" y="2971"/>
                  </a:lnTo>
                  <a:lnTo>
                    <a:pt x="92506" y="2758"/>
                  </a:lnTo>
                  <a:lnTo>
                    <a:pt x="92124" y="2589"/>
                  </a:lnTo>
                  <a:lnTo>
                    <a:pt x="91573" y="2376"/>
                  </a:lnTo>
                  <a:lnTo>
                    <a:pt x="90979" y="2207"/>
                  </a:lnTo>
                  <a:lnTo>
                    <a:pt x="90215" y="2037"/>
                  </a:lnTo>
                  <a:lnTo>
                    <a:pt x="89409" y="1867"/>
                  </a:lnTo>
                  <a:lnTo>
                    <a:pt x="87414" y="1570"/>
                  </a:lnTo>
                  <a:lnTo>
                    <a:pt x="85080" y="1273"/>
                  </a:lnTo>
                  <a:lnTo>
                    <a:pt x="82407" y="1019"/>
                  </a:lnTo>
                  <a:lnTo>
                    <a:pt x="79394" y="764"/>
                  </a:lnTo>
                  <a:lnTo>
                    <a:pt x="76084" y="552"/>
                  </a:lnTo>
                  <a:lnTo>
                    <a:pt x="72520" y="382"/>
                  </a:lnTo>
                  <a:lnTo>
                    <a:pt x="68659" y="212"/>
                  </a:lnTo>
                  <a:lnTo>
                    <a:pt x="64585" y="127"/>
                  </a:lnTo>
                  <a:lnTo>
                    <a:pt x="60341" y="43"/>
                  </a:lnTo>
                  <a:lnTo>
                    <a:pt x="558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45"/>
          <p:cNvGrpSpPr/>
          <p:nvPr/>
        </p:nvGrpSpPr>
        <p:grpSpPr>
          <a:xfrm>
            <a:off x="1286898" y="3160000"/>
            <a:ext cx="438268" cy="438779"/>
            <a:chOff x="945350" y="3160000"/>
            <a:chExt cx="438268" cy="438779"/>
          </a:xfrm>
        </p:grpSpPr>
        <p:sp>
          <p:nvSpPr>
            <p:cNvPr id="1906" name="Google Shape;1906;p45"/>
            <p:cNvSpPr/>
            <p:nvPr/>
          </p:nvSpPr>
          <p:spPr>
            <a:xfrm>
              <a:off x="1039303" y="3283373"/>
              <a:ext cx="256049" cy="220442"/>
            </a:xfrm>
            <a:custGeom>
              <a:rect b="b" l="l" r="r" t="t"/>
              <a:pathLst>
                <a:path extrusionOk="0" h="18121" w="21048">
                  <a:moveTo>
                    <a:pt x="15659" y="1"/>
                  </a:moveTo>
                  <a:lnTo>
                    <a:pt x="15192" y="43"/>
                  </a:lnTo>
                  <a:lnTo>
                    <a:pt x="14683" y="128"/>
                  </a:lnTo>
                  <a:lnTo>
                    <a:pt x="14173" y="255"/>
                  </a:lnTo>
                  <a:lnTo>
                    <a:pt x="13707" y="425"/>
                  </a:lnTo>
                  <a:lnTo>
                    <a:pt x="13240" y="637"/>
                  </a:lnTo>
                  <a:lnTo>
                    <a:pt x="12815" y="934"/>
                  </a:lnTo>
                  <a:lnTo>
                    <a:pt x="12391" y="1274"/>
                  </a:lnTo>
                  <a:lnTo>
                    <a:pt x="11967" y="1613"/>
                  </a:lnTo>
                  <a:lnTo>
                    <a:pt x="10482" y="3183"/>
                  </a:lnTo>
                  <a:lnTo>
                    <a:pt x="8912" y="1698"/>
                  </a:lnTo>
                  <a:lnTo>
                    <a:pt x="8487" y="1359"/>
                  </a:lnTo>
                  <a:lnTo>
                    <a:pt x="8063" y="1019"/>
                  </a:lnTo>
                  <a:lnTo>
                    <a:pt x="7596" y="765"/>
                  </a:lnTo>
                  <a:lnTo>
                    <a:pt x="7129" y="595"/>
                  </a:lnTo>
                  <a:lnTo>
                    <a:pt x="6663" y="425"/>
                  </a:lnTo>
                  <a:lnTo>
                    <a:pt x="6153" y="298"/>
                  </a:lnTo>
                  <a:lnTo>
                    <a:pt x="5644" y="255"/>
                  </a:lnTo>
                  <a:lnTo>
                    <a:pt x="4626" y="255"/>
                  </a:lnTo>
                  <a:lnTo>
                    <a:pt x="4116" y="340"/>
                  </a:lnTo>
                  <a:lnTo>
                    <a:pt x="3650" y="510"/>
                  </a:lnTo>
                  <a:lnTo>
                    <a:pt x="3183" y="680"/>
                  </a:lnTo>
                  <a:lnTo>
                    <a:pt x="2716" y="892"/>
                  </a:lnTo>
                  <a:lnTo>
                    <a:pt x="2249" y="1189"/>
                  </a:lnTo>
                  <a:lnTo>
                    <a:pt x="1825" y="1486"/>
                  </a:lnTo>
                  <a:lnTo>
                    <a:pt x="1443" y="1868"/>
                  </a:lnTo>
                  <a:lnTo>
                    <a:pt x="1104" y="2292"/>
                  </a:lnTo>
                  <a:lnTo>
                    <a:pt x="807" y="2717"/>
                  </a:lnTo>
                  <a:lnTo>
                    <a:pt x="552" y="3183"/>
                  </a:lnTo>
                  <a:lnTo>
                    <a:pt x="340" y="3650"/>
                  </a:lnTo>
                  <a:lnTo>
                    <a:pt x="170" y="4117"/>
                  </a:lnTo>
                  <a:lnTo>
                    <a:pt x="85" y="4626"/>
                  </a:lnTo>
                  <a:lnTo>
                    <a:pt x="0" y="5135"/>
                  </a:lnTo>
                  <a:lnTo>
                    <a:pt x="0" y="5645"/>
                  </a:lnTo>
                  <a:lnTo>
                    <a:pt x="43" y="6111"/>
                  </a:lnTo>
                  <a:lnTo>
                    <a:pt x="128" y="6621"/>
                  </a:lnTo>
                  <a:lnTo>
                    <a:pt x="255" y="7130"/>
                  </a:lnTo>
                  <a:lnTo>
                    <a:pt x="425" y="7596"/>
                  </a:lnTo>
                  <a:lnTo>
                    <a:pt x="637" y="8063"/>
                  </a:lnTo>
                  <a:lnTo>
                    <a:pt x="934" y="8488"/>
                  </a:lnTo>
                  <a:lnTo>
                    <a:pt x="1231" y="8912"/>
                  </a:lnTo>
                  <a:lnTo>
                    <a:pt x="1613" y="9336"/>
                  </a:lnTo>
                  <a:lnTo>
                    <a:pt x="10821" y="18120"/>
                  </a:lnTo>
                  <a:lnTo>
                    <a:pt x="19605" y="8912"/>
                  </a:lnTo>
                  <a:lnTo>
                    <a:pt x="19944" y="8488"/>
                  </a:lnTo>
                  <a:lnTo>
                    <a:pt x="20284" y="8063"/>
                  </a:lnTo>
                  <a:lnTo>
                    <a:pt x="20538" y="7596"/>
                  </a:lnTo>
                  <a:lnTo>
                    <a:pt x="20708" y="7130"/>
                  </a:lnTo>
                  <a:lnTo>
                    <a:pt x="20878" y="6663"/>
                  </a:lnTo>
                  <a:lnTo>
                    <a:pt x="21005" y="6154"/>
                  </a:lnTo>
                  <a:lnTo>
                    <a:pt x="21048" y="5645"/>
                  </a:lnTo>
                  <a:lnTo>
                    <a:pt x="21048" y="5135"/>
                  </a:lnTo>
                  <a:lnTo>
                    <a:pt x="21048" y="4626"/>
                  </a:lnTo>
                  <a:lnTo>
                    <a:pt x="20963" y="4159"/>
                  </a:lnTo>
                  <a:lnTo>
                    <a:pt x="20793" y="3650"/>
                  </a:lnTo>
                  <a:lnTo>
                    <a:pt x="20623" y="3183"/>
                  </a:lnTo>
                  <a:lnTo>
                    <a:pt x="20411" y="2717"/>
                  </a:lnTo>
                  <a:lnTo>
                    <a:pt x="20114" y="2250"/>
                  </a:lnTo>
                  <a:lnTo>
                    <a:pt x="19817" y="1826"/>
                  </a:lnTo>
                  <a:lnTo>
                    <a:pt x="19435" y="1444"/>
                  </a:lnTo>
                  <a:lnTo>
                    <a:pt x="19011" y="1104"/>
                  </a:lnTo>
                  <a:lnTo>
                    <a:pt x="18586" y="807"/>
                  </a:lnTo>
                  <a:lnTo>
                    <a:pt x="18120" y="552"/>
                  </a:lnTo>
                  <a:lnTo>
                    <a:pt x="17653" y="340"/>
                  </a:lnTo>
                  <a:lnTo>
                    <a:pt x="17186" y="171"/>
                  </a:lnTo>
                  <a:lnTo>
                    <a:pt x="16677" y="86"/>
                  </a:lnTo>
                  <a:lnTo>
                    <a:pt x="16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945350" y="3160000"/>
              <a:ext cx="438268" cy="438779"/>
            </a:xfrm>
            <a:custGeom>
              <a:rect b="b" l="l" r="r" t="t"/>
              <a:pathLst>
                <a:path extrusionOk="0" h="36069" w="36027">
                  <a:moveTo>
                    <a:pt x="18502" y="1655"/>
                  </a:moveTo>
                  <a:lnTo>
                    <a:pt x="19308" y="1698"/>
                  </a:lnTo>
                  <a:lnTo>
                    <a:pt x="20114" y="1782"/>
                  </a:lnTo>
                  <a:lnTo>
                    <a:pt x="20963" y="1910"/>
                  </a:lnTo>
                  <a:lnTo>
                    <a:pt x="21727" y="2079"/>
                  </a:lnTo>
                  <a:lnTo>
                    <a:pt x="22533" y="2292"/>
                  </a:lnTo>
                  <a:lnTo>
                    <a:pt x="23297" y="2504"/>
                  </a:lnTo>
                  <a:lnTo>
                    <a:pt x="24060" y="2801"/>
                  </a:lnTo>
                  <a:lnTo>
                    <a:pt x="24782" y="3098"/>
                  </a:lnTo>
                  <a:lnTo>
                    <a:pt x="25503" y="3437"/>
                  </a:lnTo>
                  <a:lnTo>
                    <a:pt x="26182" y="3819"/>
                  </a:lnTo>
                  <a:lnTo>
                    <a:pt x="26861" y="4244"/>
                  </a:lnTo>
                  <a:lnTo>
                    <a:pt x="27498" y="4668"/>
                  </a:lnTo>
                  <a:lnTo>
                    <a:pt x="28134" y="5135"/>
                  </a:lnTo>
                  <a:lnTo>
                    <a:pt x="28771" y="5644"/>
                  </a:lnTo>
                  <a:lnTo>
                    <a:pt x="29322" y="6196"/>
                  </a:lnTo>
                  <a:lnTo>
                    <a:pt x="29874" y="6747"/>
                  </a:lnTo>
                  <a:lnTo>
                    <a:pt x="30426" y="7341"/>
                  </a:lnTo>
                  <a:lnTo>
                    <a:pt x="30935" y="7935"/>
                  </a:lnTo>
                  <a:lnTo>
                    <a:pt x="31402" y="8572"/>
                  </a:lnTo>
                  <a:lnTo>
                    <a:pt x="31826" y="9208"/>
                  </a:lnTo>
                  <a:lnTo>
                    <a:pt x="32250" y="9887"/>
                  </a:lnTo>
                  <a:lnTo>
                    <a:pt x="32632" y="10609"/>
                  </a:lnTo>
                  <a:lnTo>
                    <a:pt x="32972" y="11330"/>
                  </a:lnTo>
                  <a:lnTo>
                    <a:pt x="33269" y="12051"/>
                  </a:lnTo>
                  <a:lnTo>
                    <a:pt x="33566" y="12815"/>
                  </a:lnTo>
                  <a:lnTo>
                    <a:pt x="33778" y="13579"/>
                  </a:lnTo>
                  <a:lnTo>
                    <a:pt x="33990" y="14385"/>
                  </a:lnTo>
                  <a:lnTo>
                    <a:pt x="34160" y="15149"/>
                  </a:lnTo>
                  <a:lnTo>
                    <a:pt x="34287" y="15998"/>
                  </a:lnTo>
                  <a:lnTo>
                    <a:pt x="34372" y="16804"/>
                  </a:lnTo>
                  <a:lnTo>
                    <a:pt x="34414" y="17653"/>
                  </a:lnTo>
                  <a:lnTo>
                    <a:pt x="34414" y="18501"/>
                  </a:lnTo>
                  <a:lnTo>
                    <a:pt x="34372" y="19350"/>
                  </a:lnTo>
                  <a:lnTo>
                    <a:pt x="34287" y="20156"/>
                  </a:lnTo>
                  <a:lnTo>
                    <a:pt x="34160" y="20962"/>
                  </a:lnTo>
                  <a:lnTo>
                    <a:pt x="33990" y="21769"/>
                  </a:lnTo>
                  <a:lnTo>
                    <a:pt x="33778" y="22532"/>
                  </a:lnTo>
                  <a:lnTo>
                    <a:pt x="33523" y="23296"/>
                  </a:lnTo>
                  <a:lnTo>
                    <a:pt x="33269" y="24060"/>
                  </a:lnTo>
                  <a:lnTo>
                    <a:pt x="32929" y="24781"/>
                  </a:lnTo>
                  <a:lnTo>
                    <a:pt x="32590" y="25503"/>
                  </a:lnTo>
                  <a:lnTo>
                    <a:pt x="32208" y="26224"/>
                  </a:lnTo>
                  <a:lnTo>
                    <a:pt x="31826" y="26861"/>
                  </a:lnTo>
                  <a:lnTo>
                    <a:pt x="31359" y="27540"/>
                  </a:lnTo>
                  <a:lnTo>
                    <a:pt x="30892" y="28176"/>
                  </a:lnTo>
                  <a:lnTo>
                    <a:pt x="30383" y="28770"/>
                  </a:lnTo>
                  <a:lnTo>
                    <a:pt x="29874" y="29364"/>
                  </a:lnTo>
                  <a:lnTo>
                    <a:pt x="29322" y="29916"/>
                  </a:lnTo>
                  <a:lnTo>
                    <a:pt x="28728" y="30425"/>
                  </a:lnTo>
                  <a:lnTo>
                    <a:pt x="28134" y="30934"/>
                  </a:lnTo>
                  <a:lnTo>
                    <a:pt x="27498" y="31401"/>
                  </a:lnTo>
                  <a:lnTo>
                    <a:pt x="26819" y="31868"/>
                  </a:lnTo>
                  <a:lnTo>
                    <a:pt x="26140" y="32250"/>
                  </a:lnTo>
                  <a:lnTo>
                    <a:pt x="25461" y="32632"/>
                  </a:lnTo>
                  <a:lnTo>
                    <a:pt x="24739" y="32971"/>
                  </a:lnTo>
                  <a:lnTo>
                    <a:pt x="23976" y="33311"/>
                  </a:lnTo>
                  <a:lnTo>
                    <a:pt x="23254" y="33565"/>
                  </a:lnTo>
                  <a:lnTo>
                    <a:pt x="22448" y="33820"/>
                  </a:lnTo>
                  <a:lnTo>
                    <a:pt x="21684" y="34032"/>
                  </a:lnTo>
                  <a:lnTo>
                    <a:pt x="20878" y="34159"/>
                  </a:lnTo>
                  <a:lnTo>
                    <a:pt x="20072" y="34287"/>
                  </a:lnTo>
                  <a:lnTo>
                    <a:pt x="19223" y="34371"/>
                  </a:lnTo>
                  <a:lnTo>
                    <a:pt x="18374" y="34414"/>
                  </a:lnTo>
                  <a:lnTo>
                    <a:pt x="17526" y="34414"/>
                  </a:lnTo>
                  <a:lnTo>
                    <a:pt x="16719" y="34371"/>
                  </a:lnTo>
                  <a:lnTo>
                    <a:pt x="15913" y="34287"/>
                  </a:lnTo>
                  <a:lnTo>
                    <a:pt x="15064" y="34159"/>
                  </a:lnTo>
                  <a:lnTo>
                    <a:pt x="14301" y="33990"/>
                  </a:lnTo>
                  <a:lnTo>
                    <a:pt x="13494" y="33777"/>
                  </a:lnTo>
                  <a:lnTo>
                    <a:pt x="12731" y="33565"/>
                  </a:lnTo>
                  <a:lnTo>
                    <a:pt x="11967" y="33268"/>
                  </a:lnTo>
                  <a:lnTo>
                    <a:pt x="11245" y="32971"/>
                  </a:lnTo>
                  <a:lnTo>
                    <a:pt x="10524" y="32632"/>
                  </a:lnTo>
                  <a:lnTo>
                    <a:pt x="9845" y="32250"/>
                  </a:lnTo>
                  <a:lnTo>
                    <a:pt x="9166" y="31825"/>
                  </a:lnTo>
                  <a:lnTo>
                    <a:pt x="8530" y="31401"/>
                  </a:lnTo>
                  <a:lnTo>
                    <a:pt x="7893" y="30892"/>
                  </a:lnTo>
                  <a:lnTo>
                    <a:pt x="7299" y="30425"/>
                  </a:lnTo>
                  <a:lnTo>
                    <a:pt x="6705" y="29874"/>
                  </a:lnTo>
                  <a:lnTo>
                    <a:pt x="6153" y="29322"/>
                  </a:lnTo>
                  <a:lnTo>
                    <a:pt x="5602" y="28728"/>
                  </a:lnTo>
                  <a:lnTo>
                    <a:pt x="5092" y="28134"/>
                  </a:lnTo>
                  <a:lnTo>
                    <a:pt x="4626" y="27497"/>
                  </a:lnTo>
                  <a:lnTo>
                    <a:pt x="4201" y="26861"/>
                  </a:lnTo>
                  <a:lnTo>
                    <a:pt x="3777" y="26182"/>
                  </a:lnTo>
                  <a:lnTo>
                    <a:pt x="3395" y="25460"/>
                  </a:lnTo>
                  <a:lnTo>
                    <a:pt x="3056" y="24739"/>
                  </a:lnTo>
                  <a:lnTo>
                    <a:pt x="2759" y="24018"/>
                  </a:lnTo>
                  <a:lnTo>
                    <a:pt x="2462" y="23254"/>
                  </a:lnTo>
                  <a:lnTo>
                    <a:pt x="2249" y="22490"/>
                  </a:lnTo>
                  <a:lnTo>
                    <a:pt x="2037" y="21684"/>
                  </a:lnTo>
                  <a:lnTo>
                    <a:pt x="1868" y="20878"/>
                  </a:lnTo>
                  <a:lnTo>
                    <a:pt x="1740" y="20071"/>
                  </a:lnTo>
                  <a:lnTo>
                    <a:pt x="1655" y="19265"/>
                  </a:lnTo>
                  <a:lnTo>
                    <a:pt x="1613" y="18416"/>
                  </a:lnTo>
                  <a:lnTo>
                    <a:pt x="1613" y="17568"/>
                  </a:lnTo>
                  <a:lnTo>
                    <a:pt x="1655" y="16719"/>
                  </a:lnTo>
                  <a:lnTo>
                    <a:pt x="1740" y="15913"/>
                  </a:lnTo>
                  <a:lnTo>
                    <a:pt x="1868" y="15107"/>
                  </a:lnTo>
                  <a:lnTo>
                    <a:pt x="2037" y="14300"/>
                  </a:lnTo>
                  <a:lnTo>
                    <a:pt x="2249" y="13537"/>
                  </a:lnTo>
                  <a:lnTo>
                    <a:pt x="2504" y="12773"/>
                  </a:lnTo>
                  <a:lnTo>
                    <a:pt x="2759" y="12009"/>
                  </a:lnTo>
                  <a:lnTo>
                    <a:pt x="3098" y="11288"/>
                  </a:lnTo>
                  <a:lnTo>
                    <a:pt x="3438" y="10566"/>
                  </a:lnTo>
                  <a:lnTo>
                    <a:pt x="3819" y="9845"/>
                  </a:lnTo>
                  <a:lnTo>
                    <a:pt x="4201" y="9208"/>
                  </a:lnTo>
                  <a:lnTo>
                    <a:pt x="4668" y="8529"/>
                  </a:lnTo>
                  <a:lnTo>
                    <a:pt x="5135" y="7893"/>
                  </a:lnTo>
                  <a:lnTo>
                    <a:pt x="5644" y="7299"/>
                  </a:lnTo>
                  <a:lnTo>
                    <a:pt x="6153" y="6705"/>
                  </a:lnTo>
                  <a:lnTo>
                    <a:pt x="6705" y="6153"/>
                  </a:lnTo>
                  <a:lnTo>
                    <a:pt x="7299" y="5644"/>
                  </a:lnTo>
                  <a:lnTo>
                    <a:pt x="7893" y="5135"/>
                  </a:lnTo>
                  <a:lnTo>
                    <a:pt x="8530" y="4668"/>
                  </a:lnTo>
                  <a:lnTo>
                    <a:pt x="9209" y="4201"/>
                  </a:lnTo>
                  <a:lnTo>
                    <a:pt x="9888" y="3819"/>
                  </a:lnTo>
                  <a:lnTo>
                    <a:pt x="10566" y="3437"/>
                  </a:lnTo>
                  <a:lnTo>
                    <a:pt x="11288" y="3098"/>
                  </a:lnTo>
                  <a:lnTo>
                    <a:pt x="12052" y="2758"/>
                  </a:lnTo>
                  <a:lnTo>
                    <a:pt x="12773" y="2504"/>
                  </a:lnTo>
                  <a:lnTo>
                    <a:pt x="13579" y="2249"/>
                  </a:lnTo>
                  <a:lnTo>
                    <a:pt x="14343" y="2037"/>
                  </a:lnTo>
                  <a:lnTo>
                    <a:pt x="15149" y="1910"/>
                  </a:lnTo>
                  <a:lnTo>
                    <a:pt x="15956" y="1782"/>
                  </a:lnTo>
                  <a:lnTo>
                    <a:pt x="16804" y="1698"/>
                  </a:lnTo>
                  <a:lnTo>
                    <a:pt x="17653" y="1655"/>
                  </a:lnTo>
                  <a:close/>
                  <a:moveTo>
                    <a:pt x="17611" y="0"/>
                  </a:moveTo>
                  <a:lnTo>
                    <a:pt x="16677" y="43"/>
                  </a:lnTo>
                  <a:lnTo>
                    <a:pt x="15743" y="128"/>
                  </a:lnTo>
                  <a:lnTo>
                    <a:pt x="14852" y="297"/>
                  </a:lnTo>
                  <a:lnTo>
                    <a:pt x="13961" y="467"/>
                  </a:lnTo>
                  <a:lnTo>
                    <a:pt x="13113" y="679"/>
                  </a:lnTo>
                  <a:lnTo>
                    <a:pt x="12264" y="934"/>
                  </a:lnTo>
                  <a:lnTo>
                    <a:pt x="11415" y="1231"/>
                  </a:lnTo>
                  <a:lnTo>
                    <a:pt x="10609" y="1570"/>
                  </a:lnTo>
                  <a:lnTo>
                    <a:pt x="9845" y="1952"/>
                  </a:lnTo>
                  <a:lnTo>
                    <a:pt x="9081" y="2376"/>
                  </a:lnTo>
                  <a:lnTo>
                    <a:pt x="8317" y="2843"/>
                  </a:lnTo>
                  <a:lnTo>
                    <a:pt x="7596" y="3310"/>
                  </a:lnTo>
                  <a:lnTo>
                    <a:pt x="6917" y="3819"/>
                  </a:lnTo>
                  <a:lnTo>
                    <a:pt x="6238" y="4371"/>
                  </a:lnTo>
                  <a:lnTo>
                    <a:pt x="5602" y="4965"/>
                  </a:lnTo>
                  <a:lnTo>
                    <a:pt x="4965" y="5601"/>
                  </a:lnTo>
                  <a:lnTo>
                    <a:pt x="4414" y="6238"/>
                  </a:lnTo>
                  <a:lnTo>
                    <a:pt x="3862" y="6874"/>
                  </a:lnTo>
                  <a:lnTo>
                    <a:pt x="3310" y="7596"/>
                  </a:lnTo>
                  <a:lnTo>
                    <a:pt x="2843" y="8317"/>
                  </a:lnTo>
                  <a:lnTo>
                    <a:pt x="2377" y="9039"/>
                  </a:lnTo>
                  <a:lnTo>
                    <a:pt x="1952" y="9802"/>
                  </a:lnTo>
                  <a:lnTo>
                    <a:pt x="1570" y="10609"/>
                  </a:lnTo>
                  <a:lnTo>
                    <a:pt x="1231" y="11415"/>
                  </a:lnTo>
                  <a:lnTo>
                    <a:pt x="934" y="12221"/>
                  </a:lnTo>
                  <a:lnTo>
                    <a:pt x="679" y="13070"/>
                  </a:lnTo>
                  <a:lnTo>
                    <a:pt x="467" y="13918"/>
                  </a:lnTo>
                  <a:lnTo>
                    <a:pt x="255" y="14810"/>
                  </a:lnTo>
                  <a:lnTo>
                    <a:pt x="128" y="15701"/>
                  </a:lnTo>
                  <a:lnTo>
                    <a:pt x="43" y="16592"/>
                  </a:lnTo>
                  <a:lnTo>
                    <a:pt x="0" y="17525"/>
                  </a:lnTo>
                  <a:lnTo>
                    <a:pt x="0" y="18459"/>
                  </a:lnTo>
                  <a:lnTo>
                    <a:pt x="43" y="19350"/>
                  </a:lnTo>
                  <a:lnTo>
                    <a:pt x="128" y="20284"/>
                  </a:lnTo>
                  <a:lnTo>
                    <a:pt x="255" y="21175"/>
                  </a:lnTo>
                  <a:lnTo>
                    <a:pt x="425" y="22066"/>
                  </a:lnTo>
                  <a:lnTo>
                    <a:pt x="679" y="22914"/>
                  </a:lnTo>
                  <a:lnTo>
                    <a:pt x="934" y="23763"/>
                  </a:lnTo>
                  <a:lnTo>
                    <a:pt x="1231" y="24612"/>
                  </a:lnTo>
                  <a:lnTo>
                    <a:pt x="1570" y="25418"/>
                  </a:lnTo>
                  <a:lnTo>
                    <a:pt x="1952" y="26224"/>
                  </a:lnTo>
                  <a:lnTo>
                    <a:pt x="2377" y="26988"/>
                  </a:lnTo>
                  <a:lnTo>
                    <a:pt x="2801" y="27709"/>
                  </a:lnTo>
                  <a:lnTo>
                    <a:pt x="3310" y="28431"/>
                  </a:lnTo>
                  <a:lnTo>
                    <a:pt x="3819" y="29152"/>
                  </a:lnTo>
                  <a:lnTo>
                    <a:pt x="4371" y="29831"/>
                  </a:lnTo>
                  <a:lnTo>
                    <a:pt x="4965" y="30468"/>
                  </a:lnTo>
                  <a:lnTo>
                    <a:pt x="5559" y="31062"/>
                  </a:lnTo>
                  <a:lnTo>
                    <a:pt x="6196" y="31656"/>
                  </a:lnTo>
                  <a:lnTo>
                    <a:pt x="6875" y="32207"/>
                  </a:lnTo>
                  <a:lnTo>
                    <a:pt x="7554" y="32717"/>
                  </a:lnTo>
                  <a:lnTo>
                    <a:pt x="8275" y="33226"/>
                  </a:lnTo>
                  <a:lnTo>
                    <a:pt x="9039" y="33650"/>
                  </a:lnTo>
                  <a:lnTo>
                    <a:pt x="9803" y="34074"/>
                  </a:lnTo>
                  <a:lnTo>
                    <a:pt x="10566" y="34456"/>
                  </a:lnTo>
                  <a:lnTo>
                    <a:pt x="11373" y="34796"/>
                  </a:lnTo>
                  <a:lnTo>
                    <a:pt x="12221" y="35093"/>
                  </a:lnTo>
                  <a:lnTo>
                    <a:pt x="13070" y="35390"/>
                  </a:lnTo>
                  <a:lnTo>
                    <a:pt x="13919" y="35602"/>
                  </a:lnTo>
                  <a:lnTo>
                    <a:pt x="14810" y="35772"/>
                  </a:lnTo>
                  <a:lnTo>
                    <a:pt x="15701" y="35899"/>
                  </a:lnTo>
                  <a:lnTo>
                    <a:pt x="16592" y="36026"/>
                  </a:lnTo>
                  <a:lnTo>
                    <a:pt x="17483" y="36069"/>
                  </a:lnTo>
                  <a:lnTo>
                    <a:pt x="18417" y="36069"/>
                  </a:lnTo>
                  <a:lnTo>
                    <a:pt x="19350" y="36026"/>
                  </a:lnTo>
                  <a:lnTo>
                    <a:pt x="20284" y="35942"/>
                  </a:lnTo>
                  <a:lnTo>
                    <a:pt x="21175" y="35772"/>
                  </a:lnTo>
                  <a:lnTo>
                    <a:pt x="22066" y="35602"/>
                  </a:lnTo>
                  <a:lnTo>
                    <a:pt x="22915" y="35390"/>
                  </a:lnTo>
                  <a:lnTo>
                    <a:pt x="23763" y="35135"/>
                  </a:lnTo>
                  <a:lnTo>
                    <a:pt x="24612" y="34838"/>
                  </a:lnTo>
                  <a:lnTo>
                    <a:pt x="25418" y="34499"/>
                  </a:lnTo>
                  <a:lnTo>
                    <a:pt x="26182" y="34117"/>
                  </a:lnTo>
                  <a:lnTo>
                    <a:pt x="26946" y="33693"/>
                  </a:lnTo>
                  <a:lnTo>
                    <a:pt x="27710" y="33226"/>
                  </a:lnTo>
                  <a:lnTo>
                    <a:pt x="28431" y="32759"/>
                  </a:lnTo>
                  <a:lnTo>
                    <a:pt x="29110" y="32207"/>
                  </a:lnTo>
                  <a:lnTo>
                    <a:pt x="29789" y="31656"/>
                  </a:lnTo>
                  <a:lnTo>
                    <a:pt x="30426" y="31104"/>
                  </a:lnTo>
                  <a:lnTo>
                    <a:pt x="31062" y="30468"/>
                  </a:lnTo>
                  <a:lnTo>
                    <a:pt x="31614" y="29831"/>
                  </a:lnTo>
                  <a:lnTo>
                    <a:pt x="32165" y="29195"/>
                  </a:lnTo>
                  <a:lnTo>
                    <a:pt x="32717" y="28473"/>
                  </a:lnTo>
                  <a:lnTo>
                    <a:pt x="33184" y="27752"/>
                  </a:lnTo>
                  <a:lnTo>
                    <a:pt x="33651" y="27030"/>
                  </a:lnTo>
                  <a:lnTo>
                    <a:pt x="34075" y="26267"/>
                  </a:lnTo>
                  <a:lnTo>
                    <a:pt x="34457" y="25460"/>
                  </a:lnTo>
                  <a:lnTo>
                    <a:pt x="34796" y="24654"/>
                  </a:lnTo>
                  <a:lnTo>
                    <a:pt x="35093" y="23848"/>
                  </a:lnTo>
                  <a:lnTo>
                    <a:pt x="35348" y="22999"/>
                  </a:lnTo>
                  <a:lnTo>
                    <a:pt x="35560" y="22151"/>
                  </a:lnTo>
                  <a:lnTo>
                    <a:pt x="35772" y="21259"/>
                  </a:lnTo>
                  <a:lnTo>
                    <a:pt x="35900" y="20368"/>
                  </a:lnTo>
                  <a:lnTo>
                    <a:pt x="35984" y="19477"/>
                  </a:lnTo>
                  <a:lnTo>
                    <a:pt x="36027" y="18544"/>
                  </a:lnTo>
                  <a:lnTo>
                    <a:pt x="36027" y="17610"/>
                  </a:lnTo>
                  <a:lnTo>
                    <a:pt x="35984" y="16677"/>
                  </a:lnTo>
                  <a:lnTo>
                    <a:pt x="35900" y="15786"/>
                  </a:lnTo>
                  <a:lnTo>
                    <a:pt x="35772" y="14894"/>
                  </a:lnTo>
                  <a:lnTo>
                    <a:pt x="35602" y="14003"/>
                  </a:lnTo>
                  <a:lnTo>
                    <a:pt x="35390" y="13112"/>
                  </a:lnTo>
                  <a:lnTo>
                    <a:pt x="35093" y="12264"/>
                  </a:lnTo>
                  <a:lnTo>
                    <a:pt x="34796" y="11457"/>
                  </a:lnTo>
                  <a:lnTo>
                    <a:pt x="34457" y="10651"/>
                  </a:lnTo>
                  <a:lnTo>
                    <a:pt x="34075" y="9845"/>
                  </a:lnTo>
                  <a:lnTo>
                    <a:pt x="33651" y="9081"/>
                  </a:lnTo>
                  <a:lnTo>
                    <a:pt x="33226" y="8360"/>
                  </a:lnTo>
                  <a:lnTo>
                    <a:pt x="32717" y="7638"/>
                  </a:lnTo>
                  <a:lnTo>
                    <a:pt x="32208" y="6917"/>
                  </a:lnTo>
                  <a:lnTo>
                    <a:pt x="31656" y="6238"/>
                  </a:lnTo>
                  <a:lnTo>
                    <a:pt x="31062" y="5601"/>
                  </a:lnTo>
                  <a:lnTo>
                    <a:pt x="30468" y="5007"/>
                  </a:lnTo>
                  <a:lnTo>
                    <a:pt x="29831" y="4413"/>
                  </a:lnTo>
                  <a:lnTo>
                    <a:pt x="29153" y="3862"/>
                  </a:lnTo>
                  <a:lnTo>
                    <a:pt x="28474" y="3352"/>
                  </a:lnTo>
                  <a:lnTo>
                    <a:pt x="27752" y="2843"/>
                  </a:lnTo>
                  <a:lnTo>
                    <a:pt x="26988" y="2419"/>
                  </a:lnTo>
                  <a:lnTo>
                    <a:pt x="26225" y="1995"/>
                  </a:lnTo>
                  <a:lnTo>
                    <a:pt x="25461" y="1613"/>
                  </a:lnTo>
                  <a:lnTo>
                    <a:pt x="24655" y="1273"/>
                  </a:lnTo>
                  <a:lnTo>
                    <a:pt x="23806" y="976"/>
                  </a:lnTo>
                  <a:lnTo>
                    <a:pt x="22957" y="679"/>
                  </a:lnTo>
                  <a:lnTo>
                    <a:pt x="22108" y="467"/>
                  </a:lnTo>
                  <a:lnTo>
                    <a:pt x="21217" y="297"/>
                  </a:lnTo>
                  <a:lnTo>
                    <a:pt x="20326" y="170"/>
                  </a:lnTo>
                  <a:lnTo>
                    <a:pt x="19435" y="43"/>
                  </a:lnTo>
                  <a:lnTo>
                    <a:pt x="185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45"/>
          <p:cNvGrpSpPr/>
          <p:nvPr/>
        </p:nvGrpSpPr>
        <p:grpSpPr>
          <a:xfrm>
            <a:off x="3687073" y="2721234"/>
            <a:ext cx="539852" cy="438764"/>
            <a:chOff x="3700900" y="5339697"/>
            <a:chExt cx="539852" cy="438764"/>
          </a:xfrm>
        </p:grpSpPr>
        <p:sp>
          <p:nvSpPr>
            <p:cNvPr id="1909" name="Google Shape;1909;p45"/>
            <p:cNvSpPr/>
            <p:nvPr/>
          </p:nvSpPr>
          <p:spPr>
            <a:xfrm>
              <a:off x="3700900" y="5339697"/>
              <a:ext cx="539852" cy="438764"/>
            </a:xfrm>
            <a:custGeom>
              <a:rect b="b" l="l" r="r" t="t"/>
              <a:pathLst>
                <a:path extrusionOk="0" h="24315" w="29917">
                  <a:moveTo>
                    <a:pt x="21897" y="0"/>
                  </a:moveTo>
                  <a:lnTo>
                    <a:pt x="21345" y="43"/>
                  </a:lnTo>
                  <a:lnTo>
                    <a:pt x="20836" y="127"/>
                  </a:lnTo>
                  <a:lnTo>
                    <a:pt x="20284" y="255"/>
                  </a:lnTo>
                  <a:lnTo>
                    <a:pt x="19732" y="424"/>
                  </a:lnTo>
                  <a:lnTo>
                    <a:pt x="19181" y="637"/>
                  </a:lnTo>
                  <a:lnTo>
                    <a:pt x="18629" y="849"/>
                  </a:lnTo>
                  <a:lnTo>
                    <a:pt x="18078" y="1146"/>
                  </a:lnTo>
                  <a:lnTo>
                    <a:pt x="17526" y="1443"/>
                  </a:lnTo>
                  <a:lnTo>
                    <a:pt x="16974" y="1825"/>
                  </a:lnTo>
                  <a:lnTo>
                    <a:pt x="16423" y="2207"/>
                  </a:lnTo>
                  <a:lnTo>
                    <a:pt x="15871" y="2673"/>
                  </a:lnTo>
                  <a:lnTo>
                    <a:pt x="15362" y="3140"/>
                  </a:lnTo>
                  <a:lnTo>
                    <a:pt x="14810" y="3692"/>
                  </a:lnTo>
                  <a:lnTo>
                    <a:pt x="13919" y="2928"/>
                  </a:lnTo>
                  <a:lnTo>
                    <a:pt x="13028" y="2249"/>
                  </a:lnTo>
                  <a:lnTo>
                    <a:pt x="12137" y="1697"/>
                  </a:lnTo>
                  <a:lnTo>
                    <a:pt x="11203" y="1231"/>
                  </a:lnTo>
                  <a:lnTo>
                    <a:pt x="10312" y="891"/>
                  </a:lnTo>
                  <a:lnTo>
                    <a:pt x="9463" y="637"/>
                  </a:lnTo>
                  <a:lnTo>
                    <a:pt x="8572" y="509"/>
                  </a:lnTo>
                  <a:lnTo>
                    <a:pt x="7724" y="467"/>
                  </a:lnTo>
                  <a:lnTo>
                    <a:pt x="6917" y="467"/>
                  </a:lnTo>
                  <a:lnTo>
                    <a:pt x="6111" y="594"/>
                  </a:lnTo>
                  <a:lnTo>
                    <a:pt x="5347" y="806"/>
                  </a:lnTo>
                  <a:lnTo>
                    <a:pt x="4584" y="1061"/>
                  </a:lnTo>
                  <a:lnTo>
                    <a:pt x="3905" y="1400"/>
                  </a:lnTo>
                  <a:lnTo>
                    <a:pt x="3268" y="1825"/>
                  </a:lnTo>
                  <a:lnTo>
                    <a:pt x="2632" y="2292"/>
                  </a:lnTo>
                  <a:lnTo>
                    <a:pt x="2080" y="2801"/>
                  </a:lnTo>
                  <a:lnTo>
                    <a:pt x="1613" y="3395"/>
                  </a:lnTo>
                  <a:lnTo>
                    <a:pt x="1146" y="3989"/>
                  </a:lnTo>
                  <a:lnTo>
                    <a:pt x="764" y="4668"/>
                  </a:lnTo>
                  <a:lnTo>
                    <a:pt x="467" y="5389"/>
                  </a:lnTo>
                  <a:lnTo>
                    <a:pt x="255" y="6111"/>
                  </a:lnTo>
                  <a:lnTo>
                    <a:pt x="86" y="6917"/>
                  </a:lnTo>
                  <a:lnTo>
                    <a:pt x="1" y="7723"/>
                  </a:lnTo>
                  <a:lnTo>
                    <a:pt x="1" y="8529"/>
                  </a:lnTo>
                  <a:lnTo>
                    <a:pt x="86" y="9378"/>
                  </a:lnTo>
                  <a:lnTo>
                    <a:pt x="298" y="10227"/>
                  </a:lnTo>
                  <a:lnTo>
                    <a:pt x="552" y="11118"/>
                  </a:lnTo>
                  <a:lnTo>
                    <a:pt x="934" y="11966"/>
                  </a:lnTo>
                  <a:lnTo>
                    <a:pt x="1443" y="12858"/>
                  </a:lnTo>
                  <a:lnTo>
                    <a:pt x="2037" y="13749"/>
                  </a:lnTo>
                  <a:lnTo>
                    <a:pt x="2716" y="14597"/>
                  </a:lnTo>
                  <a:lnTo>
                    <a:pt x="3565" y="15446"/>
                  </a:lnTo>
                  <a:lnTo>
                    <a:pt x="9676" y="20071"/>
                  </a:lnTo>
                  <a:lnTo>
                    <a:pt x="15277" y="24315"/>
                  </a:lnTo>
                  <a:lnTo>
                    <a:pt x="26564" y="14937"/>
                  </a:lnTo>
                  <a:lnTo>
                    <a:pt x="27201" y="14258"/>
                  </a:lnTo>
                  <a:lnTo>
                    <a:pt x="27752" y="13536"/>
                  </a:lnTo>
                  <a:lnTo>
                    <a:pt x="28219" y="12858"/>
                  </a:lnTo>
                  <a:lnTo>
                    <a:pt x="28644" y="12179"/>
                  </a:lnTo>
                  <a:lnTo>
                    <a:pt x="28983" y="11457"/>
                  </a:lnTo>
                  <a:lnTo>
                    <a:pt x="29280" y="10778"/>
                  </a:lnTo>
                  <a:lnTo>
                    <a:pt x="29535" y="10099"/>
                  </a:lnTo>
                  <a:lnTo>
                    <a:pt x="29704" y="9420"/>
                  </a:lnTo>
                  <a:lnTo>
                    <a:pt x="29832" y="8741"/>
                  </a:lnTo>
                  <a:lnTo>
                    <a:pt x="29917" y="8105"/>
                  </a:lnTo>
                  <a:lnTo>
                    <a:pt x="29917" y="7468"/>
                  </a:lnTo>
                  <a:lnTo>
                    <a:pt x="29874" y="6832"/>
                  </a:lnTo>
                  <a:lnTo>
                    <a:pt x="29789" y="6195"/>
                  </a:lnTo>
                  <a:lnTo>
                    <a:pt x="29662" y="5601"/>
                  </a:lnTo>
                  <a:lnTo>
                    <a:pt x="29492" y="5050"/>
                  </a:lnTo>
                  <a:lnTo>
                    <a:pt x="29280" y="4498"/>
                  </a:lnTo>
                  <a:lnTo>
                    <a:pt x="29068" y="4031"/>
                  </a:lnTo>
                  <a:lnTo>
                    <a:pt x="28856" y="3649"/>
                  </a:lnTo>
                  <a:lnTo>
                    <a:pt x="28601" y="3225"/>
                  </a:lnTo>
                  <a:lnTo>
                    <a:pt x="28304" y="2843"/>
                  </a:lnTo>
                  <a:lnTo>
                    <a:pt x="28007" y="2504"/>
                  </a:lnTo>
                  <a:lnTo>
                    <a:pt x="27668" y="2164"/>
                  </a:lnTo>
                  <a:lnTo>
                    <a:pt x="27328" y="1825"/>
                  </a:lnTo>
                  <a:lnTo>
                    <a:pt x="26946" y="1528"/>
                  </a:lnTo>
                  <a:lnTo>
                    <a:pt x="26564" y="1231"/>
                  </a:lnTo>
                  <a:lnTo>
                    <a:pt x="26182" y="1019"/>
                  </a:lnTo>
                  <a:lnTo>
                    <a:pt x="25758" y="764"/>
                  </a:lnTo>
                  <a:lnTo>
                    <a:pt x="25334" y="594"/>
                  </a:lnTo>
                  <a:lnTo>
                    <a:pt x="24867" y="424"/>
                  </a:lnTo>
                  <a:lnTo>
                    <a:pt x="24400" y="255"/>
                  </a:lnTo>
                  <a:lnTo>
                    <a:pt x="23933" y="170"/>
                  </a:lnTo>
                  <a:lnTo>
                    <a:pt x="23424" y="85"/>
                  </a:lnTo>
                  <a:lnTo>
                    <a:pt x="229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3872422" y="5454556"/>
              <a:ext cx="195283" cy="196041"/>
            </a:xfrm>
            <a:custGeom>
              <a:rect b="b" l="l" r="r" t="t"/>
              <a:pathLst>
                <a:path extrusionOk="0" h="10864" w="10822">
                  <a:moveTo>
                    <a:pt x="6960" y="0"/>
                  </a:moveTo>
                  <a:lnTo>
                    <a:pt x="3565" y="85"/>
                  </a:lnTo>
                  <a:lnTo>
                    <a:pt x="3693" y="3904"/>
                  </a:lnTo>
                  <a:lnTo>
                    <a:pt x="1" y="4031"/>
                  </a:lnTo>
                  <a:lnTo>
                    <a:pt x="86" y="7129"/>
                  </a:lnTo>
                  <a:lnTo>
                    <a:pt x="3777" y="7044"/>
                  </a:lnTo>
                  <a:lnTo>
                    <a:pt x="3862" y="10863"/>
                  </a:lnTo>
                  <a:lnTo>
                    <a:pt x="7257" y="10736"/>
                  </a:lnTo>
                  <a:lnTo>
                    <a:pt x="7172" y="6917"/>
                  </a:lnTo>
                  <a:lnTo>
                    <a:pt x="10822" y="6832"/>
                  </a:lnTo>
                  <a:lnTo>
                    <a:pt x="10737" y="3734"/>
                  </a:lnTo>
                  <a:lnTo>
                    <a:pt x="7087" y="3819"/>
                  </a:lnTo>
                  <a:lnTo>
                    <a:pt x="69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 name="Google Shape;1911;p45"/>
          <p:cNvGrpSpPr/>
          <p:nvPr/>
        </p:nvGrpSpPr>
        <p:grpSpPr>
          <a:xfrm>
            <a:off x="6366723" y="3341438"/>
            <a:ext cx="424375" cy="425425"/>
            <a:chOff x="6025175" y="3341438"/>
            <a:chExt cx="424375" cy="425425"/>
          </a:xfrm>
        </p:grpSpPr>
        <p:sp>
          <p:nvSpPr>
            <p:cNvPr id="1912" name="Google Shape;1912;p45"/>
            <p:cNvSpPr/>
            <p:nvPr/>
          </p:nvSpPr>
          <p:spPr>
            <a:xfrm>
              <a:off x="6025175" y="3341438"/>
              <a:ext cx="424375" cy="425425"/>
            </a:xfrm>
            <a:custGeom>
              <a:rect b="b" l="l" r="r" t="t"/>
              <a:pathLst>
                <a:path extrusionOk="0" h="17017" w="16975">
                  <a:moveTo>
                    <a:pt x="8233" y="1"/>
                  </a:moveTo>
                  <a:lnTo>
                    <a:pt x="7512" y="43"/>
                  </a:lnTo>
                  <a:lnTo>
                    <a:pt x="6833" y="171"/>
                  </a:lnTo>
                  <a:lnTo>
                    <a:pt x="6154" y="340"/>
                  </a:lnTo>
                  <a:lnTo>
                    <a:pt x="5475" y="553"/>
                  </a:lnTo>
                  <a:lnTo>
                    <a:pt x="4838" y="850"/>
                  </a:lnTo>
                  <a:lnTo>
                    <a:pt x="4202" y="1189"/>
                  </a:lnTo>
                  <a:lnTo>
                    <a:pt x="3565" y="1571"/>
                  </a:lnTo>
                  <a:lnTo>
                    <a:pt x="2971" y="2038"/>
                  </a:lnTo>
                  <a:lnTo>
                    <a:pt x="2420" y="2547"/>
                  </a:lnTo>
                  <a:lnTo>
                    <a:pt x="1953" y="3099"/>
                  </a:lnTo>
                  <a:lnTo>
                    <a:pt x="1528" y="3650"/>
                  </a:lnTo>
                  <a:lnTo>
                    <a:pt x="1104" y="4244"/>
                  </a:lnTo>
                  <a:lnTo>
                    <a:pt x="807" y="4881"/>
                  </a:lnTo>
                  <a:lnTo>
                    <a:pt x="510" y="5517"/>
                  </a:lnTo>
                  <a:lnTo>
                    <a:pt x="298" y="6196"/>
                  </a:lnTo>
                  <a:lnTo>
                    <a:pt x="128" y="6875"/>
                  </a:lnTo>
                  <a:lnTo>
                    <a:pt x="43" y="7554"/>
                  </a:lnTo>
                  <a:lnTo>
                    <a:pt x="1" y="8276"/>
                  </a:lnTo>
                  <a:lnTo>
                    <a:pt x="1" y="8954"/>
                  </a:lnTo>
                  <a:lnTo>
                    <a:pt x="43" y="9633"/>
                  </a:lnTo>
                  <a:lnTo>
                    <a:pt x="171" y="10355"/>
                  </a:lnTo>
                  <a:lnTo>
                    <a:pt x="340" y="11034"/>
                  </a:lnTo>
                  <a:lnTo>
                    <a:pt x="595" y="11670"/>
                  </a:lnTo>
                  <a:lnTo>
                    <a:pt x="892" y="12349"/>
                  </a:lnTo>
                  <a:lnTo>
                    <a:pt x="1104" y="12773"/>
                  </a:lnTo>
                  <a:lnTo>
                    <a:pt x="1401" y="13198"/>
                  </a:lnTo>
                  <a:lnTo>
                    <a:pt x="1698" y="13622"/>
                  </a:lnTo>
                  <a:lnTo>
                    <a:pt x="1995" y="14004"/>
                  </a:lnTo>
                  <a:lnTo>
                    <a:pt x="2335" y="14386"/>
                  </a:lnTo>
                  <a:lnTo>
                    <a:pt x="2717" y="14768"/>
                  </a:lnTo>
                  <a:lnTo>
                    <a:pt x="3098" y="15107"/>
                  </a:lnTo>
                  <a:lnTo>
                    <a:pt x="3480" y="15404"/>
                  </a:lnTo>
                  <a:lnTo>
                    <a:pt x="4074" y="15786"/>
                  </a:lnTo>
                  <a:lnTo>
                    <a:pt x="4711" y="16126"/>
                  </a:lnTo>
                  <a:lnTo>
                    <a:pt x="5347" y="16423"/>
                  </a:lnTo>
                  <a:lnTo>
                    <a:pt x="5984" y="16635"/>
                  </a:lnTo>
                  <a:lnTo>
                    <a:pt x="6663" y="16847"/>
                  </a:lnTo>
                  <a:lnTo>
                    <a:pt x="7342" y="16932"/>
                  </a:lnTo>
                  <a:lnTo>
                    <a:pt x="8063" y="17017"/>
                  </a:lnTo>
                  <a:lnTo>
                    <a:pt x="8742" y="17017"/>
                  </a:lnTo>
                  <a:lnTo>
                    <a:pt x="9464" y="16974"/>
                  </a:lnTo>
                  <a:lnTo>
                    <a:pt x="10142" y="16847"/>
                  </a:lnTo>
                  <a:lnTo>
                    <a:pt x="10821" y="16720"/>
                  </a:lnTo>
                  <a:lnTo>
                    <a:pt x="11500" y="16465"/>
                  </a:lnTo>
                  <a:lnTo>
                    <a:pt x="12137" y="16211"/>
                  </a:lnTo>
                  <a:lnTo>
                    <a:pt x="12773" y="15871"/>
                  </a:lnTo>
                  <a:lnTo>
                    <a:pt x="13410" y="15447"/>
                  </a:lnTo>
                  <a:lnTo>
                    <a:pt x="14004" y="15022"/>
                  </a:lnTo>
                  <a:lnTo>
                    <a:pt x="14556" y="14513"/>
                  </a:lnTo>
                  <a:lnTo>
                    <a:pt x="15022" y="13962"/>
                  </a:lnTo>
                  <a:lnTo>
                    <a:pt x="15447" y="13368"/>
                  </a:lnTo>
                  <a:lnTo>
                    <a:pt x="15829" y="12773"/>
                  </a:lnTo>
                  <a:lnTo>
                    <a:pt x="16168" y="12137"/>
                  </a:lnTo>
                  <a:lnTo>
                    <a:pt x="16465" y="11500"/>
                  </a:lnTo>
                  <a:lnTo>
                    <a:pt x="16677" y="10822"/>
                  </a:lnTo>
                  <a:lnTo>
                    <a:pt x="16847" y="10143"/>
                  </a:lnTo>
                  <a:lnTo>
                    <a:pt x="16932" y="9464"/>
                  </a:lnTo>
                  <a:lnTo>
                    <a:pt x="16974" y="8785"/>
                  </a:lnTo>
                  <a:lnTo>
                    <a:pt x="16974" y="8063"/>
                  </a:lnTo>
                  <a:lnTo>
                    <a:pt x="16932" y="7384"/>
                  </a:lnTo>
                  <a:lnTo>
                    <a:pt x="16805" y="6705"/>
                  </a:lnTo>
                  <a:lnTo>
                    <a:pt x="16635" y="6027"/>
                  </a:lnTo>
                  <a:lnTo>
                    <a:pt x="16380" y="5348"/>
                  </a:lnTo>
                  <a:lnTo>
                    <a:pt x="16083" y="4711"/>
                  </a:lnTo>
                  <a:lnTo>
                    <a:pt x="15871" y="4244"/>
                  </a:lnTo>
                  <a:lnTo>
                    <a:pt x="15574" y="3820"/>
                  </a:lnTo>
                  <a:lnTo>
                    <a:pt x="15277" y="3396"/>
                  </a:lnTo>
                  <a:lnTo>
                    <a:pt x="14980" y="3014"/>
                  </a:lnTo>
                  <a:lnTo>
                    <a:pt x="14640" y="2632"/>
                  </a:lnTo>
                  <a:lnTo>
                    <a:pt x="14259" y="2292"/>
                  </a:lnTo>
                  <a:lnTo>
                    <a:pt x="13877" y="1953"/>
                  </a:lnTo>
                  <a:lnTo>
                    <a:pt x="13495" y="1656"/>
                  </a:lnTo>
                  <a:lnTo>
                    <a:pt x="12901" y="1232"/>
                  </a:lnTo>
                  <a:lnTo>
                    <a:pt x="12264" y="892"/>
                  </a:lnTo>
                  <a:lnTo>
                    <a:pt x="11628" y="595"/>
                  </a:lnTo>
                  <a:lnTo>
                    <a:pt x="10991" y="383"/>
                  </a:lnTo>
                  <a:lnTo>
                    <a:pt x="10312" y="213"/>
                  </a:lnTo>
                  <a:lnTo>
                    <a:pt x="9633" y="86"/>
                  </a:lnTo>
                  <a:lnTo>
                    <a:pt x="89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6047450" y="3382813"/>
              <a:ext cx="379825" cy="343750"/>
            </a:xfrm>
            <a:custGeom>
              <a:rect b="b" l="l" r="r" t="t"/>
              <a:pathLst>
                <a:path extrusionOk="0" h="13750" w="15193">
                  <a:moveTo>
                    <a:pt x="12604" y="1"/>
                  </a:moveTo>
                  <a:lnTo>
                    <a:pt x="1" y="10694"/>
                  </a:lnTo>
                  <a:lnTo>
                    <a:pt x="213" y="11118"/>
                  </a:lnTo>
                  <a:lnTo>
                    <a:pt x="510" y="11543"/>
                  </a:lnTo>
                  <a:lnTo>
                    <a:pt x="807" y="11967"/>
                  </a:lnTo>
                  <a:lnTo>
                    <a:pt x="1104" y="12349"/>
                  </a:lnTo>
                  <a:lnTo>
                    <a:pt x="1444" y="12731"/>
                  </a:lnTo>
                  <a:lnTo>
                    <a:pt x="1826" y="13113"/>
                  </a:lnTo>
                  <a:lnTo>
                    <a:pt x="2207" y="13452"/>
                  </a:lnTo>
                  <a:lnTo>
                    <a:pt x="2589" y="13749"/>
                  </a:lnTo>
                  <a:lnTo>
                    <a:pt x="15192" y="3056"/>
                  </a:lnTo>
                  <a:lnTo>
                    <a:pt x="14980" y="2589"/>
                  </a:lnTo>
                  <a:lnTo>
                    <a:pt x="14683" y="2165"/>
                  </a:lnTo>
                  <a:lnTo>
                    <a:pt x="14386" y="1741"/>
                  </a:lnTo>
                  <a:lnTo>
                    <a:pt x="14089" y="1359"/>
                  </a:lnTo>
                  <a:lnTo>
                    <a:pt x="13749" y="977"/>
                  </a:lnTo>
                  <a:lnTo>
                    <a:pt x="13368" y="637"/>
                  </a:lnTo>
                  <a:lnTo>
                    <a:pt x="12986" y="298"/>
                  </a:lnTo>
                  <a:lnTo>
                    <a:pt x="126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7" name="Shape 1917"/>
        <p:cNvGrpSpPr/>
        <p:nvPr/>
      </p:nvGrpSpPr>
      <p:grpSpPr>
        <a:xfrm>
          <a:off x="0" y="0"/>
          <a:ext cx="0" cy="0"/>
          <a:chOff x="0" y="0"/>
          <a:chExt cx="0" cy="0"/>
        </a:xfrm>
      </p:grpSpPr>
      <p:sp>
        <p:nvSpPr>
          <p:cNvPr id="1918" name="Google Shape;1918;p46"/>
          <p:cNvSpPr txBox="1"/>
          <p:nvPr>
            <p:ph type="title"/>
          </p:nvPr>
        </p:nvSpPr>
        <p:spPr>
          <a:xfrm>
            <a:off x="717750" y="445025"/>
            <a:ext cx="770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19" name="Google Shape;1919;p46"/>
          <p:cNvSpPr txBox="1"/>
          <p:nvPr/>
        </p:nvSpPr>
        <p:spPr>
          <a:xfrm>
            <a:off x="715100" y="990625"/>
            <a:ext cx="7715700" cy="200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Barlow"/>
                <a:ea typeface="Barlow"/>
                <a:cs typeface="Barlow"/>
                <a:sym typeface="Barlow"/>
              </a:rPr>
              <a:t>Did you like the resources on this template? Get them for free at our other websites:</a:t>
            </a:r>
            <a:endParaRPr sz="1600">
              <a:solidFill>
                <a:schemeClr val="dk1"/>
              </a:solidFill>
              <a:latin typeface="Barlow"/>
              <a:ea typeface="Barlow"/>
              <a:cs typeface="Barlow"/>
              <a:sym typeface="Barlow"/>
            </a:endParaRPr>
          </a:p>
          <a:p>
            <a:pPr indent="0" lvl="0" marL="0" rtl="0" algn="l">
              <a:lnSpc>
                <a:spcPct val="115000"/>
              </a:lnSpc>
              <a:spcBef>
                <a:spcPts val="1000"/>
              </a:spcBef>
              <a:spcAft>
                <a:spcPts val="0"/>
              </a:spcAft>
              <a:buNone/>
            </a:pPr>
            <a:r>
              <a:rPr b="1" lang="en">
                <a:solidFill>
                  <a:schemeClr val="dk1"/>
                </a:solidFill>
                <a:latin typeface="Barlow"/>
                <a:ea typeface="Barlow"/>
                <a:cs typeface="Barlow"/>
                <a:sym typeface="Barlow"/>
              </a:rPr>
              <a:t>Illustration</a:t>
            </a:r>
            <a:r>
              <a:rPr b="1" lang="en">
                <a:solidFill>
                  <a:schemeClr val="dk1"/>
                </a:solidFill>
                <a:latin typeface="Barlow"/>
                <a:ea typeface="Barlow"/>
                <a:cs typeface="Barlow"/>
                <a:sym typeface="Barlow"/>
              </a:rPr>
              <a:t>s</a:t>
            </a:r>
            <a:endParaRPr b="1">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Barlow"/>
              <a:buChar char="●"/>
            </a:pPr>
            <a:r>
              <a:rPr lang="en" u="sng">
                <a:solidFill>
                  <a:schemeClr val="hlink"/>
                </a:solidFill>
                <a:latin typeface="Barlow"/>
                <a:ea typeface="Barlow"/>
                <a:cs typeface="Barlow"/>
                <a:sym typeface="Barlow"/>
                <a:hlinkClick r:id="rId3"/>
              </a:rPr>
              <a:t>Hand drawn hospital template</a:t>
            </a:r>
            <a:endParaRPr b="1">
              <a:solidFill>
                <a:schemeClr val="dk1"/>
              </a:solidFill>
              <a:latin typeface="Barlow"/>
              <a:ea typeface="Barlow"/>
              <a:cs typeface="Barlow"/>
              <a:sym typeface="Barlow"/>
            </a:endParaRPr>
          </a:p>
          <a:p>
            <a:pPr indent="0" lvl="0" marL="0" rtl="0" algn="l">
              <a:lnSpc>
                <a:spcPct val="115000"/>
              </a:lnSpc>
              <a:spcBef>
                <a:spcPts val="1000"/>
              </a:spcBef>
              <a:spcAft>
                <a:spcPts val="0"/>
              </a:spcAft>
              <a:buNone/>
            </a:pPr>
            <a:r>
              <a:rPr b="1" lang="en">
                <a:solidFill>
                  <a:schemeClr val="dk1"/>
                </a:solidFill>
                <a:latin typeface="Barlow"/>
                <a:ea typeface="Barlow"/>
                <a:cs typeface="Barlow"/>
                <a:sym typeface="Barlow"/>
              </a:rPr>
              <a:t>Photos</a:t>
            </a:r>
            <a:endParaRPr b="1">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Barlow"/>
              <a:buChar char="●"/>
            </a:pPr>
            <a:r>
              <a:rPr lang="en" u="sng">
                <a:solidFill>
                  <a:schemeClr val="hlink"/>
                </a:solidFill>
                <a:latin typeface="Barlow"/>
                <a:ea typeface="Barlow"/>
                <a:cs typeface="Barlow"/>
                <a:sym typeface="Barlow"/>
                <a:hlinkClick r:id="rId4"/>
              </a:rPr>
              <a:t>Woman with medical mask talking on a public telephone</a:t>
            </a:r>
            <a:endParaRPr>
              <a:solidFill>
                <a:schemeClr val="dk1"/>
              </a:solidFill>
              <a:latin typeface="Barlow"/>
              <a:ea typeface="Barlow"/>
              <a:cs typeface="Barlow"/>
              <a:sym typeface="Barlow"/>
            </a:endParaRPr>
          </a:p>
          <a:p>
            <a:pPr indent="-317500" lvl="0" marL="457200" rtl="0" algn="l">
              <a:lnSpc>
                <a:spcPct val="115000"/>
              </a:lnSpc>
              <a:spcBef>
                <a:spcPts val="0"/>
              </a:spcBef>
              <a:spcAft>
                <a:spcPts val="0"/>
              </a:spcAft>
              <a:buClr>
                <a:schemeClr val="accent2"/>
              </a:buClr>
              <a:buSzPts val="1400"/>
              <a:buFont typeface="Barlow"/>
              <a:buChar char="●"/>
            </a:pPr>
            <a:r>
              <a:rPr lang="en" u="sng">
                <a:solidFill>
                  <a:schemeClr val="hlink"/>
                </a:solidFill>
                <a:latin typeface="Barlow"/>
                <a:ea typeface="Barlow"/>
                <a:cs typeface="Barlow"/>
                <a:sym typeface="Barlow"/>
                <a:hlinkClick r:id="rId5"/>
              </a:rPr>
              <a:t>Side view healthcare professionals meeting</a:t>
            </a:r>
            <a:endParaRPr>
              <a:solidFill>
                <a:schemeClr val="dk1"/>
              </a:solidFill>
              <a:latin typeface="Barlow"/>
              <a:ea typeface="Barlow"/>
              <a:cs typeface="Barlow"/>
              <a:sym typeface="Barlow"/>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3" name="Shape 1923"/>
        <p:cNvGrpSpPr/>
        <p:nvPr/>
      </p:nvGrpSpPr>
      <p:grpSpPr>
        <a:xfrm>
          <a:off x="0" y="0"/>
          <a:ext cx="0" cy="0"/>
          <a:chOff x="0" y="0"/>
          <a:chExt cx="0" cy="0"/>
        </a:xfrm>
      </p:grpSpPr>
      <p:sp>
        <p:nvSpPr>
          <p:cNvPr id="1924" name="Google Shape;1924;p4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25" name="Google Shape;1925;p47"/>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9" name="Shape 1929"/>
        <p:cNvGrpSpPr/>
        <p:nvPr/>
      </p:nvGrpSpPr>
      <p:grpSpPr>
        <a:xfrm>
          <a:off x="0" y="0"/>
          <a:ext cx="0" cy="0"/>
          <a:chOff x="0" y="0"/>
          <a:chExt cx="0" cy="0"/>
        </a:xfrm>
      </p:grpSpPr>
      <p:sp>
        <p:nvSpPr>
          <p:cNvPr id="1930" name="Google Shape;1930;p48"/>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931" name="Google Shape;1931;p4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5" name="Shape 1935"/>
        <p:cNvGrpSpPr/>
        <p:nvPr/>
      </p:nvGrpSpPr>
      <p:grpSpPr>
        <a:xfrm>
          <a:off x="0" y="0"/>
          <a:ext cx="0" cy="0"/>
          <a:chOff x="0" y="0"/>
          <a:chExt cx="0" cy="0"/>
        </a:xfrm>
      </p:grpSpPr>
      <p:sp>
        <p:nvSpPr>
          <p:cNvPr id="1936" name="Google Shape;1936;p49"/>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Montserrat</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https://fonts.google.com/specimen/Montserrat</a:t>
            </a:r>
            <a:r>
              <a:rPr lang="en" sz="1100">
                <a:solidFill>
                  <a:schemeClr val="lt1"/>
                </a:solidFill>
              </a:rPr>
              <a:t>)</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Barlow</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https://fonts.google.com/specimen/Barlow</a:t>
            </a:r>
            <a:r>
              <a:rPr lang="en" sz="1100">
                <a:solidFill>
                  <a:schemeClr val="lt1"/>
                </a:solidFill>
              </a:rPr>
              <a:t>)</a:t>
            </a:r>
            <a:endParaRPr sz="1100">
              <a:solidFill>
                <a:schemeClr val="lt1"/>
              </a:solidFill>
            </a:endParaRPr>
          </a:p>
        </p:txBody>
      </p:sp>
      <p:sp>
        <p:nvSpPr>
          <p:cNvPr id="1937" name="Google Shape;1937;p49"/>
          <p:cNvSpPr/>
          <p:nvPr/>
        </p:nvSpPr>
        <p:spPr>
          <a:xfrm>
            <a:off x="3114475" y="2947175"/>
            <a:ext cx="791400" cy="754200"/>
          </a:xfrm>
          <a:prstGeom prst="roundRect">
            <a:avLst>
              <a:gd fmla="val 16667" name="adj"/>
            </a:avLst>
          </a:prstGeom>
          <a:solidFill>
            <a:srgbClr val="1616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9"/>
          <p:cNvSpPr/>
          <p:nvPr/>
        </p:nvSpPr>
        <p:spPr>
          <a:xfrm>
            <a:off x="4176295" y="2947175"/>
            <a:ext cx="791400" cy="754200"/>
          </a:xfrm>
          <a:prstGeom prst="roundRect">
            <a:avLst>
              <a:gd fmla="val 16667" name="adj"/>
            </a:avLst>
          </a:prstGeom>
          <a:solidFill>
            <a:srgbClr val="FCF9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9"/>
          <p:cNvSpPr/>
          <p:nvPr/>
        </p:nvSpPr>
        <p:spPr>
          <a:xfrm>
            <a:off x="5238114" y="2947175"/>
            <a:ext cx="791400" cy="754200"/>
          </a:xfrm>
          <a:prstGeom prst="roundRect">
            <a:avLst>
              <a:gd fmla="val 16667" name="adj"/>
            </a:avLst>
          </a:prstGeom>
          <a:solidFill>
            <a:srgbClr val="F0E4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9"/>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#161614</a:t>
            </a:r>
            <a:endParaRPr sz="1000">
              <a:solidFill>
                <a:srgbClr val="FFFFFF"/>
              </a:solidFill>
            </a:endParaRPr>
          </a:p>
        </p:txBody>
      </p:sp>
      <p:sp>
        <p:nvSpPr>
          <p:cNvPr id="1941" name="Google Shape;1941;p49"/>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#fcf9f3</a:t>
            </a:r>
            <a:endParaRPr sz="1000">
              <a:solidFill>
                <a:schemeClr val="dk1"/>
              </a:solidFill>
            </a:endParaRPr>
          </a:p>
        </p:txBody>
      </p:sp>
      <p:sp>
        <p:nvSpPr>
          <p:cNvPr id="1942" name="Google Shape;1942;p49"/>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#f0e4c2</a:t>
            </a:r>
            <a:endParaRPr sz="1000">
              <a:solidFill>
                <a:schemeClr val="dk1"/>
              </a:solidFill>
            </a:endParaRPr>
          </a:p>
        </p:txBody>
      </p:sp>
      <p:sp>
        <p:nvSpPr>
          <p:cNvPr id="1943" name="Google Shape;1943;p49"/>
          <p:cNvSpPr/>
          <p:nvPr/>
        </p:nvSpPr>
        <p:spPr>
          <a:xfrm>
            <a:off x="3114475" y="3878275"/>
            <a:ext cx="791400" cy="754200"/>
          </a:xfrm>
          <a:prstGeom prst="roundRect">
            <a:avLst>
              <a:gd fmla="val 16667" name="adj"/>
            </a:avLst>
          </a:prstGeom>
          <a:solidFill>
            <a:srgbClr val="8E9F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9"/>
          <p:cNvSpPr/>
          <p:nvPr/>
        </p:nvSpPr>
        <p:spPr>
          <a:xfrm>
            <a:off x="4176295" y="3878275"/>
            <a:ext cx="791400" cy="754200"/>
          </a:xfrm>
          <a:prstGeom prst="roundRect">
            <a:avLst>
              <a:gd fmla="val 16667" name="adj"/>
            </a:avLst>
          </a:prstGeom>
          <a:solidFill>
            <a:srgbClr val="CAD6C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9"/>
          <p:cNvSpPr/>
          <p:nvPr/>
        </p:nvSpPr>
        <p:spPr>
          <a:xfrm>
            <a:off x="5238114" y="3878275"/>
            <a:ext cx="791400" cy="754200"/>
          </a:xfrm>
          <a:prstGeom prst="roundRect">
            <a:avLst>
              <a:gd fmla="val 16667" name="adj"/>
            </a:avLst>
          </a:prstGeom>
          <a:solidFill>
            <a:srgbClr val="74816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9"/>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#8e9fe5</a:t>
            </a:r>
            <a:endParaRPr sz="1000">
              <a:solidFill>
                <a:schemeClr val="dk1"/>
              </a:solidFill>
            </a:endParaRPr>
          </a:p>
        </p:txBody>
      </p:sp>
      <p:sp>
        <p:nvSpPr>
          <p:cNvPr id="1947" name="Google Shape;1947;p49"/>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#cad6ca</a:t>
            </a:r>
            <a:endParaRPr sz="1000">
              <a:solidFill>
                <a:schemeClr val="dk1"/>
              </a:solidFill>
            </a:endParaRPr>
          </a:p>
        </p:txBody>
      </p:sp>
      <p:sp>
        <p:nvSpPr>
          <p:cNvPr id="1948" name="Google Shape;1948;p49"/>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#748165</a:t>
            </a:r>
            <a:endParaRPr sz="1000">
              <a:solidFill>
                <a:srgbClr val="FFFFFF"/>
              </a:solidFill>
            </a:endParaRPr>
          </a:p>
        </p:txBody>
      </p:sp>
      <p:sp>
        <p:nvSpPr>
          <p:cNvPr id="1949" name="Google Shape;1949;p4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3" name="Shape 1953"/>
        <p:cNvGrpSpPr/>
        <p:nvPr/>
      </p:nvGrpSpPr>
      <p:grpSpPr>
        <a:xfrm>
          <a:off x="0" y="0"/>
          <a:ext cx="0" cy="0"/>
          <a:chOff x="0" y="0"/>
          <a:chExt cx="0" cy="0"/>
        </a:xfrm>
      </p:grpSpPr>
      <p:sp>
        <p:nvSpPr>
          <p:cNvPr id="1954" name="Google Shape;1954;p50"/>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955" name="Google Shape;1955;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956" name="Google Shape;1956;p50"/>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957" name="Google Shape;1957;p5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958" name="Google Shape;1958;p5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959" name="Google Shape;1959;p5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960" name="Google Shape;1960;p5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961" name="Google Shape;1961;p5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62" name="Google Shape;1962;p50"/>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963" name="Google Shape;1963;p50"/>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964" name="Google Shape;1964;p5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65" name="Google Shape;1965;p5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9" name="Shape 1969"/>
        <p:cNvGrpSpPr/>
        <p:nvPr/>
      </p:nvGrpSpPr>
      <p:grpSpPr>
        <a:xfrm>
          <a:off x="0" y="0"/>
          <a:ext cx="0" cy="0"/>
          <a:chOff x="0" y="0"/>
          <a:chExt cx="0" cy="0"/>
        </a:xfrm>
      </p:grpSpPr>
      <p:grpSp>
        <p:nvGrpSpPr>
          <p:cNvPr id="1970" name="Google Shape;1970;p51"/>
          <p:cNvGrpSpPr/>
          <p:nvPr/>
        </p:nvGrpSpPr>
        <p:grpSpPr>
          <a:xfrm>
            <a:off x="5048544" y="3019584"/>
            <a:ext cx="442841" cy="514271"/>
            <a:chOff x="4727025" y="1332775"/>
            <a:chExt cx="59900" cy="69625"/>
          </a:xfrm>
        </p:grpSpPr>
        <p:sp>
          <p:nvSpPr>
            <p:cNvPr id="1971" name="Google Shape;1971;p5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 name="Google Shape;1973;p51"/>
          <p:cNvGrpSpPr/>
          <p:nvPr/>
        </p:nvGrpSpPr>
        <p:grpSpPr>
          <a:xfrm>
            <a:off x="5723860" y="2267072"/>
            <a:ext cx="500909" cy="500899"/>
            <a:chOff x="4820425" y="1329900"/>
            <a:chExt cx="70175" cy="70350"/>
          </a:xfrm>
        </p:grpSpPr>
        <p:sp>
          <p:nvSpPr>
            <p:cNvPr id="1974" name="Google Shape;1974;p5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51"/>
          <p:cNvGrpSpPr/>
          <p:nvPr/>
        </p:nvGrpSpPr>
        <p:grpSpPr>
          <a:xfrm>
            <a:off x="6376484" y="2278862"/>
            <a:ext cx="538135" cy="493119"/>
            <a:chOff x="4903200" y="1331525"/>
            <a:chExt cx="73575" cy="67425"/>
          </a:xfrm>
        </p:grpSpPr>
        <p:sp>
          <p:nvSpPr>
            <p:cNvPr id="1979" name="Google Shape;1979;p5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80" name="Google Shape;1980;p5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51"/>
          <p:cNvGrpSpPr/>
          <p:nvPr/>
        </p:nvGrpSpPr>
        <p:grpSpPr>
          <a:xfrm>
            <a:off x="5636435" y="3020840"/>
            <a:ext cx="544563" cy="511895"/>
            <a:chOff x="4815575" y="1416800"/>
            <a:chExt cx="73750" cy="71400"/>
          </a:xfrm>
        </p:grpSpPr>
        <p:sp>
          <p:nvSpPr>
            <p:cNvPr id="1982" name="Google Shape;1982;p5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 name="Google Shape;1985;p51"/>
          <p:cNvGrpSpPr/>
          <p:nvPr/>
        </p:nvGrpSpPr>
        <p:grpSpPr>
          <a:xfrm>
            <a:off x="6333060" y="3020546"/>
            <a:ext cx="602914" cy="512477"/>
            <a:chOff x="4902475" y="1418875"/>
            <a:chExt cx="74500" cy="63775"/>
          </a:xfrm>
        </p:grpSpPr>
        <p:sp>
          <p:nvSpPr>
            <p:cNvPr id="1986" name="Google Shape;1986;p5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51"/>
          <p:cNvGrpSpPr/>
          <p:nvPr/>
        </p:nvGrpSpPr>
        <p:grpSpPr>
          <a:xfrm>
            <a:off x="5748932" y="3759785"/>
            <a:ext cx="515391" cy="525699"/>
            <a:chOff x="4818100" y="1507675"/>
            <a:chExt cx="71225" cy="71625"/>
          </a:xfrm>
        </p:grpSpPr>
        <p:sp>
          <p:nvSpPr>
            <p:cNvPr id="1989" name="Google Shape;1989;p5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51"/>
          <p:cNvGrpSpPr/>
          <p:nvPr/>
        </p:nvGrpSpPr>
        <p:grpSpPr>
          <a:xfrm>
            <a:off x="5087034" y="3781317"/>
            <a:ext cx="522956" cy="489869"/>
            <a:chOff x="4721450" y="1509475"/>
            <a:chExt cx="79350" cy="74325"/>
          </a:xfrm>
        </p:grpSpPr>
        <p:sp>
          <p:nvSpPr>
            <p:cNvPr id="1994" name="Google Shape;1994;p5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51"/>
          <p:cNvGrpSpPr/>
          <p:nvPr/>
        </p:nvGrpSpPr>
        <p:grpSpPr>
          <a:xfrm>
            <a:off x="6410277" y="3761069"/>
            <a:ext cx="525704" cy="535436"/>
            <a:chOff x="4906800" y="1507500"/>
            <a:chExt cx="70350" cy="71075"/>
          </a:xfrm>
        </p:grpSpPr>
        <p:sp>
          <p:nvSpPr>
            <p:cNvPr id="1999" name="Google Shape;1999;p5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51"/>
          <p:cNvGrpSpPr/>
          <p:nvPr/>
        </p:nvGrpSpPr>
        <p:grpSpPr>
          <a:xfrm>
            <a:off x="4443099" y="2267050"/>
            <a:ext cx="508054" cy="508095"/>
            <a:chOff x="3736598" y="2170606"/>
            <a:chExt cx="404889" cy="404889"/>
          </a:xfrm>
        </p:grpSpPr>
        <p:sp>
          <p:nvSpPr>
            <p:cNvPr id="2005" name="Google Shape;2005;p5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51"/>
          <p:cNvGrpSpPr/>
          <p:nvPr/>
        </p:nvGrpSpPr>
        <p:grpSpPr>
          <a:xfrm>
            <a:off x="3731139" y="2267145"/>
            <a:ext cx="575790" cy="507904"/>
            <a:chOff x="3161917" y="2170682"/>
            <a:chExt cx="458870" cy="404737"/>
          </a:xfrm>
        </p:grpSpPr>
        <p:sp>
          <p:nvSpPr>
            <p:cNvPr id="2010" name="Google Shape;2010;p5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11" name="Google Shape;2011;p5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51"/>
          <p:cNvGrpSpPr/>
          <p:nvPr/>
        </p:nvGrpSpPr>
        <p:grpSpPr>
          <a:xfrm>
            <a:off x="3758669" y="3027517"/>
            <a:ext cx="520730" cy="498567"/>
            <a:chOff x="3179914" y="2889488"/>
            <a:chExt cx="422876" cy="404911"/>
          </a:xfrm>
        </p:grpSpPr>
        <p:sp>
          <p:nvSpPr>
            <p:cNvPr id="2014" name="Google Shape;2014;p5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51"/>
          <p:cNvGrpSpPr/>
          <p:nvPr/>
        </p:nvGrpSpPr>
        <p:grpSpPr>
          <a:xfrm>
            <a:off x="4387349" y="3027477"/>
            <a:ext cx="516145" cy="498648"/>
            <a:chOff x="3729467" y="2889422"/>
            <a:chExt cx="419153" cy="404977"/>
          </a:xfrm>
        </p:grpSpPr>
        <p:sp>
          <p:nvSpPr>
            <p:cNvPr id="2021" name="Google Shape;2021;p5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8" name="Google Shape;2028;p51"/>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2" name="Google Shape;2032;p51"/>
          <p:cNvGrpSpPr/>
          <p:nvPr/>
        </p:nvGrpSpPr>
        <p:grpSpPr>
          <a:xfrm>
            <a:off x="7107677" y="2474362"/>
            <a:ext cx="166473" cy="141497"/>
            <a:chOff x="4660325" y="1866850"/>
            <a:chExt cx="68350" cy="58100"/>
          </a:xfrm>
        </p:grpSpPr>
        <p:sp>
          <p:nvSpPr>
            <p:cNvPr id="2033" name="Google Shape;2033;p5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51"/>
          <p:cNvGrpSpPr/>
          <p:nvPr/>
        </p:nvGrpSpPr>
        <p:grpSpPr>
          <a:xfrm>
            <a:off x="7417022" y="2500086"/>
            <a:ext cx="162515" cy="90049"/>
            <a:chOff x="4791775" y="1877500"/>
            <a:chExt cx="66725" cy="36975"/>
          </a:xfrm>
        </p:grpSpPr>
        <p:sp>
          <p:nvSpPr>
            <p:cNvPr id="2036" name="Google Shape;2036;p5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51"/>
          <p:cNvGrpSpPr/>
          <p:nvPr/>
        </p:nvGrpSpPr>
        <p:grpSpPr>
          <a:xfrm>
            <a:off x="7738734" y="2500086"/>
            <a:ext cx="144979" cy="90049"/>
            <a:chOff x="4923925" y="1877500"/>
            <a:chExt cx="59525" cy="36975"/>
          </a:xfrm>
        </p:grpSpPr>
        <p:sp>
          <p:nvSpPr>
            <p:cNvPr id="2039" name="Google Shape;2039;p5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51"/>
          <p:cNvGrpSpPr/>
          <p:nvPr/>
        </p:nvGrpSpPr>
        <p:grpSpPr>
          <a:xfrm>
            <a:off x="8033226" y="2482277"/>
            <a:ext cx="141447" cy="125667"/>
            <a:chOff x="5058450" y="1870100"/>
            <a:chExt cx="58075" cy="51600"/>
          </a:xfrm>
        </p:grpSpPr>
        <p:sp>
          <p:nvSpPr>
            <p:cNvPr id="2042" name="Google Shape;2042;p5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51"/>
          <p:cNvGrpSpPr/>
          <p:nvPr/>
        </p:nvGrpSpPr>
        <p:grpSpPr>
          <a:xfrm>
            <a:off x="7447741" y="2904685"/>
            <a:ext cx="101077" cy="107645"/>
            <a:chOff x="4811425" y="2065025"/>
            <a:chExt cx="41500" cy="44200"/>
          </a:xfrm>
        </p:grpSpPr>
        <p:sp>
          <p:nvSpPr>
            <p:cNvPr id="2045" name="Google Shape;2045;p5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51"/>
          <p:cNvGrpSpPr/>
          <p:nvPr/>
        </p:nvGrpSpPr>
        <p:grpSpPr>
          <a:xfrm>
            <a:off x="7740178" y="2904898"/>
            <a:ext cx="120867" cy="107218"/>
            <a:chOff x="4929875" y="2065025"/>
            <a:chExt cx="49625" cy="44025"/>
          </a:xfrm>
        </p:grpSpPr>
        <p:sp>
          <p:nvSpPr>
            <p:cNvPr id="2048" name="Google Shape;2048;p5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51"/>
          <p:cNvGrpSpPr/>
          <p:nvPr/>
        </p:nvGrpSpPr>
        <p:grpSpPr>
          <a:xfrm>
            <a:off x="8068847" y="2907912"/>
            <a:ext cx="70206" cy="101191"/>
            <a:chOff x="5083925" y="2066350"/>
            <a:chExt cx="28825" cy="41550"/>
          </a:xfrm>
        </p:grpSpPr>
        <p:sp>
          <p:nvSpPr>
            <p:cNvPr id="2051" name="Google Shape;2051;p5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51"/>
          <p:cNvGrpSpPr/>
          <p:nvPr/>
        </p:nvGrpSpPr>
        <p:grpSpPr>
          <a:xfrm>
            <a:off x="7100401" y="2923559"/>
            <a:ext cx="181026" cy="69896"/>
            <a:chOff x="4659775" y="2072775"/>
            <a:chExt cx="74325" cy="28700"/>
          </a:xfrm>
        </p:grpSpPr>
        <p:sp>
          <p:nvSpPr>
            <p:cNvPr id="2054" name="Google Shape;2054;p5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51"/>
          <p:cNvGrpSpPr/>
          <p:nvPr/>
        </p:nvGrpSpPr>
        <p:grpSpPr>
          <a:xfrm>
            <a:off x="8020257" y="2714124"/>
            <a:ext cx="167387" cy="89197"/>
            <a:chOff x="4662475" y="1976500"/>
            <a:chExt cx="68725" cy="36625"/>
          </a:xfrm>
        </p:grpSpPr>
        <p:sp>
          <p:nvSpPr>
            <p:cNvPr id="2058" name="Google Shape;2058;p5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51"/>
          <p:cNvGrpSpPr/>
          <p:nvPr/>
        </p:nvGrpSpPr>
        <p:grpSpPr>
          <a:xfrm>
            <a:off x="7717162" y="2717564"/>
            <a:ext cx="166899" cy="82317"/>
            <a:chOff x="4920150" y="1977875"/>
            <a:chExt cx="68525" cy="33800"/>
          </a:xfrm>
        </p:grpSpPr>
        <p:sp>
          <p:nvSpPr>
            <p:cNvPr id="2062" name="Google Shape;2062;p5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51"/>
          <p:cNvGrpSpPr/>
          <p:nvPr/>
        </p:nvGrpSpPr>
        <p:grpSpPr>
          <a:xfrm>
            <a:off x="7128319" y="3121482"/>
            <a:ext cx="125190" cy="127858"/>
            <a:chOff x="4676550" y="2160575"/>
            <a:chExt cx="51400" cy="52500"/>
          </a:xfrm>
        </p:grpSpPr>
        <p:sp>
          <p:nvSpPr>
            <p:cNvPr id="2066" name="Google Shape;2066;p5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51"/>
          <p:cNvGrpSpPr/>
          <p:nvPr/>
        </p:nvGrpSpPr>
        <p:grpSpPr>
          <a:xfrm>
            <a:off x="7425577" y="3128514"/>
            <a:ext cx="145405" cy="113794"/>
            <a:chOff x="4768325" y="2163475"/>
            <a:chExt cx="59700" cy="46725"/>
          </a:xfrm>
        </p:grpSpPr>
        <p:sp>
          <p:nvSpPr>
            <p:cNvPr id="2070" name="Google Shape;2070;p5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2" name="Google Shape;2072;p51"/>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1"/>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1"/>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1"/>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1"/>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1"/>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8" name="Google Shape;2078;p51"/>
          <p:cNvGrpSpPr/>
          <p:nvPr/>
        </p:nvGrpSpPr>
        <p:grpSpPr>
          <a:xfrm>
            <a:off x="7441895" y="3383608"/>
            <a:ext cx="112768" cy="106853"/>
            <a:chOff x="4768575" y="2253950"/>
            <a:chExt cx="46300" cy="43875"/>
          </a:xfrm>
        </p:grpSpPr>
        <p:sp>
          <p:nvSpPr>
            <p:cNvPr id="2079" name="Google Shape;2079;p5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51"/>
          <p:cNvGrpSpPr/>
          <p:nvPr/>
        </p:nvGrpSpPr>
        <p:grpSpPr>
          <a:xfrm>
            <a:off x="7741518" y="3872634"/>
            <a:ext cx="118187" cy="146246"/>
            <a:chOff x="4960900" y="2433225"/>
            <a:chExt cx="48525" cy="60050"/>
          </a:xfrm>
        </p:grpSpPr>
        <p:sp>
          <p:nvSpPr>
            <p:cNvPr id="2082" name="Google Shape;2082;p5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51"/>
          <p:cNvGrpSpPr/>
          <p:nvPr/>
        </p:nvGrpSpPr>
        <p:grpSpPr>
          <a:xfrm>
            <a:off x="7430083" y="4136695"/>
            <a:ext cx="136394" cy="143810"/>
            <a:chOff x="4854075" y="2527625"/>
            <a:chExt cx="56000" cy="59050"/>
          </a:xfrm>
        </p:grpSpPr>
        <p:sp>
          <p:nvSpPr>
            <p:cNvPr id="2085" name="Google Shape;2085;p5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7" name="Google Shape;2087;p51"/>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1"/>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1"/>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0" name="Google Shape;2090;p51"/>
          <p:cNvGrpSpPr/>
          <p:nvPr/>
        </p:nvGrpSpPr>
        <p:grpSpPr>
          <a:xfrm>
            <a:off x="8054294" y="3600439"/>
            <a:ext cx="99312" cy="160797"/>
            <a:chOff x="5059700" y="2334775"/>
            <a:chExt cx="40775" cy="66025"/>
          </a:xfrm>
        </p:grpSpPr>
        <p:sp>
          <p:nvSpPr>
            <p:cNvPr id="2091" name="Google Shape;2091;p5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51"/>
          <p:cNvGrpSpPr/>
          <p:nvPr/>
        </p:nvGrpSpPr>
        <p:grpSpPr>
          <a:xfrm>
            <a:off x="8011458" y="3865571"/>
            <a:ext cx="184984" cy="160371"/>
            <a:chOff x="5037700" y="2430325"/>
            <a:chExt cx="75950" cy="65850"/>
          </a:xfrm>
        </p:grpSpPr>
        <p:sp>
          <p:nvSpPr>
            <p:cNvPr id="2101" name="Google Shape;2101;p5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51"/>
          <p:cNvGrpSpPr/>
          <p:nvPr/>
        </p:nvGrpSpPr>
        <p:grpSpPr>
          <a:xfrm>
            <a:off x="7430964" y="3632023"/>
            <a:ext cx="173014" cy="97629"/>
            <a:chOff x="4756975" y="2341800"/>
            <a:chExt cx="91975" cy="51925"/>
          </a:xfrm>
        </p:grpSpPr>
        <p:sp>
          <p:nvSpPr>
            <p:cNvPr id="2104" name="Google Shape;2104;p5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51"/>
          <p:cNvGrpSpPr/>
          <p:nvPr/>
        </p:nvGrpSpPr>
        <p:grpSpPr>
          <a:xfrm>
            <a:off x="7697901" y="4120720"/>
            <a:ext cx="212497" cy="175761"/>
            <a:chOff x="4943575" y="2516350"/>
            <a:chExt cx="98675" cy="81700"/>
          </a:xfrm>
        </p:grpSpPr>
        <p:sp>
          <p:nvSpPr>
            <p:cNvPr id="2125" name="Google Shape;2125;p5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51"/>
          <p:cNvGrpSpPr/>
          <p:nvPr/>
        </p:nvGrpSpPr>
        <p:grpSpPr>
          <a:xfrm>
            <a:off x="1955962" y="3346963"/>
            <a:ext cx="965351" cy="134611"/>
            <a:chOff x="4411970" y="2962952"/>
            <a:chExt cx="706544" cy="104212"/>
          </a:xfrm>
        </p:grpSpPr>
        <p:sp>
          <p:nvSpPr>
            <p:cNvPr id="2204" name="Google Shape;2204;p5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51"/>
          <p:cNvGrpSpPr/>
          <p:nvPr/>
        </p:nvGrpSpPr>
        <p:grpSpPr>
          <a:xfrm>
            <a:off x="1955962" y="2935877"/>
            <a:ext cx="960158" cy="289172"/>
            <a:chOff x="4411970" y="2726085"/>
            <a:chExt cx="643107" cy="193659"/>
          </a:xfrm>
        </p:grpSpPr>
        <p:sp>
          <p:nvSpPr>
            <p:cNvPr id="2209" name="Google Shape;2209;p5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51"/>
          <p:cNvGrpSpPr/>
          <p:nvPr/>
        </p:nvGrpSpPr>
        <p:grpSpPr>
          <a:xfrm>
            <a:off x="958854" y="3201987"/>
            <a:ext cx="833173" cy="259209"/>
            <a:chOff x="4411970" y="4340222"/>
            <a:chExt cx="779467" cy="242683"/>
          </a:xfrm>
        </p:grpSpPr>
        <p:sp>
          <p:nvSpPr>
            <p:cNvPr id="2213" name="Google Shape;2213;p5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 name="Google Shape;2216;p51"/>
          <p:cNvGrpSpPr/>
          <p:nvPr/>
        </p:nvGrpSpPr>
        <p:grpSpPr>
          <a:xfrm>
            <a:off x="1955962" y="2597733"/>
            <a:ext cx="965160" cy="216230"/>
            <a:chOff x="4411970" y="2468674"/>
            <a:chExt cx="747317" cy="167425"/>
          </a:xfrm>
        </p:grpSpPr>
        <p:sp>
          <p:nvSpPr>
            <p:cNvPr id="2217" name="Google Shape;2217;p5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51"/>
          <p:cNvGrpSpPr/>
          <p:nvPr/>
        </p:nvGrpSpPr>
        <p:grpSpPr>
          <a:xfrm>
            <a:off x="954709" y="2502450"/>
            <a:ext cx="810451" cy="319148"/>
            <a:chOff x="4411970" y="3686602"/>
            <a:chExt cx="797845" cy="314215"/>
          </a:xfrm>
        </p:grpSpPr>
        <p:sp>
          <p:nvSpPr>
            <p:cNvPr id="2220" name="Google Shape;2220;p5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5" name="Google Shape;2225;p51"/>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6" name="Google Shape;2226;p51"/>
          <p:cNvGrpSpPr/>
          <p:nvPr/>
        </p:nvGrpSpPr>
        <p:grpSpPr>
          <a:xfrm>
            <a:off x="954806" y="2256974"/>
            <a:ext cx="1970333" cy="208784"/>
            <a:chOff x="6336019" y="3733725"/>
            <a:chExt cx="2566206" cy="351310"/>
          </a:xfrm>
        </p:grpSpPr>
        <p:sp>
          <p:nvSpPr>
            <p:cNvPr id="2227" name="Google Shape;2227;p5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51"/>
          <p:cNvGrpSpPr/>
          <p:nvPr/>
        </p:nvGrpSpPr>
        <p:grpSpPr>
          <a:xfrm>
            <a:off x="1955962" y="3864529"/>
            <a:ext cx="946551" cy="153200"/>
            <a:chOff x="4404545" y="3301592"/>
            <a:chExt cx="782403" cy="129272"/>
          </a:xfrm>
        </p:grpSpPr>
        <p:sp>
          <p:nvSpPr>
            <p:cNvPr id="2232" name="Google Shape;2232;p5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51"/>
          <p:cNvGrpSpPr/>
          <p:nvPr/>
        </p:nvGrpSpPr>
        <p:grpSpPr>
          <a:xfrm>
            <a:off x="1955962" y="3603488"/>
            <a:ext cx="962257" cy="139127"/>
            <a:chOff x="4411970" y="3131459"/>
            <a:chExt cx="710520" cy="117397"/>
          </a:xfrm>
        </p:grpSpPr>
        <p:sp>
          <p:nvSpPr>
            <p:cNvPr id="2235" name="Google Shape;2235;p5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37" name="Google Shape;2237;p51"/>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8" name="Google Shape;2238;p51"/>
          <p:cNvGrpSpPr/>
          <p:nvPr/>
        </p:nvGrpSpPr>
        <p:grpSpPr>
          <a:xfrm>
            <a:off x="956107" y="3538282"/>
            <a:ext cx="823838" cy="458988"/>
            <a:chOff x="4411970" y="1801825"/>
            <a:chExt cx="734586" cy="409262"/>
          </a:xfrm>
        </p:grpSpPr>
        <p:sp>
          <p:nvSpPr>
            <p:cNvPr id="2239" name="Google Shape;2239;p5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51"/>
          <p:cNvGrpSpPr/>
          <p:nvPr/>
        </p:nvGrpSpPr>
        <p:grpSpPr>
          <a:xfrm>
            <a:off x="956107" y="4086708"/>
            <a:ext cx="856348" cy="212039"/>
            <a:chOff x="4411970" y="2233974"/>
            <a:chExt cx="763574" cy="189068"/>
          </a:xfrm>
        </p:grpSpPr>
        <p:sp>
          <p:nvSpPr>
            <p:cNvPr id="2242" name="Google Shape;2242;p5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 name="Google Shape;2244;p51"/>
          <p:cNvGrpSpPr/>
          <p:nvPr/>
        </p:nvGrpSpPr>
        <p:grpSpPr>
          <a:xfrm>
            <a:off x="3066303" y="2262044"/>
            <a:ext cx="511602" cy="511602"/>
            <a:chOff x="5681300" y="2527788"/>
            <a:chExt cx="805800" cy="805800"/>
          </a:xfrm>
        </p:grpSpPr>
        <p:sp>
          <p:nvSpPr>
            <p:cNvPr id="2245" name="Google Shape;2245;p5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51"/>
          <p:cNvGrpSpPr/>
          <p:nvPr/>
        </p:nvGrpSpPr>
        <p:grpSpPr>
          <a:xfrm>
            <a:off x="3063497" y="3028627"/>
            <a:ext cx="513021" cy="512935"/>
            <a:chOff x="4049800" y="640400"/>
            <a:chExt cx="858900" cy="858900"/>
          </a:xfrm>
        </p:grpSpPr>
        <p:sp>
          <p:nvSpPr>
            <p:cNvPr id="2248" name="Google Shape;2248;p5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 name="Google Shape;2250;p51"/>
          <p:cNvGrpSpPr/>
          <p:nvPr/>
        </p:nvGrpSpPr>
        <p:grpSpPr>
          <a:xfrm>
            <a:off x="2980696" y="3680519"/>
            <a:ext cx="686489" cy="686585"/>
            <a:chOff x="5080188" y="927900"/>
            <a:chExt cx="961200" cy="961200"/>
          </a:xfrm>
        </p:grpSpPr>
        <p:sp>
          <p:nvSpPr>
            <p:cNvPr id="2251" name="Google Shape;2251;p5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 name="Google Shape;2259;p51"/>
          <p:cNvGrpSpPr/>
          <p:nvPr/>
        </p:nvGrpSpPr>
        <p:grpSpPr>
          <a:xfrm>
            <a:off x="3763848" y="3773248"/>
            <a:ext cx="510373" cy="510937"/>
            <a:chOff x="7508249" y="1522825"/>
            <a:chExt cx="1326332" cy="1322987"/>
          </a:xfrm>
        </p:grpSpPr>
        <p:sp>
          <p:nvSpPr>
            <p:cNvPr id="2260" name="Google Shape;2260;p5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51"/>
          <p:cNvGrpSpPr/>
          <p:nvPr/>
        </p:nvGrpSpPr>
        <p:grpSpPr>
          <a:xfrm>
            <a:off x="4455441" y="3774653"/>
            <a:ext cx="492652" cy="503348"/>
            <a:chOff x="6039282" y="1042577"/>
            <a:chExt cx="734315" cy="731929"/>
          </a:xfrm>
        </p:grpSpPr>
        <p:sp>
          <p:nvSpPr>
            <p:cNvPr id="2271" name="Google Shape;2271;p5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 name="Google Shape;2292;p51"/>
          <p:cNvGrpSpPr/>
          <p:nvPr/>
        </p:nvGrpSpPr>
        <p:grpSpPr>
          <a:xfrm>
            <a:off x="5095855" y="2270694"/>
            <a:ext cx="483304" cy="504902"/>
            <a:chOff x="1825800" y="1651625"/>
            <a:chExt cx="568125" cy="591775"/>
          </a:xfrm>
        </p:grpSpPr>
        <p:sp>
          <p:nvSpPr>
            <p:cNvPr id="2293" name="Google Shape;2293;p5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 name="Google Shape;2299;p51"/>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304" name="Google Shape;2304;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8" name="Shape 2308"/>
        <p:cNvGrpSpPr/>
        <p:nvPr/>
      </p:nvGrpSpPr>
      <p:grpSpPr>
        <a:xfrm>
          <a:off x="0" y="0"/>
          <a:ext cx="0" cy="0"/>
          <a:chOff x="0" y="0"/>
          <a:chExt cx="0" cy="0"/>
        </a:xfrm>
      </p:grpSpPr>
      <p:grpSp>
        <p:nvGrpSpPr>
          <p:cNvPr id="2309" name="Google Shape;2309;p52"/>
          <p:cNvGrpSpPr/>
          <p:nvPr/>
        </p:nvGrpSpPr>
        <p:grpSpPr>
          <a:xfrm>
            <a:off x="722059" y="955168"/>
            <a:ext cx="2492868" cy="1379876"/>
            <a:chOff x="2654821" y="2311071"/>
            <a:chExt cx="2279715" cy="1262120"/>
          </a:xfrm>
        </p:grpSpPr>
        <p:grpSp>
          <p:nvGrpSpPr>
            <p:cNvPr id="2310" name="Google Shape;2310;p52"/>
            <p:cNvGrpSpPr/>
            <p:nvPr/>
          </p:nvGrpSpPr>
          <p:grpSpPr>
            <a:xfrm>
              <a:off x="4034269" y="2840745"/>
              <a:ext cx="40212" cy="36437"/>
              <a:chOff x="4293400" y="2574725"/>
              <a:chExt cx="84425" cy="80100"/>
            </a:xfrm>
          </p:grpSpPr>
          <p:sp>
            <p:nvSpPr>
              <p:cNvPr id="2311" name="Google Shape;2311;p5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12" name="Google Shape;2312;p5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52"/>
            <p:cNvGrpSpPr/>
            <p:nvPr/>
          </p:nvGrpSpPr>
          <p:grpSpPr>
            <a:xfrm>
              <a:off x="3894606" y="2334874"/>
              <a:ext cx="913198" cy="518984"/>
              <a:chOff x="4000175" y="1462675"/>
              <a:chExt cx="1917275" cy="1140875"/>
            </a:xfrm>
          </p:grpSpPr>
          <p:sp>
            <p:nvSpPr>
              <p:cNvPr id="2314" name="Google Shape;2314;p5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15" name="Google Shape;2315;p52"/>
              <p:cNvGrpSpPr/>
              <p:nvPr/>
            </p:nvGrpSpPr>
            <p:grpSpPr>
              <a:xfrm>
                <a:off x="4000175" y="1462675"/>
                <a:ext cx="1917275" cy="1140875"/>
                <a:chOff x="4000175" y="1462675"/>
                <a:chExt cx="1917275" cy="1140875"/>
              </a:xfrm>
            </p:grpSpPr>
            <p:sp>
              <p:nvSpPr>
                <p:cNvPr id="2316" name="Google Shape;2316;p5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17" name="Google Shape;2317;p5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21" name="Google Shape;2321;p5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2" name="Google Shape;2322;p52"/>
            <p:cNvGrpSpPr/>
            <p:nvPr/>
          </p:nvGrpSpPr>
          <p:grpSpPr>
            <a:xfrm>
              <a:off x="3875768" y="2846704"/>
              <a:ext cx="44796" cy="47366"/>
              <a:chOff x="3960625" y="2587825"/>
              <a:chExt cx="94050" cy="104125"/>
            </a:xfrm>
          </p:grpSpPr>
          <p:sp>
            <p:nvSpPr>
              <p:cNvPr id="2323" name="Google Shape;2323;p5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24" name="Google Shape;2324;p5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52"/>
            <p:cNvGrpSpPr/>
            <p:nvPr/>
          </p:nvGrpSpPr>
          <p:grpSpPr>
            <a:xfrm>
              <a:off x="3782759" y="2807162"/>
              <a:ext cx="82686" cy="85487"/>
              <a:chOff x="3765350" y="2500900"/>
              <a:chExt cx="173600" cy="187925"/>
            </a:xfrm>
          </p:grpSpPr>
          <p:sp>
            <p:nvSpPr>
              <p:cNvPr id="2326" name="Google Shape;2326;p5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27" name="Google Shape;2327;p5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52"/>
            <p:cNvGrpSpPr/>
            <p:nvPr/>
          </p:nvGrpSpPr>
          <p:grpSpPr>
            <a:xfrm>
              <a:off x="3775674" y="2798496"/>
              <a:ext cx="40545" cy="23564"/>
              <a:chOff x="3750475" y="2481850"/>
              <a:chExt cx="85125" cy="51800"/>
            </a:xfrm>
          </p:grpSpPr>
          <p:sp>
            <p:nvSpPr>
              <p:cNvPr id="2333" name="Google Shape;2333;p5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35" name="Google Shape;2335;p52"/>
            <p:cNvGrpSpPr/>
            <p:nvPr/>
          </p:nvGrpSpPr>
          <p:grpSpPr>
            <a:xfrm>
              <a:off x="3716946" y="2776024"/>
              <a:ext cx="81971" cy="76912"/>
              <a:chOff x="3627175" y="2432450"/>
              <a:chExt cx="172100" cy="169075"/>
            </a:xfrm>
          </p:grpSpPr>
          <p:sp>
            <p:nvSpPr>
              <p:cNvPr id="2336" name="Google Shape;2336;p5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38" name="Google Shape;2338;p5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39" name="Google Shape;2339;p52"/>
            <p:cNvGrpSpPr/>
            <p:nvPr/>
          </p:nvGrpSpPr>
          <p:grpSpPr>
            <a:xfrm>
              <a:off x="3685682" y="2845624"/>
              <a:ext cx="29311" cy="45055"/>
              <a:chOff x="3561536" y="2585450"/>
              <a:chExt cx="61539" cy="99045"/>
            </a:xfrm>
          </p:grpSpPr>
          <p:sp>
            <p:nvSpPr>
              <p:cNvPr id="2340" name="Google Shape;2340;p5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42" name="Google Shape;2342;p52"/>
            <p:cNvGrpSpPr/>
            <p:nvPr/>
          </p:nvGrpSpPr>
          <p:grpSpPr>
            <a:xfrm>
              <a:off x="3849905" y="2572252"/>
              <a:ext cx="74339" cy="119559"/>
              <a:chOff x="3906325" y="1984500"/>
              <a:chExt cx="156075" cy="262825"/>
            </a:xfrm>
          </p:grpSpPr>
          <p:sp>
            <p:nvSpPr>
              <p:cNvPr id="2343" name="Google Shape;2343;p5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44" name="Google Shape;2344;p5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52"/>
            <p:cNvGrpSpPr/>
            <p:nvPr/>
          </p:nvGrpSpPr>
          <p:grpSpPr>
            <a:xfrm>
              <a:off x="2654821" y="2414345"/>
              <a:ext cx="667570" cy="558731"/>
              <a:chOff x="1397225" y="1637375"/>
              <a:chExt cx="1401575" cy="1228250"/>
            </a:xfrm>
          </p:grpSpPr>
          <p:sp>
            <p:nvSpPr>
              <p:cNvPr id="2346" name="Google Shape;2346;p5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47" name="Google Shape;2347;p52"/>
              <p:cNvGrpSpPr/>
              <p:nvPr/>
            </p:nvGrpSpPr>
            <p:grpSpPr>
              <a:xfrm>
                <a:off x="1397225" y="1637375"/>
                <a:ext cx="1398775" cy="1228250"/>
                <a:chOff x="1397225" y="1637375"/>
                <a:chExt cx="1398775" cy="1228250"/>
              </a:xfrm>
            </p:grpSpPr>
            <p:sp>
              <p:nvSpPr>
                <p:cNvPr id="2348" name="Google Shape;2348;p5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0" name="Google Shape;2350;p52"/>
            <p:cNvGrpSpPr/>
            <p:nvPr/>
          </p:nvGrpSpPr>
          <p:grpSpPr>
            <a:xfrm>
              <a:off x="3230417" y="3103734"/>
              <a:ext cx="282982" cy="280332"/>
              <a:chOff x="2605700" y="3152850"/>
              <a:chExt cx="594125" cy="616250"/>
            </a:xfrm>
          </p:grpSpPr>
          <p:sp>
            <p:nvSpPr>
              <p:cNvPr id="2351" name="Google Shape;2351;p5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52" name="Google Shape;2352;p5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53" name="Google Shape;2353;p52"/>
            <p:cNvGrpSpPr/>
            <p:nvPr/>
          </p:nvGrpSpPr>
          <p:grpSpPr>
            <a:xfrm>
              <a:off x="3265985" y="3226989"/>
              <a:ext cx="87151" cy="346202"/>
              <a:chOff x="2680375" y="3423800"/>
              <a:chExt cx="182975" cy="761050"/>
            </a:xfrm>
          </p:grpSpPr>
          <p:sp>
            <p:nvSpPr>
              <p:cNvPr id="2354" name="Google Shape;2354;p5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55" name="Google Shape;2355;p5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52"/>
            <p:cNvGrpSpPr/>
            <p:nvPr/>
          </p:nvGrpSpPr>
          <p:grpSpPr>
            <a:xfrm>
              <a:off x="3855466" y="3289811"/>
              <a:ext cx="112514" cy="94210"/>
              <a:chOff x="3918000" y="3561900"/>
              <a:chExt cx="236225" cy="207100"/>
            </a:xfrm>
          </p:grpSpPr>
          <p:sp>
            <p:nvSpPr>
              <p:cNvPr id="2357" name="Google Shape;2357;p5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58" name="Google Shape;2358;p5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9" name="Google Shape;2359;p5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62" name="Google Shape;2362;p52"/>
            <p:cNvGrpSpPr/>
            <p:nvPr/>
          </p:nvGrpSpPr>
          <p:grpSpPr>
            <a:xfrm>
              <a:off x="2905224" y="2311071"/>
              <a:ext cx="596721" cy="528992"/>
              <a:chOff x="1922950" y="1410350"/>
              <a:chExt cx="1252825" cy="1162875"/>
            </a:xfrm>
          </p:grpSpPr>
          <p:sp>
            <p:nvSpPr>
              <p:cNvPr id="2363" name="Google Shape;2363;p5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79" name="Google Shape;2379;p5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99" name="Google Shape;2399;p5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00" name="Google Shape;2400;p5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52"/>
            <p:cNvGrpSpPr/>
            <p:nvPr/>
          </p:nvGrpSpPr>
          <p:grpSpPr>
            <a:xfrm>
              <a:off x="3280929" y="3294542"/>
              <a:ext cx="109894" cy="272224"/>
              <a:chOff x="2711750" y="3572300"/>
              <a:chExt cx="230725" cy="598425"/>
            </a:xfrm>
          </p:grpSpPr>
          <p:sp>
            <p:nvSpPr>
              <p:cNvPr id="2402" name="Google Shape;2402;p5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5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5" name="Google Shape;2405;p52"/>
            <p:cNvGrpSpPr/>
            <p:nvPr/>
          </p:nvGrpSpPr>
          <p:grpSpPr>
            <a:xfrm>
              <a:off x="3790439" y="2408636"/>
              <a:ext cx="73017" cy="75684"/>
              <a:chOff x="3781475" y="1624825"/>
              <a:chExt cx="153300" cy="166375"/>
            </a:xfrm>
          </p:grpSpPr>
          <p:sp>
            <p:nvSpPr>
              <p:cNvPr id="2406" name="Google Shape;2406;p5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 name="Google Shape;2410;p5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7" name="Google Shape;2417;p52"/>
            <p:cNvGrpSpPr/>
            <p:nvPr/>
          </p:nvGrpSpPr>
          <p:grpSpPr>
            <a:xfrm>
              <a:off x="4403342" y="3107749"/>
              <a:ext cx="316680" cy="101374"/>
              <a:chOff x="5068275" y="3161675"/>
              <a:chExt cx="664875" cy="222850"/>
            </a:xfrm>
          </p:grpSpPr>
          <p:sp>
            <p:nvSpPr>
              <p:cNvPr id="2418" name="Google Shape;2418;p5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2" name="Google Shape;2422;p5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1" name="Google Shape;2451;p52"/>
            <p:cNvGrpSpPr/>
            <p:nvPr/>
          </p:nvGrpSpPr>
          <p:grpSpPr>
            <a:xfrm>
              <a:off x="3697513" y="2707266"/>
              <a:ext cx="59549" cy="79733"/>
              <a:chOff x="3586375" y="2281300"/>
              <a:chExt cx="125025" cy="175275"/>
            </a:xfrm>
          </p:grpSpPr>
          <p:sp>
            <p:nvSpPr>
              <p:cNvPr id="2452" name="Google Shape;2452;p5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4" name="Google Shape;2454;p5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5" name="Google Shape;2455;p52"/>
            <p:cNvGrpSpPr/>
            <p:nvPr/>
          </p:nvGrpSpPr>
          <p:grpSpPr>
            <a:xfrm>
              <a:off x="4513224" y="3221724"/>
              <a:ext cx="274563" cy="280321"/>
              <a:chOff x="5298975" y="3412225"/>
              <a:chExt cx="576450" cy="616225"/>
            </a:xfrm>
          </p:grpSpPr>
          <p:sp>
            <p:nvSpPr>
              <p:cNvPr id="2456" name="Google Shape;2456;p5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7" name="Google Shape;2457;p5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52"/>
            <p:cNvGrpSpPr/>
            <p:nvPr/>
          </p:nvGrpSpPr>
          <p:grpSpPr>
            <a:xfrm>
              <a:off x="4824403" y="3421846"/>
              <a:ext cx="110132" cy="130647"/>
              <a:chOff x="5952300" y="3852150"/>
              <a:chExt cx="231225" cy="287200"/>
            </a:xfrm>
          </p:grpSpPr>
          <p:sp>
            <p:nvSpPr>
              <p:cNvPr id="2459" name="Google Shape;2459;p5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1" name="Google Shape;2461;p5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9" name="Google Shape;2469;p52"/>
            <p:cNvGrpSpPr/>
            <p:nvPr/>
          </p:nvGrpSpPr>
          <p:grpSpPr>
            <a:xfrm>
              <a:off x="4295710" y="3079670"/>
              <a:ext cx="14968" cy="27135"/>
              <a:chOff x="4842300" y="3099950"/>
              <a:chExt cx="31425" cy="59650"/>
            </a:xfrm>
          </p:grpSpPr>
          <p:sp>
            <p:nvSpPr>
              <p:cNvPr id="2470" name="Google Shape;2470;p5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4" name="Google Shape;2474;p5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52"/>
            <p:cNvGrpSpPr/>
            <p:nvPr/>
          </p:nvGrpSpPr>
          <p:grpSpPr>
            <a:xfrm>
              <a:off x="3831056" y="2816010"/>
              <a:ext cx="37378" cy="27612"/>
              <a:chOff x="3866750" y="2520350"/>
              <a:chExt cx="78475" cy="60700"/>
            </a:xfrm>
          </p:grpSpPr>
          <p:sp>
            <p:nvSpPr>
              <p:cNvPr id="2483" name="Google Shape;2483;p5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7" name="Google Shape;2487;p5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4" name="Google Shape;2504;p5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16" name="Google Shape;2516;p5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9" name="Google Shape;2529;p52"/>
            <p:cNvGrpSpPr/>
            <p:nvPr/>
          </p:nvGrpSpPr>
          <p:grpSpPr>
            <a:xfrm>
              <a:off x="3632736" y="3051591"/>
              <a:ext cx="63288" cy="45217"/>
              <a:chOff x="3450375" y="3038225"/>
              <a:chExt cx="132875" cy="99400"/>
            </a:xfrm>
          </p:grpSpPr>
          <p:sp>
            <p:nvSpPr>
              <p:cNvPr id="2530" name="Google Shape;2530;p5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2" name="Google Shape;2532;p5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41" name="Google Shape;2541;p5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51" name="Google Shape;2551;p5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57" name="Google Shape;2557;p5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52"/>
          <p:cNvGrpSpPr/>
          <p:nvPr/>
        </p:nvGrpSpPr>
        <p:grpSpPr>
          <a:xfrm>
            <a:off x="719116" y="2850945"/>
            <a:ext cx="2622876" cy="1333540"/>
            <a:chOff x="238125" y="1038125"/>
            <a:chExt cx="7146800" cy="3633625"/>
          </a:xfrm>
        </p:grpSpPr>
        <p:sp>
          <p:nvSpPr>
            <p:cNvPr id="2568" name="Google Shape;2568;p5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2"/>
          <p:cNvGrpSpPr/>
          <p:nvPr/>
        </p:nvGrpSpPr>
        <p:grpSpPr>
          <a:xfrm>
            <a:off x="5834044" y="993055"/>
            <a:ext cx="2590840" cy="1380235"/>
            <a:chOff x="233350" y="949250"/>
            <a:chExt cx="7137300" cy="3802300"/>
          </a:xfrm>
        </p:grpSpPr>
        <p:sp>
          <p:nvSpPr>
            <p:cNvPr id="4141" name="Google Shape;4141;p5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52"/>
          <p:cNvGrpSpPr/>
          <p:nvPr/>
        </p:nvGrpSpPr>
        <p:grpSpPr>
          <a:xfrm>
            <a:off x="7648473" y="3037828"/>
            <a:ext cx="104231" cy="320340"/>
            <a:chOff x="7564426" y="3224343"/>
            <a:chExt cx="119985" cy="368801"/>
          </a:xfrm>
        </p:grpSpPr>
        <p:sp>
          <p:nvSpPr>
            <p:cNvPr id="4193" name="Google Shape;4193;p5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52"/>
          <p:cNvGrpSpPr/>
          <p:nvPr/>
        </p:nvGrpSpPr>
        <p:grpSpPr>
          <a:xfrm>
            <a:off x="7347962" y="3031929"/>
            <a:ext cx="189489" cy="332132"/>
            <a:chOff x="8370831" y="3202002"/>
            <a:chExt cx="218129" cy="382376"/>
          </a:xfrm>
        </p:grpSpPr>
        <p:sp>
          <p:nvSpPr>
            <p:cNvPr id="4196" name="Google Shape;4196;p5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52"/>
          <p:cNvGrpSpPr/>
          <p:nvPr/>
        </p:nvGrpSpPr>
        <p:grpSpPr>
          <a:xfrm>
            <a:off x="8071351" y="3443061"/>
            <a:ext cx="309429" cy="267000"/>
            <a:chOff x="6742064" y="3750480"/>
            <a:chExt cx="399315" cy="344560"/>
          </a:xfrm>
        </p:grpSpPr>
        <p:sp>
          <p:nvSpPr>
            <p:cNvPr id="4199" name="Google Shape;4199;p5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52"/>
          <p:cNvGrpSpPr/>
          <p:nvPr/>
        </p:nvGrpSpPr>
        <p:grpSpPr>
          <a:xfrm>
            <a:off x="7610370" y="3794109"/>
            <a:ext cx="180437" cy="281608"/>
            <a:chOff x="7248525" y="3739696"/>
            <a:chExt cx="230531" cy="359790"/>
          </a:xfrm>
        </p:grpSpPr>
        <p:sp>
          <p:nvSpPr>
            <p:cNvPr id="4202" name="Google Shape;4202;p5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52"/>
          <p:cNvGrpSpPr/>
          <p:nvPr/>
        </p:nvGrpSpPr>
        <p:grpSpPr>
          <a:xfrm>
            <a:off x="7856289" y="3437333"/>
            <a:ext cx="162896" cy="278710"/>
            <a:chOff x="7601242" y="3729267"/>
            <a:chExt cx="222566" cy="380803"/>
          </a:xfrm>
        </p:grpSpPr>
        <p:sp>
          <p:nvSpPr>
            <p:cNvPr id="4205" name="Google Shape;4205;p5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7" name="Google Shape;4207;p52"/>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52"/>
          <p:cNvGrpSpPr/>
          <p:nvPr/>
        </p:nvGrpSpPr>
        <p:grpSpPr>
          <a:xfrm>
            <a:off x="7345935" y="3438473"/>
            <a:ext cx="193543" cy="275990"/>
            <a:chOff x="8304647" y="3738687"/>
            <a:chExt cx="225076" cy="320956"/>
          </a:xfrm>
        </p:grpSpPr>
        <p:sp>
          <p:nvSpPr>
            <p:cNvPr id="4209" name="Google Shape;4209;p5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2"/>
          <p:cNvGrpSpPr/>
          <p:nvPr/>
        </p:nvGrpSpPr>
        <p:grpSpPr>
          <a:xfrm>
            <a:off x="7618427" y="3438473"/>
            <a:ext cx="178492" cy="275990"/>
            <a:chOff x="8615101" y="3738687"/>
            <a:chExt cx="207573" cy="320956"/>
          </a:xfrm>
        </p:grpSpPr>
        <p:sp>
          <p:nvSpPr>
            <p:cNvPr id="4213" name="Google Shape;4213;p5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52"/>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52"/>
          <p:cNvGrpSpPr/>
          <p:nvPr/>
        </p:nvGrpSpPr>
        <p:grpSpPr>
          <a:xfrm>
            <a:off x="6013132" y="3559961"/>
            <a:ext cx="557671" cy="511283"/>
            <a:chOff x="6015419" y="3716859"/>
            <a:chExt cx="557671" cy="511283"/>
          </a:xfrm>
        </p:grpSpPr>
        <p:sp>
          <p:nvSpPr>
            <p:cNvPr id="4218" name="Google Shape;4218;p5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9" name="Google Shape;4219;p52"/>
            <p:cNvGrpSpPr/>
            <p:nvPr/>
          </p:nvGrpSpPr>
          <p:grpSpPr>
            <a:xfrm>
              <a:off x="6036094" y="3716980"/>
              <a:ext cx="529860" cy="510468"/>
              <a:chOff x="6036094" y="3716980"/>
              <a:chExt cx="529860" cy="510468"/>
            </a:xfrm>
          </p:grpSpPr>
          <p:sp>
            <p:nvSpPr>
              <p:cNvPr id="4220" name="Google Shape;4220;p5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52"/>
          <p:cNvGrpSpPr/>
          <p:nvPr/>
        </p:nvGrpSpPr>
        <p:grpSpPr>
          <a:xfrm>
            <a:off x="6642017" y="2916730"/>
            <a:ext cx="576302" cy="511871"/>
            <a:chOff x="6644304" y="3073628"/>
            <a:chExt cx="576302" cy="511871"/>
          </a:xfrm>
        </p:grpSpPr>
        <p:sp>
          <p:nvSpPr>
            <p:cNvPr id="4231" name="Google Shape;4231;p5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2" name="Google Shape;4232;p52"/>
            <p:cNvGrpSpPr/>
            <p:nvPr/>
          </p:nvGrpSpPr>
          <p:grpSpPr>
            <a:xfrm>
              <a:off x="6712169" y="3085440"/>
              <a:ext cx="481622" cy="494913"/>
              <a:chOff x="6712169" y="3085440"/>
              <a:chExt cx="481622" cy="494913"/>
            </a:xfrm>
          </p:grpSpPr>
          <p:sp>
            <p:nvSpPr>
              <p:cNvPr id="4233" name="Google Shape;4233;p5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8" name="Google Shape;4238;p5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52"/>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2" name="Google Shape;4242;p52"/>
          <p:cNvGrpSpPr/>
          <p:nvPr/>
        </p:nvGrpSpPr>
        <p:grpSpPr>
          <a:xfrm>
            <a:off x="6649868" y="3559725"/>
            <a:ext cx="560631" cy="511352"/>
            <a:chOff x="6652154" y="3716623"/>
            <a:chExt cx="560631" cy="511352"/>
          </a:xfrm>
        </p:grpSpPr>
        <p:sp>
          <p:nvSpPr>
            <p:cNvPr id="4243" name="Google Shape;4243;p5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52"/>
            <p:cNvGrpSpPr/>
            <p:nvPr/>
          </p:nvGrpSpPr>
          <p:grpSpPr>
            <a:xfrm>
              <a:off x="6669657" y="3716715"/>
              <a:ext cx="466779" cy="464290"/>
              <a:chOff x="6669657" y="3716715"/>
              <a:chExt cx="466779" cy="464290"/>
            </a:xfrm>
          </p:grpSpPr>
          <p:sp>
            <p:nvSpPr>
              <p:cNvPr id="4245" name="Google Shape;4245;p5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8" name="Google Shape;4258;p52"/>
          <p:cNvGrpSpPr/>
          <p:nvPr/>
        </p:nvGrpSpPr>
        <p:grpSpPr>
          <a:xfrm>
            <a:off x="7843959" y="3841134"/>
            <a:ext cx="187557" cy="187557"/>
            <a:chOff x="8565775" y="671075"/>
            <a:chExt cx="441000" cy="441000"/>
          </a:xfrm>
        </p:grpSpPr>
        <p:sp>
          <p:nvSpPr>
            <p:cNvPr id="4259" name="Google Shape;4259;p5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1" name="Google Shape;4261;p52"/>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2"/>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3" name="Google Shape;4263;p52"/>
          <p:cNvGrpSpPr/>
          <p:nvPr/>
        </p:nvGrpSpPr>
        <p:grpSpPr>
          <a:xfrm>
            <a:off x="5997814" y="2919352"/>
            <a:ext cx="587871" cy="512373"/>
            <a:chOff x="6000100" y="3076250"/>
            <a:chExt cx="587871" cy="512373"/>
          </a:xfrm>
        </p:grpSpPr>
        <p:sp>
          <p:nvSpPr>
            <p:cNvPr id="4264" name="Google Shape;4264;p5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5" name="Google Shape;4265;p52"/>
            <p:cNvGrpSpPr/>
            <p:nvPr/>
          </p:nvGrpSpPr>
          <p:grpSpPr>
            <a:xfrm>
              <a:off x="6031360" y="3076713"/>
              <a:ext cx="539107" cy="480965"/>
              <a:chOff x="6031360" y="3076713"/>
              <a:chExt cx="539107" cy="480965"/>
            </a:xfrm>
          </p:grpSpPr>
          <p:sp>
            <p:nvSpPr>
              <p:cNvPr id="4266" name="Google Shape;4266;p5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3" name="Google Shape;4273;p52"/>
          <p:cNvGrpSpPr/>
          <p:nvPr/>
        </p:nvGrpSpPr>
        <p:grpSpPr>
          <a:xfrm>
            <a:off x="3369305" y="938716"/>
            <a:ext cx="2310381" cy="1488888"/>
            <a:chOff x="229225" y="549050"/>
            <a:chExt cx="7161750" cy="4615275"/>
          </a:xfrm>
        </p:grpSpPr>
        <p:sp>
          <p:nvSpPr>
            <p:cNvPr id="4274" name="Google Shape;4274;p5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52"/>
          <p:cNvGrpSpPr/>
          <p:nvPr/>
        </p:nvGrpSpPr>
        <p:grpSpPr>
          <a:xfrm>
            <a:off x="3514723" y="2830563"/>
            <a:ext cx="2310282" cy="1374222"/>
            <a:chOff x="238125" y="732525"/>
            <a:chExt cx="7130500" cy="4241425"/>
          </a:xfrm>
        </p:grpSpPr>
        <p:sp>
          <p:nvSpPr>
            <p:cNvPr id="4392" name="Google Shape;4392;p5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9" name="Shape 4509"/>
        <p:cNvGrpSpPr/>
        <p:nvPr/>
      </p:nvGrpSpPr>
      <p:grpSpPr>
        <a:xfrm>
          <a:off x="0" y="0"/>
          <a:ext cx="0" cy="0"/>
          <a:chOff x="0" y="0"/>
          <a:chExt cx="0" cy="0"/>
        </a:xfrm>
      </p:grpSpPr>
      <p:grpSp>
        <p:nvGrpSpPr>
          <p:cNvPr id="4510" name="Google Shape;4510;p53"/>
          <p:cNvGrpSpPr/>
          <p:nvPr/>
        </p:nvGrpSpPr>
        <p:grpSpPr>
          <a:xfrm>
            <a:off x="725414" y="969763"/>
            <a:ext cx="2507799" cy="206239"/>
            <a:chOff x="106648" y="895722"/>
            <a:chExt cx="4481413" cy="374300"/>
          </a:xfrm>
        </p:grpSpPr>
        <p:grpSp>
          <p:nvGrpSpPr>
            <p:cNvPr id="4511" name="Google Shape;4511;p53"/>
            <p:cNvGrpSpPr/>
            <p:nvPr/>
          </p:nvGrpSpPr>
          <p:grpSpPr>
            <a:xfrm>
              <a:off x="2233276" y="895722"/>
              <a:ext cx="1082667" cy="223591"/>
              <a:chOff x="4808316" y="2800065"/>
              <a:chExt cx="1999386" cy="412910"/>
            </a:xfrm>
          </p:grpSpPr>
          <p:sp>
            <p:nvSpPr>
              <p:cNvPr id="4512" name="Google Shape;4512;p5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3" name="Google Shape;4513;p53"/>
              <p:cNvGrpSpPr/>
              <p:nvPr/>
            </p:nvGrpSpPr>
            <p:grpSpPr>
              <a:xfrm>
                <a:off x="4808316" y="2800065"/>
                <a:ext cx="92400" cy="411825"/>
                <a:chOff x="845575" y="2563700"/>
                <a:chExt cx="92400" cy="411825"/>
              </a:xfrm>
            </p:grpSpPr>
            <p:cxnSp>
              <p:nvCxnSpPr>
                <p:cNvPr id="4514" name="Google Shape;4514;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5" name="Google Shape;4515;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6" name="Google Shape;4516;p53"/>
            <p:cNvGrpSpPr/>
            <p:nvPr/>
          </p:nvGrpSpPr>
          <p:grpSpPr>
            <a:xfrm>
              <a:off x="106648" y="895722"/>
              <a:ext cx="1088401" cy="223591"/>
              <a:chOff x="881025" y="2800065"/>
              <a:chExt cx="2009975" cy="412910"/>
            </a:xfrm>
          </p:grpSpPr>
          <p:sp>
            <p:nvSpPr>
              <p:cNvPr id="4517" name="Google Shape;4517;p5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8" name="Google Shape;4518;p53"/>
              <p:cNvGrpSpPr/>
              <p:nvPr/>
            </p:nvGrpSpPr>
            <p:grpSpPr>
              <a:xfrm>
                <a:off x="881025" y="2800065"/>
                <a:ext cx="92400" cy="411825"/>
                <a:chOff x="845575" y="2563700"/>
                <a:chExt cx="92400" cy="411825"/>
              </a:xfrm>
            </p:grpSpPr>
            <p:cxnSp>
              <p:nvCxnSpPr>
                <p:cNvPr id="4519" name="Google Shape;4519;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0" name="Google Shape;4520;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1" name="Google Shape;4521;p53"/>
            <p:cNvGrpSpPr/>
            <p:nvPr/>
          </p:nvGrpSpPr>
          <p:grpSpPr>
            <a:xfrm>
              <a:off x="1172346" y="1047018"/>
              <a:ext cx="1083151" cy="223003"/>
              <a:chOff x="2849073" y="3079467"/>
              <a:chExt cx="2000279" cy="411825"/>
            </a:xfrm>
          </p:grpSpPr>
          <p:sp>
            <p:nvSpPr>
              <p:cNvPr id="4522" name="Google Shape;4522;p5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3" name="Google Shape;4523;p53"/>
              <p:cNvGrpSpPr/>
              <p:nvPr/>
            </p:nvGrpSpPr>
            <p:grpSpPr>
              <a:xfrm rot="10800000">
                <a:off x="2849073" y="3079467"/>
                <a:ext cx="92400" cy="411825"/>
                <a:chOff x="2070100" y="2563700"/>
                <a:chExt cx="92400" cy="411825"/>
              </a:xfrm>
            </p:grpSpPr>
            <p:cxnSp>
              <p:nvCxnSpPr>
                <p:cNvPr id="4524" name="Google Shape;4524;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25" name="Google Shape;4525;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6" name="Google Shape;4526;p53"/>
            <p:cNvGrpSpPr/>
            <p:nvPr/>
          </p:nvGrpSpPr>
          <p:grpSpPr>
            <a:xfrm>
              <a:off x="3290132" y="1047018"/>
              <a:ext cx="1297929" cy="223003"/>
              <a:chOff x="6760035" y="3079467"/>
              <a:chExt cx="2396914" cy="411825"/>
            </a:xfrm>
          </p:grpSpPr>
          <p:sp>
            <p:nvSpPr>
              <p:cNvPr id="4527" name="Google Shape;4527;p5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8" name="Google Shape;4528;p53"/>
              <p:cNvGrpSpPr/>
              <p:nvPr/>
            </p:nvGrpSpPr>
            <p:grpSpPr>
              <a:xfrm rot="10800000">
                <a:off x="6760035" y="3079467"/>
                <a:ext cx="92400" cy="411825"/>
                <a:chOff x="2070100" y="2563700"/>
                <a:chExt cx="92400" cy="411825"/>
              </a:xfrm>
            </p:grpSpPr>
            <p:cxnSp>
              <p:nvCxnSpPr>
                <p:cNvPr id="4529" name="Google Shape;4529;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0" name="Google Shape;4530;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31" name="Google Shape;4531;p53"/>
          <p:cNvGrpSpPr/>
          <p:nvPr/>
        </p:nvGrpSpPr>
        <p:grpSpPr>
          <a:xfrm>
            <a:off x="2143176" y="3369134"/>
            <a:ext cx="1086701" cy="799429"/>
            <a:chOff x="2183288" y="3555572"/>
            <a:chExt cx="1136241" cy="835873"/>
          </a:xfrm>
        </p:grpSpPr>
        <p:sp>
          <p:nvSpPr>
            <p:cNvPr id="4532" name="Google Shape;4532;p5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3" name="Google Shape;4533;p53"/>
            <p:cNvGrpSpPr/>
            <p:nvPr/>
          </p:nvGrpSpPr>
          <p:grpSpPr>
            <a:xfrm>
              <a:off x="2205895" y="3637269"/>
              <a:ext cx="1089848" cy="724993"/>
              <a:chOff x="2205895" y="3637269"/>
              <a:chExt cx="1089848" cy="724993"/>
            </a:xfrm>
          </p:grpSpPr>
          <p:sp>
            <p:nvSpPr>
              <p:cNvPr id="4534" name="Google Shape;4534;p5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0" name="Google Shape;4540;p5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1" name="Google Shape;4541;p5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42" name="Google Shape;4542;p53"/>
            <p:cNvGrpSpPr/>
            <p:nvPr/>
          </p:nvGrpSpPr>
          <p:grpSpPr>
            <a:xfrm>
              <a:off x="3173850" y="3779426"/>
              <a:ext cx="145679" cy="70048"/>
              <a:chOff x="3173850" y="3779426"/>
              <a:chExt cx="145679" cy="70048"/>
            </a:xfrm>
          </p:grpSpPr>
          <p:cxnSp>
            <p:nvCxnSpPr>
              <p:cNvPr id="4543" name="Google Shape;4543;p5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44" name="Google Shape;4544;p5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53"/>
            <p:cNvGrpSpPr/>
            <p:nvPr/>
          </p:nvGrpSpPr>
          <p:grpSpPr>
            <a:xfrm>
              <a:off x="2183288" y="4139483"/>
              <a:ext cx="145133" cy="70048"/>
              <a:chOff x="2183288" y="4139483"/>
              <a:chExt cx="145133" cy="70048"/>
            </a:xfrm>
          </p:grpSpPr>
          <p:cxnSp>
            <p:nvCxnSpPr>
              <p:cNvPr id="4546" name="Google Shape;4546;p5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47" name="Google Shape;4547;p5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8" name="Google Shape;4548;p5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9" name="Google Shape;4549;p5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50" name="Google Shape;4550;p53"/>
            <p:cNvGrpSpPr/>
            <p:nvPr/>
          </p:nvGrpSpPr>
          <p:grpSpPr>
            <a:xfrm>
              <a:off x="2943836" y="4268886"/>
              <a:ext cx="60717" cy="122559"/>
              <a:chOff x="2943836" y="4268886"/>
              <a:chExt cx="60717" cy="122559"/>
            </a:xfrm>
          </p:grpSpPr>
          <p:sp>
            <p:nvSpPr>
              <p:cNvPr id="4551" name="Google Shape;4551;p5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2" name="Google Shape;4552;p5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53" name="Google Shape;4553;p53"/>
          <p:cNvGrpSpPr/>
          <p:nvPr/>
        </p:nvGrpSpPr>
        <p:grpSpPr>
          <a:xfrm>
            <a:off x="3406121" y="1290134"/>
            <a:ext cx="1675870" cy="758251"/>
            <a:chOff x="3530532" y="1496185"/>
            <a:chExt cx="1562000" cy="706730"/>
          </a:xfrm>
        </p:grpSpPr>
        <p:cxnSp>
          <p:nvCxnSpPr>
            <p:cNvPr id="4554" name="Google Shape;4554;p5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55" name="Google Shape;4555;p53"/>
            <p:cNvGrpSpPr/>
            <p:nvPr/>
          </p:nvGrpSpPr>
          <p:grpSpPr>
            <a:xfrm>
              <a:off x="3530532" y="1496185"/>
              <a:ext cx="323430" cy="463587"/>
              <a:chOff x="3530532" y="1496185"/>
              <a:chExt cx="323430" cy="463587"/>
            </a:xfrm>
          </p:grpSpPr>
          <p:grpSp>
            <p:nvGrpSpPr>
              <p:cNvPr id="4556" name="Google Shape;4556;p53"/>
              <p:cNvGrpSpPr/>
              <p:nvPr/>
            </p:nvGrpSpPr>
            <p:grpSpPr>
              <a:xfrm>
                <a:off x="3567462" y="1496185"/>
                <a:ext cx="286500" cy="361376"/>
                <a:chOff x="3567462" y="1496185"/>
                <a:chExt cx="286500" cy="361376"/>
              </a:xfrm>
            </p:grpSpPr>
            <p:cxnSp>
              <p:nvCxnSpPr>
                <p:cNvPr id="4557" name="Google Shape;4557;p5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58" name="Google Shape;4558;p5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9" name="Google Shape;4559;p5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53"/>
            <p:cNvGrpSpPr/>
            <p:nvPr/>
          </p:nvGrpSpPr>
          <p:grpSpPr>
            <a:xfrm>
              <a:off x="3891569" y="1779209"/>
              <a:ext cx="323945" cy="423706"/>
              <a:chOff x="3891569" y="1779209"/>
              <a:chExt cx="323945" cy="423706"/>
            </a:xfrm>
          </p:grpSpPr>
          <p:grpSp>
            <p:nvGrpSpPr>
              <p:cNvPr id="4561" name="Google Shape;4561;p53"/>
              <p:cNvGrpSpPr/>
              <p:nvPr/>
            </p:nvGrpSpPr>
            <p:grpSpPr>
              <a:xfrm>
                <a:off x="3929014" y="1881638"/>
                <a:ext cx="286500" cy="321278"/>
                <a:chOff x="3929014" y="1881638"/>
                <a:chExt cx="286500" cy="321278"/>
              </a:xfrm>
            </p:grpSpPr>
            <p:cxnSp>
              <p:nvCxnSpPr>
                <p:cNvPr id="4562" name="Google Shape;4562;p5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63" name="Google Shape;4563;p5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4" name="Google Shape;4564;p5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53"/>
            <p:cNvGrpSpPr/>
            <p:nvPr/>
          </p:nvGrpSpPr>
          <p:grpSpPr>
            <a:xfrm>
              <a:off x="4252606" y="1496185"/>
              <a:ext cx="324721" cy="463587"/>
              <a:chOff x="4252606" y="1496185"/>
              <a:chExt cx="324721" cy="463587"/>
            </a:xfrm>
          </p:grpSpPr>
          <p:grpSp>
            <p:nvGrpSpPr>
              <p:cNvPr id="4566" name="Google Shape;4566;p53"/>
              <p:cNvGrpSpPr/>
              <p:nvPr/>
            </p:nvGrpSpPr>
            <p:grpSpPr>
              <a:xfrm>
                <a:off x="4290828" y="1496185"/>
                <a:ext cx="286500" cy="361376"/>
                <a:chOff x="4290828" y="1496185"/>
                <a:chExt cx="286500" cy="361376"/>
              </a:xfrm>
            </p:grpSpPr>
            <p:cxnSp>
              <p:nvCxnSpPr>
                <p:cNvPr id="4567" name="Google Shape;4567;p5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68" name="Google Shape;4568;p5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9" name="Google Shape;4569;p5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3"/>
            <p:cNvGrpSpPr/>
            <p:nvPr/>
          </p:nvGrpSpPr>
          <p:grpSpPr>
            <a:xfrm>
              <a:off x="4613643" y="1763716"/>
              <a:ext cx="325308" cy="439200"/>
              <a:chOff x="4613643" y="1763716"/>
              <a:chExt cx="325308" cy="439200"/>
            </a:xfrm>
          </p:grpSpPr>
          <p:grpSp>
            <p:nvGrpSpPr>
              <p:cNvPr id="4571" name="Google Shape;4571;p53"/>
              <p:cNvGrpSpPr/>
              <p:nvPr/>
            </p:nvGrpSpPr>
            <p:grpSpPr>
              <a:xfrm>
                <a:off x="4652451" y="1879538"/>
                <a:ext cx="286500" cy="323378"/>
                <a:chOff x="4652451" y="1879538"/>
                <a:chExt cx="286500" cy="323378"/>
              </a:xfrm>
            </p:grpSpPr>
            <p:cxnSp>
              <p:nvCxnSpPr>
                <p:cNvPr id="4572" name="Google Shape;4572;p5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73" name="Google Shape;4573;p5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4" name="Google Shape;4574;p5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5" name="Google Shape;4575;p53"/>
          <p:cNvGrpSpPr/>
          <p:nvPr/>
        </p:nvGrpSpPr>
        <p:grpSpPr>
          <a:xfrm>
            <a:off x="3417981" y="2143759"/>
            <a:ext cx="1652173" cy="391517"/>
            <a:chOff x="3512551" y="2358270"/>
            <a:chExt cx="1597383" cy="378533"/>
          </a:xfrm>
        </p:grpSpPr>
        <p:cxnSp>
          <p:nvCxnSpPr>
            <p:cNvPr id="4576" name="Google Shape;4576;p53"/>
            <p:cNvCxnSpPr>
              <a:stCxn id="4577" idx="6"/>
              <a:endCxn id="457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79" name="Google Shape;4579;p53"/>
            <p:cNvGrpSpPr/>
            <p:nvPr/>
          </p:nvGrpSpPr>
          <p:grpSpPr>
            <a:xfrm>
              <a:off x="3512551" y="2358270"/>
              <a:ext cx="225647" cy="307714"/>
              <a:chOff x="2182679" y="2004714"/>
              <a:chExt cx="792300" cy="1080458"/>
            </a:xfrm>
          </p:grpSpPr>
          <p:cxnSp>
            <p:nvCxnSpPr>
              <p:cNvPr id="4580" name="Google Shape;4580;p53"/>
              <p:cNvCxnSpPr>
                <a:stCxn id="458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77" name="Google Shape;4577;p5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3"/>
            <p:cNvGrpSpPr/>
            <p:nvPr/>
          </p:nvGrpSpPr>
          <p:grpSpPr>
            <a:xfrm>
              <a:off x="3969644" y="2440153"/>
              <a:ext cx="225853" cy="296651"/>
              <a:chOff x="3775710" y="1729289"/>
              <a:chExt cx="136500" cy="179289"/>
            </a:xfrm>
          </p:grpSpPr>
          <p:cxnSp>
            <p:nvCxnSpPr>
              <p:cNvPr id="4583" name="Google Shape;4583;p5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84" name="Google Shape;4584;p5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53"/>
            <p:cNvGrpSpPr/>
            <p:nvPr/>
          </p:nvGrpSpPr>
          <p:grpSpPr>
            <a:xfrm>
              <a:off x="4427051" y="2358270"/>
              <a:ext cx="225647" cy="307714"/>
              <a:chOff x="5393704" y="2004714"/>
              <a:chExt cx="792300" cy="1080458"/>
            </a:xfrm>
          </p:grpSpPr>
          <p:cxnSp>
            <p:nvCxnSpPr>
              <p:cNvPr id="4587" name="Google Shape;4587;p53"/>
              <p:cNvCxnSpPr>
                <a:stCxn id="458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89" name="Google Shape;4589;p5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53"/>
            <p:cNvGrpSpPr/>
            <p:nvPr/>
          </p:nvGrpSpPr>
          <p:grpSpPr>
            <a:xfrm>
              <a:off x="4884287" y="2440252"/>
              <a:ext cx="225647" cy="296532"/>
              <a:chOff x="6999166" y="2292572"/>
              <a:chExt cx="792300" cy="1041192"/>
            </a:xfrm>
          </p:grpSpPr>
          <p:cxnSp>
            <p:nvCxnSpPr>
              <p:cNvPr id="4591" name="Google Shape;4591;p5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78" name="Google Shape;4578;p5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3" name="Google Shape;4593;p53"/>
          <p:cNvGrpSpPr/>
          <p:nvPr/>
        </p:nvGrpSpPr>
        <p:grpSpPr>
          <a:xfrm>
            <a:off x="6838789" y="979959"/>
            <a:ext cx="1581844" cy="732818"/>
            <a:chOff x="634175" y="2986275"/>
            <a:chExt cx="3147949" cy="1458344"/>
          </a:xfrm>
        </p:grpSpPr>
        <p:cxnSp>
          <p:nvCxnSpPr>
            <p:cNvPr id="4594" name="Google Shape;4594;p53"/>
            <p:cNvCxnSpPr>
              <a:stCxn id="4595" idx="4"/>
              <a:endCxn id="459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97" name="Google Shape;4597;p53"/>
            <p:cNvCxnSpPr>
              <a:stCxn id="4596" idx="0"/>
              <a:endCxn id="459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99" name="Google Shape;4599;p53"/>
            <p:cNvCxnSpPr>
              <a:stCxn id="4598" idx="4"/>
              <a:endCxn id="460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01" name="Google Shape;4601;p53"/>
            <p:cNvCxnSpPr>
              <a:stCxn id="4600" idx="0"/>
              <a:endCxn id="460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602" name="Google Shape;4602;p5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8" name="Google Shape;4598;p5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5" name="Google Shape;4595;p5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00" name="Google Shape;4600;p5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96" name="Google Shape;4596;p5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603" name="Google Shape;4603;p53"/>
          <p:cNvGrpSpPr/>
          <p:nvPr/>
        </p:nvGrpSpPr>
        <p:grpSpPr>
          <a:xfrm>
            <a:off x="3406504" y="2674269"/>
            <a:ext cx="1675128" cy="313674"/>
            <a:chOff x="998425" y="1182125"/>
            <a:chExt cx="1065400" cy="199500"/>
          </a:xfrm>
        </p:grpSpPr>
        <p:sp>
          <p:nvSpPr>
            <p:cNvPr id="4604" name="Google Shape;4604;p5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53"/>
          <p:cNvGrpSpPr/>
          <p:nvPr/>
        </p:nvGrpSpPr>
        <p:grpSpPr>
          <a:xfrm>
            <a:off x="3406503" y="3630235"/>
            <a:ext cx="1675129" cy="525345"/>
            <a:chOff x="5194708" y="3484366"/>
            <a:chExt cx="3148148" cy="987304"/>
          </a:xfrm>
        </p:grpSpPr>
        <p:grpSp>
          <p:nvGrpSpPr>
            <p:cNvPr id="4610" name="Google Shape;4610;p53"/>
            <p:cNvGrpSpPr/>
            <p:nvPr/>
          </p:nvGrpSpPr>
          <p:grpSpPr>
            <a:xfrm>
              <a:off x="7531521" y="3484366"/>
              <a:ext cx="811335" cy="987304"/>
              <a:chOff x="3379425" y="1617275"/>
              <a:chExt cx="1090650" cy="1327200"/>
            </a:xfrm>
          </p:grpSpPr>
          <p:sp>
            <p:nvSpPr>
              <p:cNvPr id="4611" name="Google Shape;4611;p5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53"/>
            <p:cNvGrpSpPr/>
            <p:nvPr/>
          </p:nvGrpSpPr>
          <p:grpSpPr>
            <a:xfrm>
              <a:off x="6752546" y="3484366"/>
              <a:ext cx="811428" cy="987304"/>
              <a:chOff x="2332275" y="1617275"/>
              <a:chExt cx="1090775" cy="1327200"/>
            </a:xfrm>
          </p:grpSpPr>
          <p:sp>
            <p:nvSpPr>
              <p:cNvPr id="4615" name="Google Shape;4615;p5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3"/>
            <p:cNvGrpSpPr/>
            <p:nvPr/>
          </p:nvGrpSpPr>
          <p:grpSpPr>
            <a:xfrm>
              <a:off x="5973664" y="3484366"/>
              <a:ext cx="811335" cy="987304"/>
              <a:chOff x="1285250" y="1617275"/>
              <a:chExt cx="1090650" cy="1327200"/>
            </a:xfrm>
          </p:grpSpPr>
          <p:sp>
            <p:nvSpPr>
              <p:cNvPr id="4619" name="Google Shape;4619;p5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53"/>
            <p:cNvGrpSpPr/>
            <p:nvPr/>
          </p:nvGrpSpPr>
          <p:grpSpPr>
            <a:xfrm>
              <a:off x="5194708" y="3484366"/>
              <a:ext cx="811409" cy="987304"/>
              <a:chOff x="238125" y="1617275"/>
              <a:chExt cx="1090750" cy="1327200"/>
            </a:xfrm>
          </p:grpSpPr>
          <p:sp>
            <p:nvSpPr>
              <p:cNvPr id="4623" name="Google Shape;4623;p5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6" name="Google Shape;4626;p53"/>
          <p:cNvGrpSpPr/>
          <p:nvPr/>
        </p:nvGrpSpPr>
        <p:grpSpPr>
          <a:xfrm>
            <a:off x="6840188" y="2276124"/>
            <a:ext cx="1579046" cy="522230"/>
            <a:chOff x="6853641" y="2534077"/>
            <a:chExt cx="1515545" cy="501229"/>
          </a:xfrm>
        </p:grpSpPr>
        <p:grpSp>
          <p:nvGrpSpPr>
            <p:cNvPr id="4627" name="Google Shape;4627;p53"/>
            <p:cNvGrpSpPr/>
            <p:nvPr/>
          </p:nvGrpSpPr>
          <p:grpSpPr>
            <a:xfrm>
              <a:off x="6853641" y="2618923"/>
              <a:ext cx="1515545" cy="324556"/>
              <a:chOff x="6853641" y="2618923"/>
              <a:chExt cx="1515545" cy="324556"/>
            </a:xfrm>
          </p:grpSpPr>
          <p:sp>
            <p:nvSpPr>
              <p:cNvPr id="4628" name="Google Shape;4628;p5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3" name="Google Shape;4633;p5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8" name="Google Shape;4638;p53"/>
          <p:cNvGrpSpPr/>
          <p:nvPr/>
        </p:nvGrpSpPr>
        <p:grpSpPr>
          <a:xfrm>
            <a:off x="3435080" y="3151165"/>
            <a:ext cx="1617976" cy="346616"/>
            <a:chOff x="1808063" y="4294338"/>
            <a:chExt cx="3370782" cy="721817"/>
          </a:xfrm>
        </p:grpSpPr>
        <p:sp>
          <p:nvSpPr>
            <p:cNvPr id="4639" name="Google Shape;4639;p5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3"/>
          <p:cNvGrpSpPr/>
          <p:nvPr/>
        </p:nvGrpSpPr>
        <p:grpSpPr>
          <a:xfrm>
            <a:off x="5261076" y="3817915"/>
            <a:ext cx="1417067" cy="350605"/>
            <a:chOff x="4234950" y="2101012"/>
            <a:chExt cx="4219974" cy="1044090"/>
          </a:xfrm>
        </p:grpSpPr>
        <p:sp>
          <p:nvSpPr>
            <p:cNvPr id="4650" name="Google Shape;4650;p5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3"/>
          <p:cNvGrpSpPr/>
          <p:nvPr/>
        </p:nvGrpSpPr>
        <p:grpSpPr>
          <a:xfrm>
            <a:off x="6836548" y="1808672"/>
            <a:ext cx="1586327" cy="371557"/>
            <a:chOff x="1247650" y="2075423"/>
            <a:chExt cx="6648477" cy="1557238"/>
          </a:xfrm>
        </p:grpSpPr>
        <p:sp>
          <p:nvSpPr>
            <p:cNvPr id="4667" name="Google Shape;4667;p5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53"/>
          <p:cNvGrpSpPr/>
          <p:nvPr/>
        </p:nvGrpSpPr>
        <p:grpSpPr>
          <a:xfrm>
            <a:off x="5267818" y="961862"/>
            <a:ext cx="1415601" cy="1648533"/>
            <a:chOff x="1839112" y="2209163"/>
            <a:chExt cx="1918159" cy="2233784"/>
          </a:xfrm>
        </p:grpSpPr>
        <p:sp>
          <p:nvSpPr>
            <p:cNvPr id="4674" name="Google Shape;4674;p5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7" name="Google Shape;4677;p53"/>
            <p:cNvCxnSpPr>
              <a:stCxn id="4674" idx="6"/>
              <a:endCxn id="467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78" name="Google Shape;4678;p53"/>
            <p:cNvCxnSpPr>
              <a:stCxn id="4675" idx="4"/>
              <a:endCxn id="467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80" name="Google Shape;4680;p53"/>
            <p:cNvCxnSpPr>
              <a:stCxn id="4679" idx="6"/>
              <a:endCxn id="467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81" name="Google Shape;4681;p53"/>
            <p:cNvCxnSpPr>
              <a:stCxn id="4676" idx="4"/>
              <a:endCxn id="468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79" name="Google Shape;4679;p5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4" name="Google Shape;4684;p53"/>
            <p:cNvCxnSpPr>
              <a:endCxn id="468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85" name="Google Shape;4685;p53"/>
          <p:cNvGrpSpPr/>
          <p:nvPr/>
        </p:nvGrpSpPr>
        <p:grpSpPr>
          <a:xfrm>
            <a:off x="3425084" y="979946"/>
            <a:ext cx="1637968" cy="154942"/>
            <a:chOff x="238125" y="2506075"/>
            <a:chExt cx="7115411" cy="673075"/>
          </a:xfrm>
        </p:grpSpPr>
        <p:sp>
          <p:nvSpPr>
            <p:cNvPr id="4686" name="Google Shape;4686;p5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3"/>
          <p:cNvGrpSpPr/>
          <p:nvPr/>
        </p:nvGrpSpPr>
        <p:grpSpPr>
          <a:xfrm>
            <a:off x="1965820" y="1294664"/>
            <a:ext cx="1262932" cy="785408"/>
            <a:chOff x="548861" y="389676"/>
            <a:chExt cx="3843371" cy="2390163"/>
          </a:xfrm>
        </p:grpSpPr>
        <p:cxnSp>
          <p:nvCxnSpPr>
            <p:cNvPr id="4692" name="Google Shape;4692;p5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3" name="Google Shape;4693;p5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4" name="Google Shape;4694;p5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95" name="Google Shape;4695;p5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96" name="Google Shape;4696;p5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97" name="Google Shape;4697;p5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8" name="Google Shape;4698;p5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99" name="Google Shape;4699;p5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53"/>
          <p:cNvGrpSpPr/>
          <p:nvPr/>
        </p:nvGrpSpPr>
        <p:grpSpPr>
          <a:xfrm>
            <a:off x="753952" y="2401541"/>
            <a:ext cx="1412054" cy="633562"/>
            <a:chOff x="1187400" y="2529299"/>
            <a:chExt cx="6769193" cy="2241903"/>
          </a:xfrm>
        </p:grpSpPr>
        <p:sp>
          <p:nvSpPr>
            <p:cNvPr id="4706" name="Google Shape;4706;p5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07" name="Google Shape;4707;p5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8" name="Google Shape;4708;p5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09" name="Google Shape;4709;p5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0" name="Google Shape;4710;p5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1" name="Google Shape;4711;p5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12" name="Google Shape;4712;p5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13" name="Google Shape;4713;p53"/>
            <p:cNvCxnSpPr>
              <a:stCxn id="4706" idx="2"/>
              <a:endCxn id="470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4" name="Google Shape;4714;p53"/>
            <p:cNvCxnSpPr>
              <a:stCxn id="4708" idx="0"/>
              <a:endCxn id="470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5" name="Google Shape;4715;p53"/>
            <p:cNvCxnSpPr>
              <a:stCxn id="4708" idx="2"/>
              <a:endCxn id="471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6" name="Google Shape;4716;p53"/>
            <p:cNvCxnSpPr>
              <a:stCxn id="4709" idx="0"/>
              <a:endCxn id="470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7" name="Google Shape;4717;p53"/>
            <p:cNvCxnSpPr>
              <a:stCxn id="4707" idx="2"/>
              <a:endCxn id="471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18" name="Google Shape;4718;p53"/>
            <p:cNvCxnSpPr>
              <a:stCxn id="4711" idx="0"/>
              <a:endCxn id="470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19" name="Google Shape;4719;p53"/>
          <p:cNvGrpSpPr/>
          <p:nvPr/>
        </p:nvGrpSpPr>
        <p:grpSpPr>
          <a:xfrm>
            <a:off x="6840198" y="2894250"/>
            <a:ext cx="1579035" cy="540873"/>
            <a:chOff x="6895650" y="3126697"/>
            <a:chExt cx="1436662" cy="492105"/>
          </a:xfrm>
        </p:grpSpPr>
        <p:sp>
          <p:nvSpPr>
            <p:cNvPr id="4720" name="Google Shape;4720;p5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53"/>
            <p:cNvGrpSpPr/>
            <p:nvPr/>
          </p:nvGrpSpPr>
          <p:grpSpPr>
            <a:xfrm>
              <a:off x="6995957" y="3335810"/>
              <a:ext cx="1230393" cy="71754"/>
              <a:chOff x="6995957" y="3287964"/>
              <a:chExt cx="1230393" cy="71754"/>
            </a:xfrm>
          </p:grpSpPr>
          <p:sp>
            <p:nvSpPr>
              <p:cNvPr id="4726" name="Google Shape;4726;p5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1" name="Google Shape;4731;p53"/>
          <p:cNvGrpSpPr/>
          <p:nvPr/>
        </p:nvGrpSpPr>
        <p:grpSpPr>
          <a:xfrm>
            <a:off x="6838780" y="3531013"/>
            <a:ext cx="1581862" cy="650625"/>
            <a:chOff x="6777990" y="3710194"/>
            <a:chExt cx="1646915" cy="677382"/>
          </a:xfrm>
        </p:grpSpPr>
        <p:grpSp>
          <p:nvGrpSpPr>
            <p:cNvPr id="4732" name="Google Shape;4732;p53"/>
            <p:cNvGrpSpPr/>
            <p:nvPr/>
          </p:nvGrpSpPr>
          <p:grpSpPr>
            <a:xfrm>
              <a:off x="6777990" y="3874492"/>
              <a:ext cx="411129" cy="513083"/>
              <a:chOff x="6777990" y="3874492"/>
              <a:chExt cx="411129" cy="513083"/>
            </a:xfrm>
          </p:grpSpPr>
          <p:cxnSp>
            <p:nvCxnSpPr>
              <p:cNvPr id="4733" name="Google Shape;4733;p5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4" name="Google Shape;4734;p5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3"/>
            <p:cNvGrpSpPr/>
            <p:nvPr/>
          </p:nvGrpSpPr>
          <p:grpSpPr>
            <a:xfrm>
              <a:off x="7188425" y="3710194"/>
              <a:ext cx="411123" cy="520535"/>
              <a:chOff x="7188425" y="3710194"/>
              <a:chExt cx="411123" cy="520535"/>
            </a:xfrm>
          </p:grpSpPr>
          <p:cxnSp>
            <p:nvCxnSpPr>
              <p:cNvPr id="4736" name="Google Shape;4736;p5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37" name="Google Shape;4737;p5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3"/>
            <p:cNvGrpSpPr/>
            <p:nvPr/>
          </p:nvGrpSpPr>
          <p:grpSpPr>
            <a:xfrm>
              <a:off x="7603341" y="3874492"/>
              <a:ext cx="411474" cy="513083"/>
              <a:chOff x="7603341" y="3874492"/>
              <a:chExt cx="411474" cy="513083"/>
            </a:xfrm>
          </p:grpSpPr>
          <p:cxnSp>
            <p:nvCxnSpPr>
              <p:cNvPr id="4739" name="Google Shape;4739;p5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40" name="Google Shape;4740;p5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3"/>
            <p:cNvGrpSpPr/>
            <p:nvPr/>
          </p:nvGrpSpPr>
          <p:grpSpPr>
            <a:xfrm>
              <a:off x="8013776" y="3722847"/>
              <a:ext cx="411129" cy="507881"/>
              <a:chOff x="8013776" y="3722847"/>
              <a:chExt cx="411129" cy="507881"/>
            </a:xfrm>
          </p:grpSpPr>
          <p:cxnSp>
            <p:nvCxnSpPr>
              <p:cNvPr id="4742" name="Google Shape;4742;p5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43" name="Google Shape;4743;p5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4" name="Google Shape;4744;p53"/>
          <p:cNvGrpSpPr/>
          <p:nvPr/>
        </p:nvGrpSpPr>
        <p:grpSpPr>
          <a:xfrm>
            <a:off x="5258295" y="2703853"/>
            <a:ext cx="1421889" cy="1020603"/>
            <a:chOff x="5190863" y="2824811"/>
            <a:chExt cx="1544860" cy="1108869"/>
          </a:xfrm>
        </p:grpSpPr>
        <p:grpSp>
          <p:nvGrpSpPr>
            <p:cNvPr id="4745" name="Google Shape;4745;p53"/>
            <p:cNvGrpSpPr/>
            <p:nvPr/>
          </p:nvGrpSpPr>
          <p:grpSpPr>
            <a:xfrm>
              <a:off x="5938695" y="3176919"/>
              <a:ext cx="685761" cy="404739"/>
              <a:chOff x="5938695" y="3176919"/>
              <a:chExt cx="685761" cy="404739"/>
            </a:xfrm>
          </p:grpSpPr>
          <p:grpSp>
            <p:nvGrpSpPr>
              <p:cNvPr id="4746" name="Google Shape;4746;p53"/>
              <p:cNvGrpSpPr/>
              <p:nvPr/>
            </p:nvGrpSpPr>
            <p:grpSpPr>
              <a:xfrm>
                <a:off x="5938695" y="3176919"/>
                <a:ext cx="685761" cy="404739"/>
                <a:chOff x="5938695" y="3176919"/>
                <a:chExt cx="685761" cy="404739"/>
              </a:xfrm>
            </p:grpSpPr>
            <p:sp>
              <p:nvSpPr>
                <p:cNvPr id="4747" name="Google Shape;4747;p5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9" name="Google Shape;4749;p5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53"/>
            <p:cNvGrpSpPr/>
            <p:nvPr/>
          </p:nvGrpSpPr>
          <p:grpSpPr>
            <a:xfrm>
              <a:off x="5305233" y="3176835"/>
              <a:ext cx="685971" cy="404655"/>
              <a:chOff x="5305233" y="3176835"/>
              <a:chExt cx="685971" cy="404655"/>
            </a:xfrm>
          </p:grpSpPr>
          <p:grpSp>
            <p:nvGrpSpPr>
              <p:cNvPr id="4751" name="Google Shape;4751;p53"/>
              <p:cNvGrpSpPr/>
              <p:nvPr/>
            </p:nvGrpSpPr>
            <p:grpSpPr>
              <a:xfrm>
                <a:off x="5305233" y="3176835"/>
                <a:ext cx="685971" cy="404655"/>
                <a:chOff x="5305233" y="3176835"/>
                <a:chExt cx="685971" cy="404655"/>
              </a:xfrm>
            </p:grpSpPr>
            <p:sp>
              <p:nvSpPr>
                <p:cNvPr id="4752" name="Google Shape;4752;p5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4" name="Google Shape;4754;p5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5" name="Google Shape;4755;p5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6" name="Google Shape;4756;p53"/>
            <p:cNvGrpSpPr/>
            <p:nvPr/>
          </p:nvGrpSpPr>
          <p:grpSpPr>
            <a:xfrm>
              <a:off x="5657361" y="2824811"/>
              <a:ext cx="1078361" cy="404655"/>
              <a:chOff x="5657361" y="2824811"/>
              <a:chExt cx="1078361" cy="404655"/>
            </a:xfrm>
          </p:grpSpPr>
          <p:grpSp>
            <p:nvGrpSpPr>
              <p:cNvPr id="4757" name="Google Shape;4757;p53"/>
              <p:cNvGrpSpPr/>
              <p:nvPr/>
            </p:nvGrpSpPr>
            <p:grpSpPr>
              <a:xfrm>
                <a:off x="5657361" y="2824811"/>
                <a:ext cx="1078361" cy="404655"/>
                <a:chOff x="5657361" y="2824811"/>
                <a:chExt cx="1078361" cy="404655"/>
              </a:xfrm>
            </p:grpSpPr>
            <p:grpSp>
              <p:nvGrpSpPr>
                <p:cNvPr id="4758" name="Google Shape;4758;p53"/>
                <p:cNvGrpSpPr/>
                <p:nvPr/>
              </p:nvGrpSpPr>
              <p:grpSpPr>
                <a:xfrm>
                  <a:off x="5938485" y="2824811"/>
                  <a:ext cx="797237" cy="404655"/>
                  <a:chOff x="5938485" y="2824811"/>
                  <a:chExt cx="797237" cy="404655"/>
                </a:xfrm>
              </p:grpSpPr>
              <p:sp>
                <p:nvSpPr>
                  <p:cNvPr id="4759" name="Google Shape;4759;p5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1" name="Google Shape;4761;p5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5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53"/>
            <p:cNvGrpSpPr/>
            <p:nvPr/>
          </p:nvGrpSpPr>
          <p:grpSpPr>
            <a:xfrm>
              <a:off x="5190863" y="3528942"/>
              <a:ext cx="1078026" cy="404739"/>
              <a:chOff x="5190863" y="3528942"/>
              <a:chExt cx="1078026" cy="404739"/>
            </a:xfrm>
          </p:grpSpPr>
          <p:sp>
            <p:nvSpPr>
              <p:cNvPr id="4764" name="Google Shape;4764;p5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5" name="Google Shape;4765;p53"/>
              <p:cNvGrpSpPr/>
              <p:nvPr/>
            </p:nvGrpSpPr>
            <p:grpSpPr>
              <a:xfrm>
                <a:off x="5190863" y="3528942"/>
                <a:ext cx="1078026" cy="404739"/>
                <a:chOff x="5190863" y="3528942"/>
                <a:chExt cx="1078026" cy="404739"/>
              </a:xfrm>
            </p:grpSpPr>
            <p:sp>
              <p:nvSpPr>
                <p:cNvPr id="4766" name="Google Shape;4766;p5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8" name="Google Shape;4768;p53"/>
          <p:cNvGrpSpPr/>
          <p:nvPr/>
        </p:nvGrpSpPr>
        <p:grpSpPr>
          <a:xfrm>
            <a:off x="724302" y="1268321"/>
            <a:ext cx="1086719" cy="879487"/>
            <a:chOff x="803162" y="1474292"/>
            <a:chExt cx="1086719" cy="879487"/>
          </a:xfrm>
        </p:grpSpPr>
        <p:grpSp>
          <p:nvGrpSpPr>
            <p:cNvPr id="4769" name="Google Shape;4769;p53"/>
            <p:cNvGrpSpPr/>
            <p:nvPr/>
          </p:nvGrpSpPr>
          <p:grpSpPr>
            <a:xfrm>
              <a:off x="803162" y="1625948"/>
              <a:ext cx="445856" cy="576579"/>
              <a:chOff x="803162" y="1625948"/>
              <a:chExt cx="445856" cy="576579"/>
            </a:xfrm>
          </p:grpSpPr>
          <p:sp>
            <p:nvSpPr>
              <p:cNvPr id="4770" name="Google Shape;4770;p5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1" name="Google Shape;4771;p53"/>
              <p:cNvGrpSpPr/>
              <p:nvPr/>
            </p:nvGrpSpPr>
            <p:grpSpPr>
              <a:xfrm>
                <a:off x="1056023" y="1625948"/>
                <a:ext cx="192995" cy="576579"/>
                <a:chOff x="1056023" y="1625948"/>
                <a:chExt cx="192995" cy="576579"/>
              </a:xfrm>
            </p:grpSpPr>
            <p:sp>
              <p:nvSpPr>
                <p:cNvPr id="4772" name="Google Shape;4772;p5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7" name="Google Shape;4777;p53"/>
            <p:cNvGrpSpPr/>
            <p:nvPr/>
          </p:nvGrpSpPr>
          <p:grpSpPr>
            <a:xfrm>
              <a:off x="1371406" y="1474292"/>
              <a:ext cx="518475" cy="879487"/>
              <a:chOff x="1398231" y="1474292"/>
              <a:chExt cx="518475" cy="879487"/>
            </a:xfrm>
          </p:grpSpPr>
          <p:grpSp>
            <p:nvGrpSpPr>
              <p:cNvPr id="4778" name="Google Shape;4778;p53"/>
              <p:cNvGrpSpPr/>
              <p:nvPr/>
            </p:nvGrpSpPr>
            <p:grpSpPr>
              <a:xfrm>
                <a:off x="1398231" y="1474292"/>
                <a:ext cx="518475" cy="341643"/>
                <a:chOff x="1398231" y="1474292"/>
                <a:chExt cx="518475" cy="341643"/>
              </a:xfrm>
            </p:grpSpPr>
            <p:sp>
              <p:nvSpPr>
                <p:cNvPr id="4779" name="Google Shape;4779;p5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0" name="Google Shape;4780;p53"/>
                <p:cNvGrpSpPr/>
                <p:nvPr/>
              </p:nvGrpSpPr>
              <p:grpSpPr>
                <a:xfrm>
                  <a:off x="1616453" y="1474292"/>
                  <a:ext cx="300253" cy="341643"/>
                  <a:chOff x="1616453" y="1475379"/>
                  <a:chExt cx="300253" cy="341643"/>
                </a:xfrm>
              </p:grpSpPr>
              <p:sp>
                <p:nvSpPr>
                  <p:cNvPr id="4781" name="Google Shape;4781;p5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8" name="Google Shape;4788;p53"/>
                  <p:cNvGrpSpPr/>
                  <p:nvPr/>
                </p:nvGrpSpPr>
                <p:grpSpPr>
                  <a:xfrm>
                    <a:off x="1839639" y="1475379"/>
                    <a:ext cx="77067" cy="341643"/>
                    <a:chOff x="1839639" y="1475379"/>
                    <a:chExt cx="77067" cy="341643"/>
                  </a:xfrm>
                </p:grpSpPr>
                <p:sp>
                  <p:nvSpPr>
                    <p:cNvPr id="4789" name="Google Shape;4789;p5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91" name="Google Shape;4791;p53"/>
              <p:cNvGrpSpPr/>
              <p:nvPr/>
            </p:nvGrpSpPr>
            <p:grpSpPr>
              <a:xfrm>
                <a:off x="1398451" y="2012951"/>
                <a:ext cx="518255" cy="340828"/>
                <a:chOff x="1398451" y="2012951"/>
                <a:chExt cx="518255" cy="340828"/>
              </a:xfrm>
            </p:grpSpPr>
            <p:sp>
              <p:nvSpPr>
                <p:cNvPr id="4792" name="Google Shape;4792;p5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53"/>
                <p:cNvGrpSpPr/>
                <p:nvPr/>
              </p:nvGrpSpPr>
              <p:grpSpPr>
                <a:xfrm>
                  <a:off x="1616453" y="2012951"/>
                  <a:ext cx="300253" cy="340828"/>
                  <a:chOff x="1616453" y="2013538"/>
                  <a:chExt cx="300253" cy="340828"/>
                </a:xfrm>
              </p:grpSpPr>
              <p:sp>
                <p:nvSpPr>
                  <p:cNvPr id="4794" name="Google Shape;4794;p5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1" name="Google Shape;4801;p53"/>
                  <p:cNvGrpSpPr/>
                  <p:nvPr/>
                </p:nvGrpSpPr>
                <p:grpSpPr>
                  <a:xfrm>
                    <a:off x="1839639" y="2013538"/>
                    <a:ext cx="77067" cy="340828"/>
                    <a:chOff x="1839639" y="2013538"/>
                    <a:chExt cx="77067" cy="340828"/>
                  </a:xfrm>
                </p:grpSpPr>
                <p:sp>
                  <p:nvSpPr>
                    <p:cNvPr id="4802" name="Google Shape;4802;p5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04" name="Google Shape;4804;p53"/>
          <p:cNvGrpSpPr/>
          <p:nvPr/>
        </p:nvGrpSpPr>
        <p:grpSpPr>
          <a:xfrm>
            <a:off x="721126" y="3399508"/>
            <a:ext cx="1368681" cy="682918"/>
            <a:chOff x="724986" y="3605478"/>
            <a:chExt cx="1368681" cy="682918"/>
          </a:xfrm>
        </p:grpSpPr>
        <p:grpSp>
          <p:nvGrpSpPr>
            <p:cNvPr id="4805" name="Google Shape;4805;p53"/>
            <p:cNvGrpSpPr/>
            <p:nvPr/>
          </p:nvGrpSpPr>
          <p:grpSpPr>
            <a:xfrm>
              <a:off x="1289102" y="3823629"/>
              <a:ext cx="240442" cy="250435"/>
              <a:chOff x="-165066" y="3843615"/>
              <a:chExt cx="221259" cy="230455"/>
            </a:xfrm>
          </p:grpSpPr>
          <p:sp>
            <p:nvSpPr>
              <p:cNvPr id="4806" name="Google Shape;4806;p5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53"/>
            <p:cNvGrpSpPr/>
            <p:nvPr/>
          </p:nvGrpSpPr>
          <p:grpSpPr>
            <a:xfrm>
              <a:off x="724986" y="3605478"/>
              <a:ext cx="1368681" cy="682918"/>
              <a:chOff x="724986" y="3605478"/>
              <a:chExt cx="1368681" cy="682918"/>
            </a:xfrm>
          </p:grpSpPr>
          <p:grpSp>
            <p:nvGrpSpPr>
              <p:cNvPr id="4827" name="Google Shape;4827;p53"/>
              <p:cNvGrpSpPr/>
              <p:nvPr/>
            </p:nvGrpSpPr>
            <p:grpSpPr>
              <a:xfrm>
                <a:off x="1498221" y="4047614"/>
                <a:ext cx="529172" cy="240783"/>
                <a:chOff x="1498221" y="4047614"/>
                <a:chExt cx="529172" cy="240783"/>
              </a:xfrm>
            </p:grpSpPr>
            <p:grpSp>
              <p:nvGrpSpPr>
                <p:cNvPr id="4828" name="Google Shape;4828;p53"/>
                <p:cNvGrpSpPr/>
                <p:nvPr/>
              </p:nvGrpSpPr>
              <p:grpSpPr>
                <a:xfrm>
                  <a:off x="1826655" y="4224370"/>
                  <a:ext cx="200738" cy="25631"/>
                  <a:chOff x="1826655" y="4224370"/>
                  <a:chExt cx="200738" cy="25631"/>
                </a:xfrm>
              </p:grpSpPr>
              <p:sp>
                <p:nvSpPr>
                  <p:cNvPr id="4829" name="Google Shape;4829;p5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53"/>
                <p:cNvGrpSpPr/>
                <p:nvPr/>
              </p:nvGrpSpPr>
              <p:grpSpPr>
                <a:xfrm>
                  <a:off x="1498221" y="4047614"/>
                  <a:ext cx="328444" cy="240783"/>
                  <a:chOff x="1498221" y="4047614"/>
                  <a:chExt cx="328444" cy="240783"/>
                </a:xfrm>
              </p:grpSpPr>
              <p:sp>
                <p:nvSpPr>
                  <p:cNvPr id="4832" name="Google Shape;4832;p5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3" name="Google Shape;4833;p53"/>
                  <p:cNvGrpSpPr/>
                  <p:nvPr/>
                </p:nvGrpSpPr>
                <p:grpSpPr>
                  <a:xfrm>
                    <a:off x="1498221" y="4047614"/>
                    <a:ext cx="150566" cy="190416"/>
                    <a:chOff x="1498221" y="4047614"/>
                    <a:chExt cx="150566" cy="190416"/>
                  </a:xfrm>
                </p:grpSpPr>
                <p:sp>
                  <p:nvSpPr>
                    <p:cNvPr id="4834" name="Google Shape;4834;p5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36" name="Google Shape;4836;p53"/>
              <p:cNvGrpSpPr/>
              <p:nvPr/>
            </p:nvGrpSpPr>
            <p:grpSpPr>
              <a:xfrm>
                <a:off x="1560718" y="3800594"/>
                <a:ext cx="532948" cy="302090"/>
                <a:chOff x="1560718" y="3800594"/>
                <a:chExt cx="532948" cy="302090"/>
              </a:xfrm>
            </p:grpSpPr>
            <p:grpSp>
              <p:nvGrpSpPr>
                <p:cNvPr id="4837" name="Google Shape;4837;p53"/>
                <p:cNvGrpSpPr/>
                <p:nvPr/>
              </p:nvGrpSpPr>
              <p:grpSpPr>
                <a:xfrm>
                  <a:off x="1912179" y="3827344"/>
                  <a:ext cx="181487" cy="25631"/>
                  <a:chOff x="1912179" y="3827344"/>
                  <a:chExt cx="181487" cy="25631"/>
                </a:xfrm>
              </p:grpSpPr>
              <p:sp>
                <p:nvSpPr>
                  <p:cNvPr id="4838" name="Google Shape;4838;p5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53"/>
                <p:cNvGrpSpPr/>
                <p:nvPr/>
              </p:nvGrpSpPr>
              <p:grpSpPr>
                <a:xfrm>
                  <a:off x="1912179" y="4044505"/>
                  <a:ext cx="181487" cy="25622"/>
                  <a:chOff x="1912179" y="4044506"/>
                  <a:chExt cx="181487" cy="25622"/>
                </a:xfrm>
              </p:grpSpPr>
              <p:sp>
                <p:nvSpPr>
                  <p:cNvPr id="4841" name="Google Shape;4841;p5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53"/>
                <p:cNvGrpSpPr/>
                <p:nvPr/>
              </p:nvGrpSpPr>
              <p:grpSpPr>
                <a:xfrm>
                  <a:off x="1560718" y="3800594"/>
                  <a:ext cx="351472" cy="302090"/>
                  <a:chOff x="1560718" y="3800594"/>
                  <a:chExt cx="351472" cy="302090"/>
                </a:xfrm>
              </p:grpSpPr>
              <p:grpSp>
                <p:nvGrpSpPr>
                  <p:cNvPr id="4844" name="Google Shape;4844;p53"/>
                  <p:cNvGrpSpPr/>
                  <p:nvPr/>
                </p:nvGrpSpPr>
                <p:grpSpPr>
                  <a:xfrm>
                    <a:off x="1560718" y="3842857"/>
                    <a:ext cx="173586" cy="217131"/>
                    <a:chOff x="1560718" y="3842857"/>
                    <a:chExt cx="173586" cy="217131"/>
                  </a:xfrm>
                </p:grpSpPr>
                <p:sp>
                  <p:nvSpPr>
                    <p:cNvPr id="4845" name="Google Shape;4845;p5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8" name="Google Shape;4848;p5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50" name="Google Shape;4850;p5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53"/>
              <p:cNvGrpSpPr/>
              <p:nvPr/>
            </p:nvGrpSpPr>
            <p:grpSpPr>
              <a:xfrm>
                <a:off x="785350" y="3605478"/>
                <a:ext cx="535311" cy="249245"/>
                <a:chOff x="785350" y="3605478"/>
                <a:chExt cx="535311" cy="249245"/>
              </a:xfrm>
            </p:grpSpPr>
            <p:grpSp>
              <p:nvGrpSpPr>
                <p:cNvPr id="4852" name="Google Shape;4852;p53"/>
                <p:cNvGrpSpPr/>
                <p:nvPr/>
              </p:nvGrpSpPr>
              <p:grpSpPr>
                <a:xfrm>
                  <a:off x="785350" y="3605478"/>
                  <a:ext cx="376191" cy="102736"/>
                  <a:chOff x="785350" y="3605478"/>
                  <a:chExt cx="376191" cy="102736"/>
                </a:xfrm>
              </p:grpSpPr>
              <p:sp>
                <p:nvSpPr>
                  <p:cNvPr id="4853" name="Google Shape;4853;p5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53"/>
                <p:cNvGrpSpPr/>
                <p:nvPr/>
              </p:nvGrpSpPr>
              <p:grpSpPr>
                <a:xfrm>
                  <a:off x="1161530" y="3655851"/>
                  <a:ext cx="159131" cy="198872"/>
                  <a:chOff x="1161530" y="3655851"/>
                  <a:chExt cx="159131" cy="198872"/>
                </a:xfrm>
              </p:grpSpPr>
              <p:sp>
                <p:nvSpPr>
                  <p:cNvPr id="4857" name="Google Shape;4857;p5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9" name="Google Shape;4859;p53"/>
              <p:cNvGrpSpPr/>
              <p:nvPr/>
            </p:nvGrpSpPr>
            <p:grpSpPr>
              <a:xfrm>
                <a:off x="785350" y="4047614"/>
                <a:ext cx="535311" cy="240783"/>
                <a:chOff x="785350" y="4047614"/>
                <a:chExt cx="535311" cy="240783"/>
              </a:xfrm>
            </p:grpSpPr>
            <p:grpSp>
              <p:nvGrpSpPr>
                <p:cNvPr id="4860" name="Google Shape;4860;p53"/>
                <p:cNvGrpSpPr/>
                <p:nvPr/>
              </p:nvGrpSpPr>
              <p:grpSpPr>
                <a:xfrm>
                  <a:off x="1161636" y="4047614"/>
                  <a:ext cx="159025" cy="190415"/>
                  <a:chOff x="1161636" y="4047614"/>
                  <a:chExt cx="159025" cy="190415"/>
                </a:xfrm>
              </p:grpSpPr>
              <p:sp>
                <p:nvSpPr>
                  <p:cNvPr id="4861" name="Google Shape;4861;p5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53"/>
                <p:cNvGrpSpPr/>
                <p:nvPr/>
              </p:nvGrpSpPr>
              <p:grpSpPr>
                <a:xfrm>
                  <a:off x="785350" y="4185661"/>
                  <a:ext cx="376191" cy="102736"/>
                  <a:chOff x="785350" y="4185661"/>
                  <a:chExt cx="376191" cy="102736"/>
                </a:xfrm>
              </p:grpSpPr>
              <p:sp>
                <p:nvSpPr>
                  <p:cNvPr id="4864" name="Google Shape;4864;p5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7" name="Google Shape;4867;p53"/>
              <p:cNvGrpSpPr/>
              <p:nvPr/>
            </p:nvGrpSpPr>
            <p:grpSpPr>
              <a:xfrm>
                <a:off x="1501054" y="3605478"/>
                <a:ext cx="526340" cy="249240"/>
                <a:chOff x="1501054" y="3605478"/>
                <a:chExt cx="526340" cy="249240"/>
              </a:xfrm>
            </p:grpSpPr>
            <p:grpSp>
              <p:nvGrpSpPr>
                <p:cNvPr id="4868" name="Google Shape;4868;p53"/>
                <p:cNvGrpSpPr/>
                <p:nvPr/>
              </p:nvGrpSpPr>
              <p:grpSpPr>
                <a:xfrm>
                  <a:off x="1834208" y="3643867"/>
                  <a:ext cx="193185" cy="25622"/>
                  <a:chOff x="1834208" y="3643867"/>
                  <a:chExt cx="193185" cy="25622"/>
                </a:xfrm>
              </p:grpSpPr>
              <p:sp>
                <p:nvSpPr>
                  <p:cNvPr id="4869" name="Google Shape;4869;p5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3"/>
                <p:cNvGrpSpPr/>
                <p:nvPr/>
              </p:nvGrpSpPr>
              <p:grpSpPr>
                <a:xfrm>
                  <a:off x="1501054" y="3605478"/>
                  <a:ext cx="333165" cy="249240"/>
                  <a:chOff x="1501054" y="3605478"/>
                  <a:chExt cx="333165" cy="249240"/>
                </a:xfrm>
              </p:grpSpPr>
              <p:sp>
                <p:nvSpPr>
                  <p:cNvPr id="4872" name="Google Shape;4872;p5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3" name="Google Shape;4873;p53"/>
                  <p:cNvGrpSpPr/>
                  <p:nvPr/>
                </p:nvGrpSpPr>
                <p:grpSpPr>
                  <a:xfrm>
                    <a:off x="1501054" y="3655851"/>
                    <a:ext cx="155286" cy="198867"/>
                    <a:chOff x="1501054" y="3655851"/>
                    <a:chExt cx="155286" cy="198867"/>
                  </a:xfrm>
                </p:grpSpPr>
                <p:sp>
                  <p:nvSpPr>
                    <p:cNvPr id="4874" name="Google Shape;4874;p5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6" name="Google Shape;4876;p53"/>
              <p:cNvGrpSpPr/>
              <p:nvPr/>
            </p:nvGrpSpPr>
            <p:grpSpPr>
              <a:xfrm>
                <a:off x="724986" y="3800594"/>
                <a:ext cx="532950" cy="302090"/>
                <a:chOff x="724986" y="3800594"/>
                <a:chExt cx="532950" cy="302090"/>
              </a:xfrm>
            </p:grpSpPr>
            <p:grpSp>
              <p:nvGrpSpPr>
                <p:cNvPr id="4877" name="Google Shape;4877;p53"/>
                <p:cNvGrpSpPr/>
                <p:nvPr/>
              </p:nvGrpSpPr>
              <p:grpSpPr>
                <a:xfrm>
                  <a:off x="724986" y="4044367"/>
                  <a:ext cx="181314" cy="25626"/>
                  <a:chOff x="724986" y="4044367"/>
                  <a:chExt cx="181314" cy="25626"/>
                </a:xfrm>
              </p:grpSpPr>
              <p:sp>
                <p:nvSpPr>
                  <p:cNvPr id="4878" name="Google Shape;4878;p5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53"/>
                <p:cNvGrpSpPr/>
                <p:nvPr/>
              </p:nvGrpSpPr>
              <p:grpSpPr>
                <a:xfrm>
                  <a:off x="906290" y="3800594"/>
                  <a:ext cx="351646" cy="302090"/>
                  <a:chOff x="906290" y="3800594"/>
                  <a:chExt cx="351646" cy="302090"/>
                </a:xfrm>
              </p:grpSpPr>
              <p:grpSp>
                <p:nvGrpSpPr>
                  <p:cNvPr id="4881" name="Google Shape;4881;p53"/>
                  <p:cNvGrpSpPr/>
                  <p:nvPr/>
                </p:nvGrpSpPr>
                <p:grpSpPr>
                  <a:xfrm>
                    <a:off x="1084172" y="3842857"/>
                    <a:ext cx="173764" cy="217131"/>
                    <a:chOff x="1084172" y="3842857"/>
                    <a:chExt cx="173764" cy="217131"/>
                  </a:xfrm>
                </p:grpSpPr>
                <p:grpSp>
                  <p:nvGrpSpPr>
                    <p:cNvPr id="4882" name="Google Shape;4882;p53"/>
                    <p:cNvGrpSpPr/>
                    <p:nvPr/>
                  </p:nvGrpSpPr>
                  <p:grpSpPr>
                    <a:xfrm>
                      <a:off x="1156862" y="3936509"/>
                      <a:ext cx="101073" cy="25622"/>
                      <a:chOff x="1156862" y="3936509"/>
                      <a:chExt cx="101073" cy="25622"/>
                    </a:xfrm>
                  </p:grpSpPr>
                  <p:sp>
                    <p:nvSpPr>
                      <p:cNvPr id="4883" name="Google Shape;4883;p5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5" name="Google Shape;4885;p5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6" name="Google Shape;4886;p5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3"/>
                <p:cNvGrpSpPr/>
                <p:nvPr/>
              </p:nvGrpSpPr>
              <p:grpSpPr>
                <a:xfrm>
                  <a:off x="724986" y="3830189"/>
                  <a:ext cx="189533" cy="25626"/>
                  <a:chOff x="724986" y="3830189"/>
                  <a:chExt cx="189533" cy="25626"/>
                </a:xfrm>
              </p:grpSpPr>
              <p:sp>
                <p:nvSpPr>
                  <p:cNvPr id="4889" name="Google Shape;4889;p5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91" name="Google Shape;4891;p53"/>
          <p:cNvGrpSpPr/>
          <p:nvPr/>
        </p:nvGrpSpPr>
        <p:grpSpPr>
          <a:xfrm>
            <a:off x="2249438" y="2249669"/>
            <a:ext cx="948701" cy="935378"/>
            <a:chOff x="2253298" y="2428317"/>
            <a:chExt cx="948701" cy="935378"/>
          </a:xfrm>
        </p:grpSpPr>
        <p:sp>
          <p:nvSpPr>
            <p:cNvPr id="4892" name="Google Shape;4892;p5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8" name="Shape 4928"/>
        <p:cNvGrpSpPr/>
        <p:nvPr/>
      </p:nvGrpSpPr>
      <p:grpSpPr>
        <a:xfrm>
          <a:off x="0" y="0"/>
          <a:ext cx="0" cy="0"/>
          <a:chOff x="0" y="0"/>
          <a:chExt cx="0" cy="0"/>
        </a:xfrm>
      </p:grpSpPr>
      <p:grpSp>
        <p:nvGrpSpPr>
          <p:cNvPr id="4929" name="Google Shape;4929;p54"/>
          <p:cNvGrpSpPr/>
          <p:nvPr/>
        </p:nvGrpSpPr>
        <p:grpSpPr>
          <a:xfrm>
            <a:off x="3339745" y="952988"/>
            <a:ext cx="2363393" cy="1017867"/>
            <a:chOff x="3292400" y="1219146"/>
            <a:chExt cx="2615240" cy="1110239"/>
          </a:xfrm>
        </p:grpSpPr>
        <p:sp>
          <p:nvSpPr>
            <p:cNvPr id="4930" name="Google Shape;4930;p5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31" name="Google Shape;4931;p5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32" name="Google Shape;4932;p5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33" name="Google Shape;4933;p5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34" name="Google Shape;4934;p5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35" name="Google Shape;4935;p5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36" name="Google Shape;4936;p5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37" name="Google Shape;4937;p5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38" name="Google Shape;4938;p5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39" name="Google Shape;4939;p5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40" name="Google Shape;4940;p5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1" name="Google Shape;4941;p5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42" name="Google Shape;4942;p5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43" name="Google Shape;4943;p5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44" name="Google Shape;4944;p54"/>
            <p:cNvGrpSpPr/>
            <p:nvPr/>
          </p:nvGrpSpPr>
          <p:grpSpPr>
            <a:xfrm>
              <a:off x="3748438" y="1378608"/>
              <a:ext cx="2159202" cy="903971"/>
              <a:chOff x="1683525" y="2179850"/>
              <a:chExt cx="4519050" cy="2134525"/>
            </a:xfrm>
          </p:grpSpPr>
          <p:sp>
            <p:nvSpPr>
              <p:cNvPr id="4945" name="Google Shape;4945;p5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6" name="Google Shape;4946;p5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7" name="Google Shape;4947;p5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5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5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0" name="Google Shape;4950;p5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1" name="Google Shape;4951;p5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2" name="Google Shape;4952;p5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3" name="Google Shape;4953;p5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4" name="Google Shape;4954;p5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5" name="Google Shape;4955;p5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56" name="Google Shape;4956;p5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57" name="Google Shape;4957;p54"/>
          <p:cNvGraphicFramePr/>
          <p:nvPr/>
        </p:nvGraphicFramePr>
        <p:xfrm>
          <a:off x="5935838" y="2130461"/>
          <a:ext cx="3000000" cy="3000000"/>
        </p:xfrm>
        <a:graphic>
          <a:graphicData uri="http://schemas.openxmlformats.org/drawingml/2006/table">
            <a:tbl>
              <a:tblPr>
                <a:noFill/>
                <a:tableStyleId>{A9BC5C5E-50A8-44A1-9ACD-4B974FBEBC95}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4958" name="Google Shape;4958;p54"/>
          <p:cNvGrpSpPr/>
          <p:nvPr/>
        </p:nvGrpSpPr>
        <p:grpSpPr>
          <a:xfrm>
            <a:off x="5935948" y="3189058"/>
            <a:ext cx="2496964" cy="1001454"/>
            <a:chOff x="1919611" y="789980"/>
            <a:chExt cx="1474179" cy="606868"/>
          </a:xfrm>
        </p:grpSpPr>
        <p:cxnSp>
          <p:nvCxnSpPr>
            <p:cNvPr id="4959" name="Google Shape;4959;p5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60" name="Google Shape;4960;p5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61" name="Google Shape;4961;p5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62" name="Google Shape;4962;p5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63" name="Google Shape;4963;p5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64" name="Google Shape;4964;p5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65" name="Google Shape;4965;p5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66" name="Google Shape;4966;p5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73" name="Google Shape;4973;p54"/>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74" name="Google Shape;4974;p54"/>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75" name="Google Shape;4975;p5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54"/>
          <p:cNvGrpSpPr/>
          <p:nvPr/>
        </p:nvGrpSpPr>
        <p:grpSpPr>
          <a:xfrm>
            <a:off x="712562" y="998017"/>
            <a:ext cx="2394370" cy="976502"/>
            <a:chOff x="749309" y="1112739"/>
            <a:chExt cx="2371603" cy="976502"/>
          </a:xfrm>
        </p:grpSpPr>
        <p:sp>
          <p:nvSpPr>
            <p:cNvPr id="4977" name="Google Shape;4977;p5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09" name="Google Shape;5009;p54"/>
          <p:cNvGraphicFramePr/>
          <p:nvPr/>
        </p:nvGraphicFramePr>
        <p:xfrm>
          <a:off x="5935863" y="996311"/>
          <a:ext cx="3000000" cy="3000000"/>
        </p:xfrm>
        <a:graphic>
          <a:graphicData uri="http://schemas.openxmlformats.org/drawingml/2006/table">
            <a:tbl>
              <a:tblPr>
                <a:noFill/>
                <a:tableStyleId>{A9BC5C5E-50A8-44A1-9ACD-4B974FBEBC95}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010" name="Google Shape;5010;p54"/>
          <p:cNvGraphicFramePr/>
          <p:nvPr/>
        </p:nvGraphicFramePr>
        <p:xfrm>
          <a:off x="3342575" y="2130461"/>
          <a:ext cx="3000000" cy="3000000"/>
        </p:xfrm>
        <a:graphic>
          <a:graphicData uri="http://schemas.openxmlformats.org/drawingml/2006/table">
            <a:tbl>
              <a:tblPr>
                <a:noFill/>
                <a:tableStyleId>{A9BC5C5E-50A8-44A1-9ACD-4B974FBEBC95}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11" name="Google Shape;5011;p54"/>
          <p:cNvGrpSpPr/>
          <p:nvPr/>
        </p:nvGrpSpPr>
        <p:grpSpPr>
          <a:xfrm>
            <a:off x="4086505" y="2517104"/>
            <a:ext cx="1517436" cy="74460"/>
            <a:chOff x="3980086" y="2804397"/>
            <a:chExt cx="1227600" cy="66900"/>
          </a:xfrm>
        </p:grpSpPr>
        <p:sp>
          <p:nvSpPr>
            <p:cNvPr id="5012" name="Google Shape;5012;p5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4"/>
          <p:cNvGrpSpPr/>
          <p:nvPr/>
        </p:nvGrpSpPr>
        <p:grpSpPr>
          <a:xfrm>
            <a:off x="4711569" y="2809692"/>
            <a:ext cx="892956" cy="74460"/>
            <a:chOff x="3980086" y="2804397"/>
            <a:chExt cx="1227600" cy="66900"/>
          </a:xfrm>
        </p:grpSpPr>
        <p:sp>
          <p:nvSpPr>
            <p:cNvPr id="5015" name="Google Shape;5015;p5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54"/>
          <p:cNvGrpSpPr/>
          <p:nvPr/>
        </p:nvGrpSpPr>
        <p:grpSpPr>
          <a:xfrm>
            <a:off x="3344661" y="3168575"/>
            <a:ext cx="2363244" cy="1005943"/>
            <a:chOff x="3358415" y="3361302"/>
            <a:chExt cx="2363244" cy="1024695"/>
          </a:xfrm>
        </p:grpSpPr>
        <p:grpSp>
          <p:nvGrpSpPr>
            <p:cNvPr id="5018" name="Google Shape;5018;p54"/>
            <p:cNvGrpSpPr/>
            <p:nvPr/>
          </p:nvGrpSpPr>
          <p:grpSpPr>
            <a:xfrm>
              <a:off x="3358415" y="3361302"/>
              <a:ext cx="441300" cy="1024695"/>
              <a:chOff x="3358415" y="3361302"/>
              <a:chExt cx="441300" cy="1024695"/>
            </a:xfrm>
          </p:grpSpPr>
          <p:sp>
            <p:nvSpPr>
              <p:cNvPr id="5019" name="Google Shape;5019;p5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4"/>
            <p:cNvGrpSpPr/>
            <p:nvPr/>
          </p:nvGrpSpPr>
          <p:grpSpPr>
            <a:xfrm>
              <a:off x="3838901" y="3361302"/>
              <a:ext cx="441300" cy="1024695"/>
              <a:chOff x="3838901" y="3361302"/>
              <a:chExt cx="441300" cy="1024695"/>
            </a:xfrm>
          </p:grpSpPr>
          <p:sp>
            <p:nvSpPr>
              <p:cNvPr id="5026" name="Google Shape;5026;p5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54"/>
            <p:cNvGrpSpPr/>
            <p:nvPr/>
          </p:nvGrpSpPr>
          <p:grpSpPr>
            <a:xfrm>
              <a:off x="4319387" y="3361302"/>
              <a:ext cx="441300" cy="1024695"/>
              <a:chOff x="4319387" y="3361302"/>
              <a:chExt cx="441300" cy="1024695"/>
            </a:xfrm>
          </p:grpSpPr>
          <p:sp>
            <p:nvSpPr>
              <p:cNvPr id="5033" name="Google Shape;5033;p5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54"/>
            <p:cNvGrpSpPr/>
            <p:nvPr/>
          </p:nvGrpSpPr>
          <p:grpSpPr>
            <a:xfrm>
              <a:off x="4799873" y="3361302"/>
              <a:ext cx="441300" cy="1024695"/>
              <a:chOff x="4799873" y="3361302"/>
              <a:chExt cx="441300" cy="1024695"/>
            </a:xfrm>
          </p:grpSpPr>
          <p:sp>
            <p:nvSpPr>
              <p:cNvPr id="5040" name="Google Shape;5040;p5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4"/>
            <p:cNvGrpSpPr/>
            <p:nvPr/>
          </p:nvGrpSpPr>
          <p:grpSpPr>
            <a:xfrm>
              <a:off x="5280360" y="3361302"/>
              <a:ext cx="441300" cy="1024695"/>
              <a:chOff x="5280360" y="3361302"/>
              <a:chExt cx="441300" cy="1024695"/>
            </a:xfrm>
          </p:grpSpPr>
          <p:sp>
            <p:nvSpPr>
              <p:cNvPr id="5047" name="Google Shape;5047;p5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53" name="Google Shape;5053;p54"/>
          <p:cNvGraphicFramePr/>
          <p:nvPr/>
        </p:nvGraphicFramePr>
        <p:xfrm>
          <a:off x="711088" y="2130461"/>
          <a:ext cx="3000000" cy="3000000"/>
        </p:xfrm>
        <a:graphic>
          <a:graphicData uri="http://schemas.openxmlformats.org/drawingml/2006/table">
            <a:tbl>
              <a:tblPr>
                <a:noFill/>
                <a:tableStyleId>{A9BC5C5E-50A8-44A1-9ACD-4B974FBEBC95}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54" name="Google Shape;5054;p54"/>
          <p:cNvGrpSpPr/>
          <p:nvPr/>
        </p:nvGrpSpPr>
        <p:grpSpPr>
          <a:xfrm>
            <a:off x="712613" y="3180186"/>
            <a:ext cx="2403614" cy="1005900"/>
            <a:chOff x="726450" y="3372825"/>
            <a:chExt cx="2403614" cy="1005900"/>
          </a:xfrm>
        </p:grpSpPr>
        <p:grpSp>
          <p:nvGrpSpPr>
            <p:cNvPr id="5055" name="Google Shape;5055;p54"/>
            <p:cNvGrpSpPr/>
            <p:nvPr/>
          </p:nvGrpSpPr>
          <p:grpSpPr>
            <a:xfrm>
              <a:off x="726450" y="3696000"/>
              <a:ext cx="2403614" cy="500898"/>
              <a:chOff x="726450" y="3696000"/>
              <a:chExt cx="2403614" cy="500898"/>
            </a:xfrm>
          </p:grpSpPr>
          <p:sp>
            <p:nvSpPr>
              <p:cNvPr id="5056" name="Google Shape;5056;p5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57" name="Google Shape;5057;p5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58" name="Google Shape;5058;p54"/>
            <p:cNvGrpSpPr/>
            <p:nvPr/>
          </p:nvGrpSpPr>
          <p:grpSpPr>
            <a:xfrm>
              <a:off x="1348050" y="3372825"/>
              <a:ext cx="1720425" cy="1005900"/>
              <a:chOff x="1348050" y="3372825"/>
              <a:chExt cx="1720425" cy="1005900"/>
            </a:xfrm>
          </p:grpSpPr>
          <p:sp>
            <p:nvSpPr>
              <p:cNvPr id="5059" name="Google Shape;5059;p5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0" name="Google Shape;5060;p5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1" name="Google Shape;5061;p5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2" name="Google Shape;5062;p5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63" name="Google Shape;5063;p5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64" name="Google Shape;5064;p54"/>
            <p:cNvGrpSpPr/>
            <p:nvPr/>
          </p:nvGrpSpPr>
          <p:grpSpPr>
            <a:xfrm>
              <a:off x="1455707" y="3731058"/>
              <a:ext cx="1491150" cy="417657"/>
              <a:chOff x="1455707" y="3731058"/>
              <a:chExt cx="1491150" cy="417657"/>
            </a:xfrm>
          </p:grpSpPr>
          <p:grpSp>
            <p:nvGrpSpPr>
              <p:cNvPr id="5065" name="Google Shape;5065;p54"/>
              <p:cNvGrpSpPr/>
              <p:nvPr/>
            </p:nvGrpSpPr>
            <p:grpSpPr>
              <a:xfrm>
                <a:off x="1472938" y="3745828"/>
                <a:ext cx="72126" cy="53788"/>
                <a:chOff x="1472938" y="3745828"/>
                <a:chExt cx="72126" cy="53788"/>
              </a:xfrm>
            </p:grpSpPr>
            <p:sp>
              <p:nvSpPr>
                <p:cNvPr id="5066" name="Google Shape;5066;p5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54"/>
              <p:cNvGrpSpPr/>
              <p:nvPr/>
            </p:nvGrpSpPr>
            <p:grpSpPr>
              <a:xfrm>
                <a:off x="1819181" y="4089633"/>
                <a:ext cx="72126" cy="53788"/>
                <a:chOff x="1819181" y="4089633"/>
                <a:chExt cx="72126" cy="53788"/>
              </a:xfrm>
            </p:grpSpPr>
            <p:sp>
              <p:nvSpPr>
                <p:cNvPr id="5069" name="Google Shape;5069;p5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4"/>
              <p:cNvGrpSpPr/>
              <p:nvPr/>
            </p:nvGrpSpPr>
            <p:grpSpPr>
              <a:xfrm>
                <a:off x="1455707" y="4084171"/>
                <a:ext cx="64321" cy="64544"/>
                <a:chOff x="1455707" y="4084171"/>
                <a:chExt cx="64321" cy="64544"/>
              </a:xfrm>
            </p:grpSpPr>
            <p:sp>
              <p:nvSpPr>
                <p:cNvPr id="5072" name="Google Shape;5072;p5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54"/>
              <p:cNvGrpSpPr/>
              <p:nvPr/>
            </p:nvGrpSpPr>
            <p:grpSpPr>
              <a:xfrm>
                <a:off x="1818610" y="3731058"/>
                <a:ext cx="64321" cy="64544"/>
                <a:chOff x="1818610" y="3731058"/>
                <a:chExt cx="64321" cy="64544"/>
              </a:xfrm>
            </p:grpSpPr>
            <p:sp>
              <p:nvSpPr>
                <p:cNvPr id="5075" name="Google Shape;5075;p5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54"/>
              <p:cNvGrpSpPr/>
              <p:nvPr/>
            </p:nvGrpSpPr>
            <p:grpSpPr>
              <a:xfrm>
                <a:off x="2172491" y="4089633"/>
                <a:ext cx="72126" cy="53788"/>
                <a:chOff x="2172491" y="4089633"/>
                <a:chExt cx="72126" cy="53788"/>
              </a:xfrm>
            </p:grpSpPr>
            <p:sp>
              <p:nvSpPr>
                <p:cNvPr id="5078" name="Google Shape;5078;p5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54"/>
              <p:cNvGrpSpPr/>
              <p:nvPr/>
            </p:nvGrpSpPr>
            <p:grpSpPr>
              <a:xfrm>
                <a:off x="2171920" y="3731058"/>
                <a:ext cx="64321" cy="64544"/>
                <a:chOff x="2171920" y="3731058"/>
                <a:chExt cx="64321" cy="64544"/>
              </a:xfrm>
            </p:grpSpPr>
            <p:sp>
              <p:nvSpPr>
                <p:cNvPr id="5081" name="Google Shape;5081;p5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54"/>
              <p:cNvGrpSpPr/>
              <p:nvPr/>
            </p:nvGrpSpPr>
            <p:grpSpPr>
              <a:xfrm>
                <a:off x="2874730" y="3745828"/>
                <a:ext cx="72126" cy="53788"/>
                <a:chOff x="2874730" y="3745828"/>
                <a:chExt cx="72126" cy="53788"/>
              </a:xfrm>
            </p:grpSpPr>
            <p:sp>
              <p:nvSpPr>
                <p:cNvPr id="5084" name="Google Shape;5084;p5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4"/>
              <p:cNvGrpSpPr/>
              <p:nvPr/>
            </p:nvGrpSpPr>
            <p:grpSpPr>
              <a:xfrm>
                <a:off x="2878589" y="4081481"/>
                <a:ext cx="64321" cy="64544"/>
                <a:chOff x="2878589" y="4081481"/>
                <a:chExt cx="64321" cy="64544"/>
              </a:xfrm>
            </p:grpSpPr>
            <p:sp>
              <p:nvSpPr>
                <p:cNvPr id="5087" name="Google Shape;5087;p5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54"/>
              <p:cNvGrpSpPr/>
              <p:nvPr/>
            </p:nvGrpSpPr>
            <p:grpSpPr>
              <a:xfrm>
                <a:off x="2525796" y="4089633"/>
                <a:ext cx="72126" cy="53788"/>
                <a:chOff x="2525796" y="4089633"/>
                <a:chExt cx="72126" cy="53788"/>
              </a:xfrm>
            </p:grpSpPr>
            <p:sp>
              <p:nvSpPr>
                <p:cNvPr id="5090" name="Google Shape;5090;p5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4"/>
              <p:cNvGrpSpPr/>
              <p:nvPr/>
            </p:nvGrpSpPr>
            <p:grpSpPr>
              <a:xfrm>
                <a:off x="2525225" y="3731058"/>
                <a:ext cx="64321" cy="64544"/>
                <a:chOff x="2525225" y="3731058"/>
                <a:chExt cx="64321" cy="64544"/>
              </a:xfrm>
            </p:grpSpPr>
            <p:sp>
              <p:nvSpPr>
                <p:cNvPr id="5093" name="Google Shape;5093;p5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8" name="Shape 5098"/>
        <p:cNvGrpSpPr/>
        <p:nvPr/>
      </p:nvGrpSpPr>
      <p:grpSpPr>
        <a:xfrm>
          <a:off x="0" y="0"/>
          <a:ext cx="0" cy="0"/>
          <a:chOff x="0" y="0"/>
          <a:chExt cx="0" cy="0"/>
        </a:xfrm>
      </p:grpSpPr>
      <p:grpSp>
        <p:nvGrpSpPr>
          <p:cNvPr id="5099" name="Google Shape;5099;p55"/>
          <p:cNvGrpSpPr/>
          <p:nvPr/>
        </p:nvGrpSpPr>
        <p:grpSpPr>
          <a:xfrm>
            <a:off x="5780153" y="1859606"/>
            <a:ext cx="671400" cy="674856"/>
            <a:chOff x="5780148" y="1859605"/>
            <a:chExt cx="671400" cy="674856"/>
          </a:xfrm>
        </p:grpSpPr>
        <p:sp>
          <p:nvSpPr>
            <p:cNvPr id="5100" name="Google Shape;5100;p55"/>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55"/>
          <p:cNvGrpSpPr/>
          <p:nvPr/>
        </p:nvGrpSpPr>
        <p:grpSpPr>
          <a:xfrm>
            <a:off x="716996" y="971307"/>
            <a:ext cx="845921" cy="690752"/>
            <a:chOff x="732428" y="1198513"/>
            <a:chExt cx="845921" cy="690752"/>
          </a:xfrm>
        </p:grpSpPr>
        <p:grpSp>
          <p:nvGrpSpPr>
            <p:cNvPr id="5105" name="Google Shape;5105;p55"/>
            <p:cNvGrpSpPr/>
            <p:nvPr/>
          </p:nvGrpSpPr>
          <p:grpSpPr>
            <a:xfrm>
              <a:off x="823030" y="1198513"/>
              <a:ext cx="755319" cy="690752"/>
              <a:chOff x="823030" y="1198513"/>
              <a:chExt cx="755319" cy="690752"/>
            </a:xfrm>
          </p:grpSpPr>
          <p:sp>
            <p:nvSpPr>
              <p:cNvPr id="5106" name="Google Shape;5106;p5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55"/>
            <p:cNvGrpSpPr/>
            <p:nvPr/>
          </p:nvGrpSpPr>
          <p:grpSpPr>
            <a:xfrm>
              <a:off x="732428" y="1239937"/>
              <a:ext cx="739912" cy="607886"/>
              <a:chOff x="732428" y="1239937"/>
              <a:chExt cx="739912" cy="607886"/>
            </a:xfrm>
          </p:grpSpPr>
          <p:sp>
            <p:nvSpPr>
              <p:cNvPr id="5109" name="Google Shape;5109;p5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55"/>
            <p:cNvGrpSpPr/>
            <p:nvPr/>
          </p:nvGrpSpPr>
          <p:grpSpPr>
            <a:xfrm>
              <a:off x="732428" y="1277018"/>
              <a:ext cx="702832" cy="533758"/>
              <a:chOff x="732428" y="1277018"/>
              <a:chExt cx="702832" cy="533758"/>
            </a:xfrm>
          </p:grpSpPr>
          <p:sp>
            <p:nvSpPr>
              <p:cNvPr id="5112" name="Google Shape;5112;p5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5"/>
            <p:cNvGrpSpPr/>
            <p:nvPr/>
          </p:nvGrpSpPr>
          <p:grpSpPr>
            <a:xfrm>
              <a:off x="931170" y="1306653"/>
              <a:ext cx="647179" cy="474455"/>
              <a:chOff x="931170" y="1306653"/>
              <a:chExt cx="647179" cy="474455"/>
            </a:xfrm>
          </p:grpSpPr>
          <p:sp>
            <p:nvSpPr>
              <p:cNvPr id="5115" name="Google Shape;5115;p5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7" name="Google Shape;5117;p5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55"/>
          <p:cNvGrpSpPr/>
          <p:nvPr/>
        </p:nvGrpSpPr>
        <p:grpSpPr>
          <a:xfrm>
            <a:off x="3948605" y="971313"/>
            <a:ext cx="634656" cy="699982"/>
            <a:chOff x="5985650" y="2860025"/>
            <a:chExt cx="1396075" cy="1539775"/>
          </a:xfrm>
        </p:grpSpPr>
        <p:sp>
          <p:nvSpPr>
            <p:cNvPr id="5119" name="Google Shape;5119;p5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5"/>
          <p:cNvGrpSpPr/>
          <p:nvPr/>
        </p:nvGrpSpPr>
        <p:grpSpPr>
          <a:xfrm>
            <a:off x="4704254" y="971307"/>
            <a:ext cx="725845" cy="699975"/>
            <a:chOff x="4249973" y="1201875"/>
            <a:chExt cx="1958568" cy="1888762"/>
          </a:xfrm>
        </p:grpSpPr>
        <p:sp>
          <p:nvSpPr>
            <p:cNvPr id="5152" name="Google Shape;5152;p5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3" name="Google Shape;5153;p55"/>
            <p:cNvGrpSpPr/>
            <p:nvPr/>
          </p:nvGrpSpPr>
          <p:grpSpPr>
            <a:xfrm>
              <a:off x="5853086" y="1789142"/>
              <a:ext cx="355454" cy="1048099"/>
              <a:chOff x="5576108" y="2016725"/>
              <a:chExt cx="565200" cy="1666560"/>
            </a:xfrm>
          </p:grpSpPr>
          <p:sp>
            <p:nvSpPr>
              <p:cNvPr id="5154" name="Google Shape;5154;p5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5" name="Google Shape;5155;p5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5"/>
            <p:cNvGrpSpPr/>
            <p:nvPr/>
          </p:nvGrpSpPr>
          <p:grpSpPr>
            <a:xfrm>
              <a:off x="4869455" y="2691676"/>
              <a:ext cx="1013897" cy="398961"/>
              <a:chOff x="4012057" y="3451825"/>
              <a:chExt cx="1612175" cy="634379"/>
            </a:xfrm>
          </p:grpSpPr>
          <p:sp>
            <p:nvSpPr>
              <p:cNvPr id="5157" name="Google Shape;5157;p5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8" name="Google Shape;5158;p5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55"/>
            <p:cNvGrpSpPr/>
            <p:nvPr/>
          </p:nvGrpSpPr>
          <p:grpSpPr>
            <a:xfrm>
              <a:off x="4276937" y="2155961"/>
              <a:ext cx="651965" cy="891358"/>
              <a:chOff x="3069908" y="2599997"/>
              <a:chExt cx="1036675" cy="1417328"/>
            </a:xfrm>
          </p:grpSpPr>
          <p:sp>
            <p:nvSpPr>
              <p:cNvPr id="5160" name="Google Shape;5160;p5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1" name="Google Shape;5161;p5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55"/>
            <p:cNvGrpSpPr/>
            <p:nvPr/>
          </p:nvGrpSpPr>
          <p:grpSpPr>
            <a:xfrm>
              <a:off x="5054918" y="1201875"/>
              <a:ext cx="999548" cy="602711"/>
              <a:chOff x="4306958" y="1082925"/>
              <a:chExt cx="1589359" cy="958358"/>
            </a:xfrm>
          </p:grpSpPr>
          <p:sp>
            <p:nvSpPr>
              <p:cNvPr id="5163" name="Google Shape;5163;p5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4" name="Google Shape;5164;p5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5"/>
            <p:cNvGrpSpPr/>
            <p:nvPr/>
          </p:nvGrpSpPr>
          <p:grpSpPr>
            <a:xfrm>
              <a:off x="4249973" y="1303451"/>
              <a:ext cx="799317" cy="841334"/>
              <a:chOff x="3027033" y="1244439"/>
              <a:chExt cx="1270977" cy="1337786"/>
            </a:xfrm>
          </p:grpSpPr>
          <p:sp>
            <p:nvSpPr>
              <p:cNvPr id="5166" name="Google Shape;5166;p5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67" name="Google Shape;5167;p5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8" name="Google Shape;5168;p55"/>
          <p:cNvGrpSpPr/>
          <p:nvPr/>
        </p:nvGrpSpPr>
        <p:grpSpPr>
          <a:xfrm>
            <a:off x="4057119" y="1858087"/>
            <a:ext cx="750769" cy="683784"/>
            <a:chOff x="4204684" y="2104422"/>
            <a:chExt cx="699822" cy="637382"/>
          </a:xfrm>
        </p:grpSpPr>
        <p:grpSp>
          <p:nvGrpSpPr>
            <p:cNvPr id="5169" name="Google Shape;5169;p55"/>
            <p:cNvGrpSpPr/>
            <p:nvPr/>
          </p:nvGrpSpPr>
          <p:grpSpPr>
            <a:xfrm>
              <a:off x="4204684" y="2430067"/>
              <a:ext cx="342957" cy="311738"/>
              <a:chOff x="4204684" y="2430067"/>
              <a:chExt cx="342957" cy="311738"/>
            </a:xfrm>
          </p:grpSpPr>
          <p:sp>
            <p:nvSpPr>
              <p:cNvPr id="5170" name="Google Shape;5170;p5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5"/>
            <p:cNvGrpSpPr/>
            <p:nvPr/>
          </p:nvGrpSpPr>
          <p:grpSpPr>
            <a:xfrm>
              <a:off x="4561586" y="2430067"/>
              <a:ext cx="342920" cy="311738"/>
              <a:chOff x="4561586" y="2430067"/>
              <a:chExt cx="342920" cy="311738"/>
            </a:xfrm>
          </p:grpSpPr>
          <p:sp>
            <p:nvSpPr>
              <p:cNvPr id="5173" name="Google Shape;5173;p5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55"/>
            <p:cNvGrpSpPr/>
            <p:nvPr/>
          </p:nvGrpSpPr>
          <p:grpSpPr>
            <a:xfrm>
              <a:off x="4561586" y="2104422"/>
              <a:ext cx="342920" cy="311738"/>
              <a:chOff x="4561586" y="2104422"/>
              <a:chExt cx="342920" cy="311738"/>
            </a:xfrm>
          </p:grpSpPr>
          <p:sp>
            <p:nvSpPr>
              <p:cNvPr id="5176" name="Google Shape;5176;p5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55"/>
            <p:cNvGrpSpPr/>
            <p:nvPr/>
          </p:nvGrpSpPr>
          <p:grpSpPr>
            <a:xfrm>
              <a:off x="4204684" y="2104422"/>
              <a:ext cx="342957" cy="311664"/>
              <a:chOff x="4204684" y="2104422"/>
              <a:chExt cx="342957" cy="311664"/>
            </a:xfrm>
          </p:grpSpPr>
          <p:sp>
            <p:nvSpPr>
              <p:cNvPr id="5179" name="Google Shape;5179;p5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1" name="Google Shape;5181;p55"/>
          <p:cNvGrpSpPr/>
          <p:nvPr/>
        </p:nvGrpSpPr>
        <p:grpSpPr>
          <a:xfrm>
            <a:off x="5521552" y="971301"/>
            <a:ext cx="660591" cy="688867"/>
            <a:chOff x="5830645" y="1267368"/>
            <a:chExt cx="530340" cy="553040"/>
          </a:xfrm>
        </p:grpSpPr>
        <p:sp>
          <p:nvSpPr>
            <p:cNvPr id="5182" name="Google Shape;5182;p5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3" name="Google Shape;5183;p55"/>
            <p:cNvGrpSpPr/>
            <p:nvPr/>
          </p:nvGrpSpPr>
          <p:grpSpPr>
            <a:xfrm>
              <a:off x="5830645" y="1267368"/>
              <a:ext cx="259743" cy="269909"/>
              <a:chOff x="5830645" y="1267368"/>
              <a:chExt cx="259743" cy="269909"/>
            </a:xfrm>
          </p:grpSpPr>
          <p:sp>
            <p:nvSpPr>
              <p:cNvPr id="5184" name="Google Shape;5184;p5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55"/>
            <p:cNvGrpSpPr/>
            <p:nvPr/>
          </p:nvGrpSpPr>
          <p:grpSpPr>
            <a:xfrm>
              <a:off x="6101293" y="1267368"/>
              <a:ext cx="259692" cy="269909"/>
              <a:chOff x="6101293" y="1267368"/>
              <a:chExt cx="259692" cy="269909"/>
            </a:xfrm>
          </p:grpSpPr>
          <p:sp>
            <p:nvSpPr>
              <p:cNvPr id="5187" name="Google Shape;5187;p5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55"/>
            <p:cNvGrpSpPr/>
            <p:nvPr/>
          </p:nvGrpSpPr>
          <p:grpSpPr>
            <a:xfrm>
              <a:off x="5830645" y="1550500"/>
              <a:ext cx="259692" cy="269909"/>
              <a:chOff x="5830645" y="1550500"/>
              <a:chExt cx="259692" cy="269909"/>
            </a:xfrm>
          </p:grpSpPr>
          <p:sp>
            <p:nvSpPr>
              <p:cNvPr id="5190" name="Google Shape;5190;p5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5"/>
            <p:cNvGrpSpPr/>
            <p:nvPr/>
          </p:nvGrpSpPr>
          <p:grpSpPr>
            <a:xfrm>
              <a:off x="6101293" y="1550500"/>
              <a:ext cx="259692" cy="269909"/>
              <a:chOff x="6101293" y="1550500"/>
              <a:chExt cx="259692" cy="269909"/>
            </a:xfrm>
          </p:grpSpPr>
          <p:sp>
            <p:nvSpPr>
              <p:cNvPr id="5193" name="Google Shape;5193;p5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5" name="Google Shape;5195;p55"/>
          <p:cNvGrpSpPr/>
          <p:nvPr/>
        </p:nvGrpSpPr>
        <p:grpSpPr>
          <a:xfrm>
            <a:off x="723705" y="1861761"/>
            <a:ext cx="697154" cy="679574"/>
            <a:chOff x="2679875" y="2361475"/>
            <a:chExt cx="780425" cy="760575"/>
          </a:xfrm>
        </p:grpSpPr>
        <p:sp>
          <p:nvSpPr>
            <p:cNvPr id="5196" name="Google Shape;5196;p5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55"/>
          <p:cNvGrpSpPr/>
          <p:nvPr/>
        </p:nvGrpSpPr>
        <p:grpSpPr>
          <a:xfrm>
            <a:off x="3122864" y="971353"/>
            <a:ext cx="735829" cy="684547"/>
            <a:chOff x="3351965" y="1148808"/>
            <a:chExt cx="750770" cy="698375"/>
          </a:xfrm>
        </p:grpSpPr>
        <p:grpSp>
          <p:nvGrpSpPr>
            <p:cNvPr id="5203" name="Google Shape;5203;p55"/>
            <p:cNvGrpSpPr/>
            <p:nvPr/>
          </p:nvGrpSpPr>
          <p:grpSpPr>
            <a:xfrm>
              <a:off x="3586796" y="1148808"/>
              <a:ext cx="294857" cy="286830"/>
              <a:chOff x="3750225" y="1774000"/>
              <a:chExt cx="149575" cy="145525"/>
            </a:xfrm>
          </p:grpSpPr>
          <p:sp>
            <p:nvSpPr>
              <p:cNvPr id="5204" name="Google Shape;5204;p5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55"/>
            <p:cNvGrpSpPr/>
            <p:nvPr/>
          </p:nvGrpSpPr>
          <p:grpSpPr>
            <a:xfrm>
              <a:off x="3779245" y="1375768"/>
              <a:ext cx="323490" cy="286978"/>
              <a:chOff x="3847850" y="1889150"/>
              <a:chExt cx="164100" cy="145600"/>
            </a:xfrm>
          </p:grpSpPr>
          <p:sp>
            <p:nvSpPr>
              <p:cNvPr id="5207" name="Google Shape;5207;p5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55"/>
            <p:cNvGrpSpPr/>
            <p:nvPr/>
          </p:nvGrpSpPr>
          <p:grpSpPr>
            <a:xfrm>
              <a:off x="3351965" y="1330435"/>
              <a:ext cx="295449" cy="285401"/>
              <a:chOff x="3631100" y="1866150"/>
              <a:chExt cx="149875" cy="144800"/>
            </a:xfrm>
          </p:grpSpPr>
          <p:sp>
            <p:nvSpPr>
              <p:cNvPr id="5210" name="Google Shape;5210;p5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55"/>
            <p:cNvGrpSpPr/>
            <p:nvPr/>
          </p:nvGrpSpPr>
          <p:grpSpPr>
            <a:xfrm>
              <a:off x="3548208" y="1560352"/>
              <a:ext cx="294808" cy="286830"/>
              <a:chOff x="3730650" y="1982800"/>
              <a:chExt cx="149550" cy="145525"/>
            </a:xfrm>
          </p:grpSpPr>
          <p:sp>
            <p:nvSpPr>
              <p:cNvPr id="5213" name="Google Shape;5213;p5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5" name="Google Shape;5215;p55"/>
          <p:cNvGrpSpPr/>
          <p:nvPr/>
        </p:nvGrpSpPr>
        <p:grpSpPr>
          <a:xfrm>
            <a:off x="7624517" y="971307"/>
            <a:ext cx="804565" cy="677795"/>
            <a:chOff x="7636443" y="1204988"/>
            <a:chExt cx="804565" cy="677795"/>
          </a:xfrm>
        </p:grpSpPr>
        <p:grpSp>
          <p:nvGrpSpPr>
            <p:cNvPr id="5216" name="Google Shape;5216;p55"/>
            <p:cNvGrpSpPr/>
            <p:nvPr/>
          </p:nvGrpSpPr>
          <p:grpSpPr>
            <a:xfrm>
              <a:off x="7636443" y="1509705"/>
              <a:ext cx="804565" cy="373078"/>
              <a:chOff x="7636443" y="1509705"/>
              <a:chExt cx="804565" cy="373078"/>
            </a:xfrm>
          </p:grpSpPr>
          <p:sp>
            <p:nvSpPr>
              <p:cNvPr id="5217" name="Google Shape;5217;p5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5"/>
            <p:cNvGrpSpPr/>
            <p:nvPr/>
          </p:nvGrpSpPr>
          <p:grpSpPr>
            <a:xfrm>
              <a:off x="7636443" y="1408133"/>
              <a:ext cx="804565" cy="373078"/>
              <a:chOff x="7636443" y="1408133"/>
              <a:chExt cx="804565" cy="373078"/>
            </a:xfrm>
          </p:grpSpPr>
          <p:sp>
            <p:nvSpPr>
              <p:cNvPr id="5220" name="Google Shape;5220;p5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55"/>
            <p:cNvGrpSpPr/>
            <p:nvPr/>
          </p:nvGrpSpPr>
          <p:grpSpPr>
            <a:xfrm>
              <a:off x="7636443" y="1306560"/>
              <a:ext cx="804565" cy="373078"/>
              <a:chOff x="7636443" y="1306560"/>
              <a:chExt cx="804565" cy="373078"/>
            </a:xfrm>
          </p:grpSpPr>
          <p:sp>
            <p:nvSpPr>
              <p:cNvPr id="5223" name="Google Shape;5223;p5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5"/>
            <p:cNvGrpSpPr/>
            <p:nvPr/>
          </p:nvGrpSpPr>
          <p:grpSpPr>
            <a:xfrm>
              <a:off x="7636443" y="1204988"/>
              <a:ext cx="804565" cy="373078"/>
              <a:chOff x="7636443" y="1204988"/>
              <a:chExt cx="804565" cy="373078"/>
            </a:xfrm>
          </p:grpSpPr>
          <p:sp>
            <p:nvSpPr>
              <p:cNvPr id="5226" name="Google Shape;5226;p5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8" name="Google Shape;5228;p55"/>
          <p:cNvGrpSpPr/>
          <p:nvPr/>
        </p:nvGrpSpPr>
        <p:grpSpPr>
          <a:xfrm>
            <a:off x="4963363" y="1878721"/>
            <a:ext cx="661339" cy="661188"/>
            <a:chOff x="3990000" y="975400"/>
            <a:chExt cx="3934200" cy="3933300"/>
          </a:xfrm>
        </p:grpSpPr>
        <p:sp>
          <p:nvSpPr>
            <p:cNvPr id="5229" name="Google Shape;5229;p5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55"/>
          <p:cNvGrpSpPr/>
          <p:nvPr/>
        </p:nvGrpSpPr>
        <p:grpSpPr>
          <a:xfrm>
            <a:off x="6607011" y="1857359"/>
            <a:ext cx="868881" cy="684241"/>
            <a:chOff x="6598259" y="2078634"/>
            <a:chExt cx="868881" cy="684241"/>
          </a:xfrm>
        </p:grpSpPr>
        <p:sp>
          <p:nvSpPr>
            <p:cNvPr id="5234" name="Google Shape;5234;p5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0" name="Google Shape;5240;p55"/>
            <p:cNvGrpSpPr/>
            <p:nvPr/>
          </p:nvGrpSpPr>
          <p:grpSpPr>
            <a:xfrm>
              <a:off x="6808175" y="2078634"/>
              <a:ext cx="452229" cy="684241"/>
              <a:chOff x="6808175" y="2078634"/>
              <a:chExt cx="452229" cy="684241"/>
            </a:xfrm>
          </p:grpSpPr>
          <p:sp>
            <p:nvSpPr>
              <p:cNvPr id="5241" name="Google Shape;5241;p5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7" name="Google Shape;5247;p55"/>
              <p:cNvGrpSpPr/>
              <p:nvPr/>
            </p:nvGrpSpPr>
            <p:grpSpPr>
              <a:xfrm>
                <a:off x="6821586" y="2078634"/>
                <a:ext cx="426871" cy="684241"/>
                <a:chOff x="6821586" y="2078634"/>
                <a:chExt cx="426871" cy="684241"/>
              </a:xfrm>
            </p:grpSpPr>
            <p:grpSp>
              <p:nvGrpSpPr>
                <p:cNvPr id="5248" name="Google Shape;5248;p55"/>
                <p:cNvGrpSpPr/>
                <p:nvPr/>
              </p:nvGrpSpPr>
              <p:grpSpPr>
                <a:xfrm>
                  <a:off x="6821586" y="2078634"/>
                  <a:ext cx="426871" cy="684241"/>
                  <a:chOff x="6821586" y="2078634"/>
                  <a:chExt cx="426871" cy="684241"/>
                </a:xfrm>
              </p:grpSpPr>
              <p:sp>
                <p:nvSpPr>
                  <p:cNvPr id="5249" name="Google Shape;5249;p5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8" name="Google Shape;5268;p5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74" name="Google Shape;5274;p55"/>
          <p:cNvGrpSpPr/>
          <p:nvPr/>
        </p:nvGrpSpPr>
        <p:grpSpPr>
          <a:xfrm>
            <a:off x="716994" y="3531369"/>
            <a:ext cx="1340789" cy="640830"/>
            <a:chOff x="238125" y="1151100"/>
            <a:chExt cx="7139450" cy="3412300"/>
          </a:xfrm>
        </p:grpSpPr>
        <p:sp>
          <p:nvSpPr>
            <p:cNvPr id="5275" name="Google Shape;5275;p5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55"/>
          <p:cNvGrpSpPr/>
          <p:nvPr/>
        </p:nvGrpSpPr>
        <p:grpSpPr>
          <a:xfrm>
            <a:off x="5584217" y="2734650"/>
            <a:ext cx="985357" cy="585764"/>
            <a:chOff x="5145061" y="2881789"/>
            <a:chExt cx="1107641" cy="658458"/>
          </a:xfrm>
        </p:grpSpPr>
        <p:grpSp>
          <p:nvGrpSpPr>
            <p:cNvPr id="5288" name="Google Shape;5288;p55"/>
            <p:cNvGrpSpPr/>
            <p:nvPr/>
          </p:nvGrpSpPr>
          <p:grpSpPr>
            <a:xfrm>
              <a:off x="5722989" y="3244587"/>
              <a:ext cx="529713" cy="295659"/>
              <a:chOff x="5722989" y="3244587"/>
              <a:chExt cx="529713" cy="295659"/>
            </a:xfrm>
          </p:grpSpPr>
          <p:sp>
            <p:nvSpPr>
              <p:cNvPr id="5289" name="Google Shape;5289;p5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0" name="Google Shape;5290;p5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1" name="Google Shape;5291;p55"/>
            <p:cNvGrpSpPr/>
            <p:nvPr/>
          </p:nvGrpSpPr>
          <p:grpSpPr>
            <a:xfrm>
              <a:off x="5145061" y="3244587"/>
              <a:ext cx="536807" cy="295659"/>
              <a:chOff x="5145061" y="3244587"/>
              <a:chExt cx="536807" cy="295659"/>
            </a:xfrm>
          </p:grpSpPr>
          <p:sp>
            <p:nvSpPr>
              <p:cNvPr id="5292" name="Google Shape;5292;p5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3" name="Google Shape;5293;p5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4" name="Google Shape;5294;p55"/>
            <p:cNvGrpSpPr/>
            <p:nvPr/>
          </p:nvGrpSpPr>
          <p:grpSpPr>
            <a:xfrm>
              <a:off x="5341327" y="2898245"/>
              <a:ext cx="532309" cy="614891"/>
              <a:chOff x="5341327" y="2898245"/>
              <a:chExt cx="532309" cy="614891"/>
            </a:xfrm>
          </p:grpSpPr>
          <p:sp>
            <p:nvSpPr>
              <p:cNvPr id="5295" name="Google Shape;5295;p5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6" name="Google Shape;5296;p5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97" name="Google Shape;5297;p55"/>
            <p:cNvGrpSpPr/>
            <p:nvPr/>
          </p:nvGrpSpPr>
          <p:grpSpPr>
            <a:xfrm>
              <a:off x="5532290" y="2881789"/>
              <a:ext cx="620516" cy="305456"/>
              <a:chOff x="5532290" y="2881789"/>
              <a:chExt cx="620516" cy="305456"/>
            </a:xfrm>
          </p:grpSpPr>
          <p:sp>
            <p:nvSpPr>
              <p:cNvPr id="5298" name="Google Shape;5298;p5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99" name="Google Shape;5299;p5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300" name="Google Shape;5300;p55"/>
          <p:cNvGrpSpPr/>
          <p:nvPr/>
        </p:nvGrpSpPr>
        <p:grpSpPr>
          <a:xfrm>
            <a:off x="8163140" y="3526708"/>
            <a:ext cx="269068" cy="645491"/>
            <a:chOff x="7026852" y="3311869"/>
            <a:chExt cx="434331" cy="1041954"/>
          </a:xfrm>
        </p:grpSpPr>
        <p:sp>
          <p:nvSpPr>
            <p:cNvPr id="5301" name="Google Shape;5301;p5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5"/>
          <p:cNvGrpSpPr/>
          <p:nvPr/>
        </p:nvGrpSpPr>
        <p:grpSpPr>
          <a:xfrm>
            <a:off x="6179721" y="3565945"/>
            <a:ext cx="293882" cy="293836"/>
            <a:chOff x="4873519" y="3311869"/>
            <a:chExt cx="499374" cy="499296"/>
          </a:xfrm>
        </p:grpSpPr>
        <p:sp>
          <p:nvSpPr>
            <p:cNvPr id="5305" name="Google Shape;5305;p5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55"/>
          <p:cNvGrpSpPr/>
          <p:nvPr/>
        </p:nvGrpSpPr>
        <p:grpSpPr>
          <a:xfrm>
            <a:off x="6179721" y="3878317"/>
            <a:ext cx="293882" cy="293882"/>
            <a:chOff x="4873519" y="3875839"/>
            <a:chExt cx="499374" cy="499374"/>
          </a:xfrm>
        </p:grpSpPr>
        <p:sp>
          <p:nvSpPr>
            <p:cNvPr id="5308" name="Google Shape;5308;p5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55"/>
          <p:cNvGrpSpPr/>
          <p:nvPr/>
        </p:nvGrpSpPr>
        <p:grpSpPr>
          <a:xfrm>
            <a:off x="2410248" y="1850269"/>
            <a:ext cx="698104" cy="698208"/>
            <a:chOff x="2565073" y="2075876"/>
            <a:chExt cx="672482" cy="672518"/>
          </a:xfrm>
        </p:grpSpPr>
        <p:sp>
          <p:nvSpPr>
            <p:cNvPr id="5311" name="Google Shape;5311;p5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55"/>
          <p:cNvGrpSpPr/>
          <p:nvPr/>
        </p:nvGrpSpPr>
        <p:grpSpPr>
          <a:xfrm>
            <a:off x="5633660" y="3534870"/>
            <a:ext cx="438354" cy="637329"/>
            <a:chOff x="1697726" y="3244179"/>
            <a:chExt cx="788124" cy="1146069"/>
          </a:xfrm>
        </p:grpSpPr>
        <p:sp>
          <p:nvSpPr>
            <p:cNvPr id="5318" name="Google Shape;5318;p5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0" name="Google Shape;5320;p55"/>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1" name="Google Shape;5321;p55"/>
          <p:cNvGrpSpPr/>
          <p:nvPr/>
        </p:nvGrpSpPr>
        <p:grpSpPr>
          <a:xfrm>
            <a:off x="7634874" y="1863232"/>
            <a:ext cx="799565" cy="670282"/>
            <a:chOff x="7617850" y="2063282"/>
            <a:chExt cx="799565" cy="670282"/>
          </a:xfrm>
        </p:grpSpPr>
        <p:cxnSp>
          <p:nvCxnSpPr>
            <p:cNvPr id="5322" name="Google Shape;5322;p5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3" name="Google Shape;5323;p5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4" name="Google Shape;5324;p5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5" name="Google Shape;5325;p5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26" name="Google Shape;5326;p5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27" name="Google Shape;5327;p5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28" name="Google Shape;5328;p55"/>
            <p:cNvGrpSpPr/>
            <p:nvPr/>
          </p:nvGrpSpPr>
          <p:grpSpPr>
            <a:xfrm>
              <a:off x="7734309" y="2063282"/>
              <a:ext cx="570957" cy="620095"/>
              <a:chOff x="7734309" y="2063282"/>
              <a:chExt cx="570957" cy="620095"/>
            </a:xfrm>
          </p:grpSpPr>
          <p:grpSp>
            <p:nvGrpSpPr>
              <p:cNvPr id="5329" name="Google Shape;5329;p55"/>
              <p:cNvGrpSpPr/>
              <p:nvPr/>
            </p:nvGrpSpPr>
            <p:grpSpPr>
              <a:xfrm>
                <a:off x="8031573" y="2063282"/>
                <a:ext cx="273693" cy="620095"/>
                <a:chOff x="8031573" y="2063282"/>
                <a:chExt cx="273693" cy="620095"/>
              </a:xfrm>
            </p:grpSpPr>
            <p:sp>
              <p:nvSpPr>
                <p:cNvPr id="5330" name="Google Shape;5330;p5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5"/>
              <p:cNvGrpSpPr/>
              <p:nvPr/>
            </p:nvGrpSpPr>
            <p:grpSpPr>
              <a:xfrm flipH="1">
                <a:off x="7734309" y="2063282"/>
                <a:ext cx="273693" cy="620095"/>
                <a:chOff x="8031573" y="2063282"/>
                <a:chExt cx="273693" cy="620095"/>
              </a:xfrm>
            </p:grpSpPr>
            <p:sp>
              <p:nvSpPr>
                <p:cNvPr id="5335" name="Google Shape;5335;p5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39" name="Google Shape;5339;p55"/>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1" name="Google Shape;5341;p55"/>
          <p:cNvGrpSpPr/>
          <p:nvPr/>
        </p:nvGrpSpPr>
        <p:grpSpPr>
          <a:xfrm>
            <a:off x="7821480" y="2716716"/>
            <a:ext cx="602567" cy="601884"/>
            <a:chOff x="1186975" y="238125"/>
            <a:chExt cx="5244275" cy="5238325"/>
          </a:xfrm>
        </p:grpSpPr>
        <p:sp>
          <p:nvSpPr>
            <p:cNvPr id="5342" name="Google Shape;5342;p5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55"/>
          <p:cNvGrpSpPr/>
          <p:nvPr/>
        </p:nvGrpSpPr>
        <p:grpSpPr>
          <a:xfrm>
            <a:off x="3264218" y="1856199"/>
            <a:ext cx="651848" cy="687338"/>
            <a:chOff x="3400515" y="2056248"/>
            <a:chExt cx="698134" cy="735987"/>
          </a:xfrm>
        </p:grpSpPr>
        <p:grpSp>
          <p:nvGrpSpPr>
            <p:cNvPr id="5347" name="Google Shape;5347;p55"/>
            <p:cNvGrpSpPr/>
            <p:nvPr/>
          </p:nvGrpSpPr>
          <p:grpSpPr>
            <a:xfrm>
              <a:off x="3400515" y="2283913"/>
              <a:ext cx="312919" cy="219900"/>
              <a:chOff x="3400515" y="2283913"/>
              <a:chExt cx="312919" cy="219900"/>
            </a:xfrm>
          </p:grpSpPr>
          <p:sp>
            <p:nvSpPr>
              <p:cNvPr id="5348" name="Google Shape;5348;p5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9" name="Google Shape;5349;p5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50" name="Google Shape;5350;p55"/>
            <p:cNvGrpSpPr/>
            <p:nvPr/>
          </p:nvGrpSpPr>
          <p:grpSpPr>
            <a:xfrm>
              <a:off x="3547823" y="2461089"/>
              <a:ext cx="219900" cy="331146"/>
              <a:chOff x="3547823" y="2461089"/>
              <a:chExt cx="219900" cy="331146"/>
            </a:xfrm>
          </p:grpSpPr>
          <p:sp>
            <p:nvSpPr>
              <p:cNvPr id="5351" name="Google Shape;5351;p5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2" name="Google Shape;5352;p5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53" name="Google Shape;5353;p55"/>
            <p:cNvGrpSpPr/>
            <p:nvPr/>
          </p:nvGrpSpPr>
          <p:grpSpPr>
            <a:xfrm>
              <a:off x="3734138" y="2461089"/>
              <a:ext cx="219900" cy="331146"/>
              <a:chOff x="3734138" y="2461089"/>
              <a:chExt cx="219900" cy="331146"/>
            </a:xfrm>
          </p:grpSpPr>
          <p:sp>
            <p:nvSpPr>
              <p:cNvPr id="5354" name="Google Shape;5354;p5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5" name="Google Shape;5355;p5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56" name="Google Shape;5356;p55"/>
            <p:cNvGrpSpPr/>
            <p:nvPr/>
          </p:nvGrpSpPr>
          <p:grpSpPr>
            <a:xfrm>
              <a:off x="3787560" y="2281742"/>
              <a:ext cx="311089" cy="219900"/>
              <a:chOff x="3787560" y="2281742"/>
              <a:chExt cx="311089" cy="219900"/>
            </a:xfrm>
          </p:grpSpPr>
          <p:sp>
            <p:nvSpPr>
              <p:cNvPr id="5357" name="Google Shape;5357;p5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58" name="Google Shape;5358;p5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59" name="Google Shape;5359;p55"/>
            <p:cNvGrpSpPr/>
            <p:nvPr/>
          </p:nvGrpSpPr>
          <p:grpSpPr>
            <a:xfrm>
              <a:off x="3637290" y="2056248"/>
              <a:ext cx="219900" cy="330736"/>
              <a:chOff x="3637290" y="2056248"/>
              <a:chExt cx="219900" cy="330736"/>
            </a:xfrm>
          </p:grpSpPr>
          <p:sp>
            <p:nvSpPr>
              <p:cNvPr id="5360" name="Google Shape;5360;p5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61" name="Google Shape;5361;p5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62" name="Google Shape;5362;p55"/>
          <p:cNvGrpSpPr/>
          <p:nvPr/>
        </p:nvGrpSpPr>
        <p:grpSpPr>
          <a:xfrm>
            <a:off x="2555923" y="2726206"/>
            <a:ext cx="1268144" cy="592394"/>
            <a:chOff x="238125" y="1188750"/>
            <a:chExt cx="7140450" cy="3335550"/>
          </a:xfrm>
        </p:grpSpPr>
        <p:sp>
          <p:nvSpPr>
            <p:cNvPr id="5363" name="Google Shape;5363;p5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55"/>
          <p:cNvGrpSpPr/>
          <p:nvPr/>
        </p:nvGrpSpPr>
        <p:grpSpPr>
          <a:xfrm>
            <a:off x="6663824" y="2728360"/>
            <a:ext cx="1053944" cy="590147"/>
            <a:chOff x="238125" y="1335475"/>
            <a:chExt cx="5418735" cy="3034175"/>
          </a:xfrm>
        </p:grpSpPr>
        <p:sp>
          <p:nvSpPr>
            <p:cNvPr id="5369" name="Google Shape;5369;p5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5"/>
          <p:cNvGrpSpPr/>
          <p:nvPr/>
        </p:nvGrpSpPr>
        <p:grpSpPr>
          <a:xfrm>
            <a:off x="4094633" y="3533260"/>
            <a:ext cx="1268207" cy="638939"/>
            <a:chOff x="3967651" y="3645904"/>
            <a:chExt cx="1479304" cy="745292"/>
          </a:xfrm>
        </p:grpSpPr>
        <p:grpSp>
          <p:nvGrpSpPr>
            <p:cNvPr id="5373" name="Google Shape;5373;p55"/>
            <p:cNvGrpSpPr/>
            <p:nvPr/>
          </p:nvGrpSpPr>
          <p:grpSpPr>
            <a:xfrm>
              <a:off x="3967651" y="4009026"/>
              <a:ext cx="1479304" cy="382170"/>
              <a:chOff x="3967651" y="4009026"/>
              <a:chExt cx="1479304" cy="382170"/>
            </a:xfrm>
          </p:grpSpPr>
          <p:grpSp>
            <p:nvGrpSpPr>
              <p:cNvPr id="5374" name="Google Shape;5374;p55"/>
              <p:cNvGrpSpPr/>
              <p:nvPr/>
            </p:nvGrpSpPr>
            <p:grpSpPr>
              <a:xfrm>
                <a:off x="4892216" y="4195630"/>
                <a:ext cx="554739" cy="195566"/>
                <a:chOff x="3604375" y="4892160"/>
                <a:chExt cx="1651500" cy="582215"/>
              </a:xfrm>
            </p:grpSpPr>
            <p:sp>
              <p:nvSpPr>
                <p:cNvPr id="5375" name="Google Shape;5375;p5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55"/>
              <p:cNvGrpSpPr/>
              <p:nvPr/>
            </p:nvGrpSpPr>
            <p:grpSpPr>
              <a:xfrm>
                <a:off x="3967651" y="4146303"/>
                <a:ext cx="579402" cy="244893"/>
                <a:chOff x="851875" y="4745310"/>
                <a:chExt cx="1724925" cy="729065"/>
              </a:xfrm>
            </p:grpSpPr>
            <p:sp>
              <p:nvSpPr>
                <p:cNvPr id="5378" name="Google Shape;5378;p5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5"/>
              <p:cNvGrpSpPr/>
              <p:nvPr/>
            </p:nvGrpSpPr>
            <p:grpSpPr>
              <a:xfrm>
                <a:off x="4460753" y="4009026"/>
                <a:ext cx="493110" cy="382170"/>
                <a:chOff x="2319875" y="4336625"/>
                <a:chExt cx="1468025" cy="1137750"/>
              </a:xfrm>
            </p:grpSpPr>
            <p:sp>
              <p:nvSpPr>
                <p:cNvPr id="5381" name="Google Shape;5381;p5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3" name="Google Shape;5383;p55"/>
            <p:cNvGrpSpPr/>
            <p:nvPr/>
          </p:nvGrpSpPr>
          <p:grpSpPr>
            <a:xfrm>
              <a:off x="4479443" y="3645904"/>
              <a:ext cx="455965" cy="388789"/>
              <a:chOff x="2957425" y="238100"/>
              <a:chExt cx="1910200" cy="1628775"/>
            </a:xfrm>
          </p:grpSpPr>
          <p:sp>
            <p:nvSpPr>
              <p:cNvPr id="5384" name="Google Shape;5384;p5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55"/>
          <p:cNvGrpSpPr/>
          <p:nvPr/>
        </p:nvGrpSpPr>
        <p:grpSpPr>
          <a:xfrm>
            <a:off x="2480746" y="3534460"/>
            <a:ext cx="1243128" cy="637739"/>
            <a:chOff x="2496310" y="3693351"/>
            <a:chExt cx="1342906" cy="688926"/>
          </a:xfrm>
        </p:grpSpPr>
        <p:grpSp>
          <p:nvGrpSpPr>
            <p:cNvPr id="5395" name="Google Shape;5395;p55"/>
            <p:cNvGrpSpPr/>
            <p:nvPr/>
          </p:nvGrpSpPr>
          <p:grpSpPr>
            <a:xfrm>
              <a:off x="2496310" y="3693351"/>
              <a:ext cx="1342906" cy="688875"/>
              <a:chOff x="2496310" y="3693351"/>
              <a:chExt cx="1342906" cy="688875"/>
            </a:xfrm>
          </p:grpSpPr>
          <p:sp>
            <p:nvSpPr>
              <p:cNvPr id="5396" name="Google Shape;5396;p5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2" name="Google Shape;5402;p55"/>
              <p:cNvCxnSpPr>
                <a:stCxn id="540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403" name="Google Shape;5403;p55"/>
              <p:cNvCxnSpPr>
                <a:stCxn id="539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04" name="Google Shape;5404;p55"/>
              <p:cNvCxnSpPr>
                <a:stCxn id="539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5" name="Google Shape;5405;p55"/>
              <p:cNvCxnSpPr>
                <a:stCxn id="540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06" name="Google Shape;5406;p55"/>
              <p:cNvCxnSpPr>
                <a:stCxn id="539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07" name="Google Shape;5407;p55"/>
            <p:cNvGrpSpPr/>
            <p:nvPr/>
          </p:nvGrpSpPr>
          <p:grpSpPr>
            <a:xfrm>
              <a:off x="2675275" y="3930557"/>
              <a:ext cx="1003306" cy="451719"/>
              <a:chOff x="2675275" y="4174282"/>
              <a:chExt cx="1003306" cy="451719"/>
            </a:xfrm>
          </p:grpSpPr>
          <p:sp>
            <p:nvSpPr>
              <p:cNvPr id="5408" name="Google Shape;5408;p5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1" name="Google Shape;5411;p55"/>
          <p:cNvGrpSpPr/>
          <p:nvPr/>
        </p:nvGrpSpPr>
        <p:grpSpPr>
          <a:xfrm>
            <a:off x="1654417" y="971307"/>
            <a:ext cx="574511" cy="874709"/>
            <a:chOff x="1715404" y="1112080"/>
            <a:chExt cx="642270" cy="977984"/>
          </a:xfrm>
        </p:grpSpPr>
        <p:grpSp>
          <p:nvGrpSpPr>
            <p:cNvPr id="5412" name="Google Shape;5412;p55"/>
            <p:cNvGrpSpPr/>
            <p:nvPr/>
          </p:nvGrpSpPr>
          <p:grpSpPr>
            <a:xfrm>
              <a:off x="1715404" y="1112080"/>
              <a:ext cx="642270" cy="977984"/>
              <a:chOff x="1715404" y="1112080"/>
              <a:chExt cx="642270" cy="977984"/>
            </a:xfrm>
          </p:grpSpPr>
          <p:sp>
            <p:nvSpPr>
              <p:cNvPr id="5413" name="Google Shape;5413;p5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55"/>
            <p:cNvGrpSpPr/>
            <p:nvPr/>
          </p:nvGrpSpPr>
          <p:grpSpPr>
            <a:xfrm>
              <a:off x="1768927" y="1165603"/>
              <a:ext cx="535225" cy="851367"/>
              <a:chOff x="1768927" y="1165603"/>
              <a:chExt cx="535225" cy="851367"/>
            </a:xfrm>
          </p:grpSpPr>
          <p:sp>
            <p:nvSpPr>
              <p:cNvPr id="5416" name="Google Shape;5416;p5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55"/>
            <p:cNvGrpSpPr/>
            <p:nvPr/>
          </p:nvGrpSpPr>
          <p:grpSpPr>
            <a:xfrm>
              <a:off x="1822449" y="1219125"/>
              <a:ext cx="428180" cy="718859"/>
              <a:chOff x="1822449" y="1219125"/>
              <a:chExt cx="428180" cy="718859"/>
            </a:xfrm>
          </p:grpSpPr>
          <p:sp>
            <p:nvSpPr>
              <p:cNvPr id="5419" name="Google Shape;5419;p5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55"/>
            <p:cNvGrpSpPr/>
            <p:nvPr/>
          </p:nvGrpSpPr>
          <p:grpSpPr>
            <a:xfrm>
              <a:off x="1875972" y="1272648"/>
              <a:ext cx="321135" cy="586939"/>
              <a:chOff x="1875972" y="1272648"/>
              <a:chExt cx="321135" cy="586939"/>
            </a:xfrm>
          </p:grpSpPr>
          <p:sp>
            <p:nvSpPr>
              <p:cNvPr id="5422" name="Google Shape;5422;p5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4" name="Google Shape;5424;p55"/>
          <p:cNvGrpSpPr/>
          <p:nvPr/>
        </p:nvGrpSpPr>
        <p:grpSpPr>
          <a:xfrm>
            <a:off x="7761578" y="3528028"/>
            <a:ext cx="293855" cy="644170"/>
            <a:chOff x="241025" y="3151575"/>
            <a:chExt cx="293855" cy="644170"/>
          </a:xfrm>
        </p:grpSpPr>
        <p:sp>
          <p:nvSpPr>
            <p:cNvPr id="5425" name="Google Shape;5425;p5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55"/>
          <p:cNvGrpSpPr/>
          <p:nvPr/>
        </p:nvGrpSpPr>
        <p:grpSpPr>
          <a:xfrm>
            <a:off x="709562" y="2728028"/>
            <a:ext cx="1779649" cy="591620"/>
            <a:chOff x="246070" y="1983375"/>
            <a:chExt cx="1855347" cy="616849"/>
          </a:xfrm>
        </p:grpSpPr>
        <p:sp>
          <p:nvSpPr>
            <p:cNvPr id="5428" name="Google Shape;5428;p5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55"/>
          <p:cNvGrpSpPr/>
          <p:nvPr/>
        </p:nvGrpSpPr>
        <p:grpSpPr>
          <a:xfrm>
            <a:off x="2320428" y="971307"/>
            <a:ext cx="711055" cy="745993"/>
            <a:chOff x="2496269" y="1171698"/>
            <a:chExt cx="761953" cy="799392"/>
          </a:xfrm>
        </p:grpSpPr>
        <p:grpSp>
          <p:nvGrpSpPr>
            <p:cNvPr id="5438" name="Google Shape;5438;p55"/>
            <p:cNvGrpSpPr/>
            <p:nvPr/>
          </p:nvGrpSpPr>
          <p:grpSpPr>
            <a:xfrm>
              <a:off x="2496269" y="1171698"/>
              <a:ext cx="761953" cy="723022"/>
              <a:chOff x="2496269" y="1171698"/>
              <a:chExt cx="761953" cy="723022"/>
            </a:xfrm>
          </p:grpSpPr>
          <p:sp>
            <p:nvSpPr>
              <p:cNvPr id="5439" name="Google Shape;5439;p5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1" name="Google Shape;5441;p55"/>
              <p:cNvGrpSpPr/>
              <p:nvPr/>
            </p:nvGrpSpPr>
            <p:grpSpPr>
              <a:xfrm>
                <a:off x="2496269" y="1171698"/>
                <a:ext cx="761953" cy="723022"/>
                <a:chOff x="2496269" y="1120652"/>
                <a:chExt cx="761953" cy="723022"/>
              </a:xfrm>
            </p:grpSpPr>
            <p:grpSp>
              <p:nvGrpSpPr>
                <p:cNvPr id="5442" name="Google Shape;5442;p55"/>
                <p:cNvGrpSpPr/>
                <p:nvPr/>
              </p:nvGrpSpPr>
              <p:grpSpPr>
                <a:xfrm>
                  <a:off x="2496269" y="1120652"/>
                  <a:ext cx="761953" cy="723022"/>
                  <a:chOff x="2496269" y="1120652"/>
                  <a:chExt cx="761953" cy="723022"/>
                </a:xfrm>
              </p:grpSpPr>
              <p:grpSp>
                <p:nvGrpSpPr>
                  <p:cNvPr id="5443" name="Google Shape;5443;p55"/>
                  <p:cNvGrpSpPr/>
                  <p:nvPr/>
                </p:nvGrpSpPr>
                <p:grpSpPr>
                  <a:xfrm>
                    <a:off x="2496269" y="1304589"/>
                    <a:ext cx="407089" cy="305057"/>
                    <a:chOff x="2496269" y="1304589"/>
                    <a:chExt cx="407089" cy="305057"/>
                  </a:xfrm>
                </p:grpSpPr>
                <p:sp>
                  <p:nvSpPr>
                    <p:cNvPr id="5444" name="Google Shape;5444;p5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5"/>
                  <p:cNvGrpSpPr/>
                  <p:nvPr/>
                </p:nvGrpSpPr>
                <p:grpSpPr>
                  <a:xfrm>
                    <a:off x="2586468" y="1493376"/>
                    <a:ext cx="358850" cy="349656"/>
                    <a:chOff x="2586468" y="1493376"/>
                    <a:chExt cx="358850" cy="349656"/>
                  </a:xfrm>
                </p:grpSpPr>
                <p:sp>
                  <p:nvSpPr>
                    <p:cNvPr id="5447" name="Google Shape;5447;p5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55"/>
                  <p:cNvGrpSpPr/>
                  <p:nvPr/>
                </p:nvGrpSpPr>
                <p:grpSpPr>
                  <a:xfrm>
                    <a:off x="2807939" y="1494024"/>
                    <a:ext cx="358857" cy="349650"/>
                    <a:chOff x="2807939" y="1494024"/>
                    <a:chExt cx="358857" cy="349650"/>
                  </a:xfrm>
                </p:grpSpPr>
                <p:sp>
                  <p:nvSpPr>
                    <p:cNvPr id="5450" name="Google Shape;5450;p5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55"/>
                  <p:cNvGrpSpPr/>
                  <p:nvPr/>
                </p:nvGrpSpPr>
                <p:grpSpPr>
                  <a:xfrm>
                    <a:off x="2851133" y="1305635"/>
                    <a:ext cx="407089" cy="305057"/>
                    <a:chOff x="2851133" y="1305635"/>
                    <a:chExt cx="407089" cy="305057"/>
                  </a:xfrm>
                </p:grpSpPr>
                <p:sp>
                  <p:nvSpPr>
                    <p:cNvPr id="5453" name="Google Shape;5453;p5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55"/>
                  <p:cNvGrpSpPr/>
                  <p:nvPr/>
                </p:nvGrpSpPr>
                <p:grpSpPr>
                  <a:xfrm>
                    <a:off x="2727495" y="1120652"/>
                    <a:ext cx="300271" cy="396358"/>
                    <a:chOff x="2727495" y="1120652"/>
                    <a:chExt cx="300271" cy="396358"/>
                  </a:xfrm>
                </p:grpSpPr>
                <p:sp>
                  <p:nvSpPr>
                    <p:cNvPr id="5456" name="Google Shape;5456;p5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8" name="Google Shape;5458;p55"/>
                <p:cNvGrpSpPr/>
                <p:nvPr/>
              </p:nvGrpSpPr>
              <p:grpSpPr>
                <a:xfrm>
                  <a:off x="2722305" y="1350460"/>
                  <a:ext cx="308357" cy="308344"/>
                  <a:chOff x="2722305" y="1350460"/>
                  <a:chExt cx="308357" cy="308344"/>
                </a:xfrm>
              </p:grpSpPr>
              <p:sp>
                <p:nvSpPr>
                  <p:cNvPr id="5459" name="Google Shape;5459;p5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0" name="Google Shape;5460;p55"/>
                  <p:cNvGrpSpPr/>
                  <p:nvPr/>
                </p:nvGrpSpPr>
                <p:grpSpPr>
                  <a:xfrm>
                    <a:off x="2725064" y="1364529"/>
                    <a:ext cx="297954" cy="280182"/>
                    <a:chOff x="2725064" y="1364529"/>
                    <a:chExt cx="297954" cy="280182"/>
                  </a:xfrm>
                </p:grpSpPr>
                <p:sp>
                  <p:nvSpPr>
                    <p:cNvPr id="5461" name="Google Shape;5461;p5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66" name="Google Shape;5466;p5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5"/>
          <p:cNvGrpSpPr/>
          <p:nvPr/>
        </p:nvGrpSpPr>
        <p:grpSpPr>
          <a:xfrm>
            <a:off x="3909129" y="2727412"/>
            <a:ext cx="1569144" cy="591015"/>
            <a:chOff x="3820100" y="3023049"/>
            <a:chExt cx="1303926" cy="491162"/>
          </a:xfrm>
        </p:grpSpPr>
        <p:grpSp>
          <p:nvGrpSpPr>
            <p:cNvPr id="5472" name="Google Shape;5472;p55"/>
            <p:cNvGrpSpPr/>
            <p:nvPr/>
          </p:nvGrpSpPr>
          <p:grpSpPr>
            <a:xfrm>
              <a:off x="3820100" y="3023072"/>
              <a:ext cx="1303926" cy="491139"/>
              <a:chOff x="3820100" y="3023072"/>
              <a:chExt cx="1303926" cy="491139"/>
            </a:xfrm>
          </p:grpSpPr>
          <p:sp>
            <p:nvSpPr>
              <p:cNvPr id="5473" name="Google Shape;5473;p5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5"/>
            <p:cNvGrpSpPr/>
            <p:nvPr/>
          </p:nvGrpSpPr>
          <p:grpSpPr>
            <a:xfrm>
              <a:off x="4132439" y="3023645"/>
              <a:ext cx="393633" cy="177096"/>
              <a:chOff x="4132439" y="3023645"/>
              <a:chExt cx="393633" cy="177096"/>
            </a:xfrm>
          </p:grpSpPr>
          <p:sp>
            <p:nvSpPr>
              <p:cNvPr id="5476" name="Google Shape;5476;p5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55"/>
            <p:cNvGrpSpPr/>
            <p:nvPr/>
          </p:nvGrpSpPr>
          <p:grpSpPr>
            <a:xfrm>
              <a:off x="3921811" y="3023049"/>
              <a:ext cx="1002397" cy="388943"/>
              <a:chOff x="3921811" y="3023049"/>
              <a:chExt cx="1002397" cy="388943"/>
            </a:xfrm>
          </p:grpSpPr>
          <p:sp>
            <p:nvSpPr>
              <p:cNvPr id="5479" name="Google Shape;5479;p5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5"/>
            <p:cNvGrpSpPr/>
            <p:nvPr/>
          </p:nvGrpSpPr>
          <p:grpSpPr>
            <a:xfrm>
              <a:off x="4023645" y="3023049"/>
              <a:ext cx="683032" cy="286722"/>
              <a:chOff x="4023645" y="3023049"/>
              <a:chExt cx="683032" cy="286722"/>
            </a:xfrm>
          </p:grpSpPr>
          <p:sp>
            <p:nvSpPr>
              <p:cNvPr id="5482" name="Google Shape;5482;p5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4" name="Google Shape;5484;p55"/>
          <p:cNvGrpSpPr/>
          <p:nvPr/>
        </p:nvGrpSpPr>
        <p:grpSpPr>
          <a:xfrm>
            <a:off x="1541251" y="1854258"/>
            <a:ext cx="713522" cy="688025"/>
            <a:chOff x="1706078" y="2092648"/>
            <a:chExt cx="660913" cy="637296"/>
          </a:xfrm>
        </p:grpSpPr>
        <p:sp>
          <p:nvSpPr>
            <p:cNvPr id="5485" name="Google Shape;5485;p5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55"/>
            <p:cNvGrpSpPr/>
            <p:nvPr/>
          </p:nvGrpSpPr>
          <p:grpSpPr>
            <a:xfrm>
              <a:off x="1706078" y="2092648"/>
              <a:ext cx="660913" cy="575241"/>
              <a:chOff x="1706078" y="2092648"/>
              <a:chExt cx="660913" cy="575241"/>
            </a:xfrm>
          </p:grpSpPr>
          <p:sp>
            <p:nvSpPr>
              <p:cNvPr id="5487" name="Google Shape;5487;p5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0" name="Google Shape;5490;p55"/>
          <p:cNvGrpSpPr/>
          <p:nvPr/>
        </p:nvGrpSpPr>
        <p:grpSpPr>
          <a:xfrm>
            <a:off x="6303109" y="971806"/>
            <a:ext cx="1317459" cy="684168"/>
            <a:chOff x="238125" y="999450"/>
            <a:chExt cx="7140700" cy="3708225"/>
          </a:xfrm>
        </p:grpSpPr>
        <p:sp>
          <p:nvSpPr>
            <p:cNvPr id="5491" name="Google Shape;5491;p5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3" name="Shape 5503"/>
        <p:cNvGrpSpPr/>
        <p:nvPr/>
      </p:nvGrpSpPr>
      <p:grpSpPr>
        <a:xfrm>
          <a:off x="0" y="0"/>
          <a:ext cx="0" cy="0"/>
          <a:chOff x="0" y="0"/>
          <a:chExt cx="0" cy="0"/>
        </a:xfrm>
      </p:grpSpPr>
      <p:grpSp>
        <p:nvGrpSpPr>
          <p:cNvPr id="5504" name="Google Shape;5504;p56"/>
          <p:cNvGrpSpPr/>
          <p:nvPr/>
        </p:nvGrpSpPr>
        <p:grpSpPr>
          <a:xfrm>
            <a:off x="717027" y="967622"/>
            <a:ext cx="1636117" cy="1526144"/>
            <a:chOff x="729238" y="1179665"/>
            <a:chExt cx="1636117" cy="1526144"/>
          </a:xfrm>
        </p:grpSpPr>
        <p:grpSp>
          <p:nvGrpSpPr>
            <p:cNvPr id="5505" name="Google Shape;5505;p56"/>
            <p:cNvGrpSpPr/>
            <p:nvPr/>
          </p:nvGrpSpPr>
          <p:grpSpPr>
            <a:xfrm>
              <a:off x="729238" y="1179665"/>
              <a:ext cx="80700" cy="1526144"/>
              <a:chOff x="729238" y="1179665"/>
              <a:chExt cx="80700" cy="1526144"/>
            </a:xfrm>
          </p:grpSpPr>
          <p:sp>
            <p:nvSpPr>
              <p:cNvPr id="5506" name="Google Shape;5506;p5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56"/>
            <p:cNvGrpSpPr/>
            <p:nvPr/>
          </p:nvGrpSpPr>
          <p:grpSpPr>
            <a:xfrm>
              <a:off x="903098" y="1179665"/>
              <a:ext cx="80700" cy="1526144"/>
              <a:chOff x="903098" y="1179665"/>
              <a:chExt cx="80700" cy="1526144"/>
            </a:xfrm>
          </p:grpSpPr>
          <p:sp>
            <p:nvSpPr>
              <p:cNvPr id="5517" name="Google Shape;5517;p5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56"/>
            <p:cNvGrpSpPr/>
            <p:nvPr/>
          </p:nvGrpSpPr>
          <p:grpSpPr>
            <a:xfrm>
              <a:off x="1076958" y="1179665"/>
              <a:ext cx="80700" cy="1526144"/>
              <a:chOff x="1076958" y="1179665"/>
              <a:chExt cx="80700" cy="1526144"/>
            </a:xfrm>
          </p:grpSpPr>
          <p:sp>
            <p:nvSpPr>
              <p:cNvPr id="5528" name="Google Shape;5528;p5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56"/>
            <p:cNvGrpSpPr/>
            <p:nvPr/>
          </p:nvGrpSpPr>
          <p:grpSpPr>
            <a:xfrm>
              <a:off x="1247707" y="1179665"/>
              <a:ext cx="80700" cy="1526144"/>
              <a:chOff x="1247707" y="1179665"/>
              <a:chExt cx="80700" cy="1526144"/>
            </a:xfrm>
          </p:grpSpPr>
          <p:sp>
            <p:nvSpPr>
              <p:cNvPr id="5539" name="Google Shape;5539;p5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56"/>
            <p:cNvGrpSpPr/>
            <p:nvPr/>
          </p:nvGrpSpPr>
          <p:grpSpPr>
            <a:xfrm>
              <a:off x="1421567" y="1179665"/>
              <a:ext cx="80700" cy="1526144"/>
              <a:chOff x="1421567" y="1179665"/>
              <a:chExt cx="80700" cy="1526144"/>
            </a:xfrm>
          </p:grpSpPr>
          <p:sp>
            <p:nvSpPr>
              <p:cNvPr id="5550" name="Google Shape;5550;p5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56"/>
            <p:cNvGrpSpPr/>
            <p:nvPr/>
          </p:nvGrpSpPr>
          <p:grpSpPr>
            <a:xfrm>
              <a:off x="1592327" y="1179665"/>
              <a:ext cx="80700" cy="1526144"/>
              <a:chOff x="1592327" y="1179665"/>
              <a:chExt cx="80700" cy="1526144"/>
            </a:xfrm>
          </p:grpSpPr>
          <p:sp>
            <p:nvSpPr>
              <p:cNvPr id="5561" name="Google Shape;5561;p5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56"/>
            <p:cNvGrpSpPr/>
            <p:nvPr/>
          </p:nvGrpSpPr>
          <p:grpSpPr>
            <a:xfrm>
              <a:off x="1766187" y="1179665"/>
              <a:ext cx="80700" cy="1526144"/>
              <a:chOff x="1766187" y="1179665"/>
              <a:chExt cx="80700" cy="1526144"/>
            </a:xfrm>
          </p:grpSpPr>
          <p:sp>
            <p:nvSpPr>
              <p:cNvPr id="5572" name="Google Shape;5572;p5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56"/>
            <p:cNvGrpSpPr/>
            <p:nvPr/>
          </p:nvGrpSpPr>
          <p:grpSpPr>
            <a:xfrm>
              <a:off x="1936935" y="1179665"/>
              <a:ext cx="80700" cy="1526144"/>
              <a:chOff x="1936935" y="1179665"/>
              <a:chExt cx="80700" cy="1526144"/>
            </a:xfrm>
          </p:grpSpPr>
          <p:sp>
            <p:nvSpPr>
              <p:cNvPr id="5583" name="Google Shape;5583;p5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56"/>
            <p:cNvGrpSpPr/>
            <p:nvPr/>
          </p:nvGrpSpPr>
          <p:grpSpPr>
            <a:xfrm>
              <a:off x="2110795" y="1179665"/>
              <a:ext cx="80700" cy="1526144"/>
              <a:chOff x="2110795" y="1179665"/>
              <a:chExt cx="80700" cy="1526144"/>
            </a:xfrm>
          </p:grpSpPr>
          <p:sp>
            <p:nvSpPr>
              <p:cNvPr id="5594" name="Google Shape;5594;p5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56"/>
            <p:cNvGrpSpPr/>
            <p:nvPr/>
          </p:nvGrpSpPr>
          <p:grpSpPr>
            <a:xfrm>
              <a:off x="2284655" y="1179665"/>
              <a:ext cx="80700" cy="1526144"/>
              <a:chOff x="2284655" y="1179665"/>
              <a:chExt cx="80700" cy="1526144"/>
            </a:xfrm>
          </p:grpSpPr>
          <p:sp>
            <p:nvSpPr>
              <p:cNvPr id="5605" name="Google Shape;5605;p5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5" name="Google Shape;5615;p56"/>
          <p:cNvGrpSpPr/>
          <p:nvPr/>
        </p:nvGrpSpPr>
        <p:grpSpPr>
          <a:xfrm>
            <a:off x="2611693" y="986760"/>
            <a:ext cx="1364248" cy="1102133"/>
            <a:chOff x="2623904" y="1198803"/>
            <a:chExt cx="1364248" cy="1102133"/>
          </a:xfrm>
        </p:grpSpPr>
        <p:grpSp>
          <p:nvGrpSpPr>
            <p:cNvPr id="5616" name="Google Shape;5616;p56"/>
            <p:cNvGrpSpPr/>
            <p:nvPr/>
          </p:nvGrpSpPr>
          <p:grpSpPr>
            <a:xfrm>
              <a:off x="2623907" y="1198803"/>
              <a:ext cx="1364245" cy="273000"/>
              <a:chOff x="2623907" y="1198803"/>
              <a:chExt cx="1364245" cy="273000"/>
            </a:xfrm>
          </p:grpSpPr>
          <p:sp>
            <p:nvSpPr>
              <p:cNvPr id="5617" name="Google Shape;5617;p5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56"/>
            <p:cNvGrpSpPr/>
            <p:nvPr/>
          </p:nvGrpSpPr>
          <p:grpSpPr>
            <a:xfrm>
              <a:off x="2623904" y="1476964"/>
              <a:ext cx="1364245" cy="273000"/>
              <a:chOff x="2623904" y="1476964"/>
              <a:chExt cx="1364245" cy="273000"/>
            </a:xfrm>
          </p:grpSpPr>
          <p:sp>
            <p:nvSpPr>
              <p:cNvPr id="5623" name="Google Shape;5623;p5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56"/>
            <p:cNvGrpSpPr/>
            <p:nvPr/>
          </p:nvGrpSpPr>
          <p:grpSpPr>
            <a:xfrm>
              <a:off x="2623907" y="1749775"/>
              <a:ext cx="1364245" cy="273000"/>
              <a:chOff x="2623907" y="1749775"/>
              <a:chExt cx="1364245" cy="273000"/>
            </a:xfrm>
          </p:grpSpPr>
          <p:sp>
            <p:nvSpPr>
              <p:cNvPr id="5629" name="Google Shape;5629;p5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56"/>
            <p:cNvGrpSpPr/>
            <p:nvPr/>
          </p:nvGrpSpPr>
          <p:grpSpPr>
            <a:xfrm>
              <a:off x="2623904" y="2027936"/>
              <a:ext cx="1364245" cy="273000"/>
              <a:chOff x="2623904" y="2027936"/>
              <a:chExt cx="1364245" cy="273000"/>
            </a:xfrm>
          </p:grpSpPr>
          <p:sp>
            <p:nvSpPr>
              <p:cNvPr id="5635" name="Google Shape;5635;p5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0" name="Google Shape;5640;p56"/>
          <p:cNvGrpSpPr/>
          <p:nvPr/>
        </p:nvGrpSpPr>
        <p:grpSpPr>
          <a:xfrm>
            <a:off x="2601154" y="2445833"/>
            <a:ext cx="1387541" cy="159124"/>
            <a:chOff x="3200660" y="2180272"/>
            <a:chExt cx="2563824" cy="378237"/>
          </a:xfrm>
        </p:grpSpPr>
        <p:sp>
          <p:nvSpPr>
            <p:cNvPr id="5641" name="Google Shape;5641;p5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56"/>
          <p:cNvGrpSpPr/>
          <p:nvPr/>
        </p:nvGrpSpPr>
        <p:grpSpPr>
          <a:xfrm>
            <a:off x="2597679" y="2723597"/>
            <a:ext cx="1390502" cy="159625"/>
            <a:chOff x="3530150" y="2790075"/>
            <a:chExt cx="1962600" cy="225300"/>
          </a:xfrm>
        </p:grpSpPr>
        <p:sp>
          <p:nvSpPr>
            <p:cNvPr id="5660" name="Google Shape;5660;p5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56"/>
          <p:cNvGrpSpPr/>
          <p:nvPr/>
        </p:nvGrpSpPr>
        <p:grpSpPr>
          <a:xfrm>
            <a:off x="2597736" y="3001862"/>
            <a:ext cx="1411629" cy="154175"/>
            <a:chOff x="3558802" y="4011244"/>
            <a:chExt cx="1866000" cy="111600"/>
          </a:xfrm>
        </p:grpSpPr>
        <p:sp>
          <p:nvSpPr>
            <p:cNvPr id="5663" name="Google Shape;5663;p5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56"/>
          <p:cNvGrpSpPr/>
          <p:nvPr/>
        </p:nvGrpSpPr>
        <p:grpSpPr>
          <a:xfrm>
            <a:off x="2598024" y="2207432"/>
            <a:ext cx="1383503" cy="119761"/>
            <a:chOff x="3465975" y="2270258"/>
            <a:chExt cx="1986364" cy="171947"/>
          </a:xfrm>
        </p:grpSpPr>
        <p:sp>
          <p:nvSpPr>
            <p:cNvPr id="5666" name="Google Shape;5666;p5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56"/>
          <p:cNvGrpSpPr/>
          <p:nvPr/>
        </p:nvGrpSpPr>
        <p:grpSpPr>
          <a:xfrm>
            <a:off x="2609031" y="3571205"/>
            <a:ext cx="1369531" cy="195460"/>
            <a:chOff x="723300" y="4253549"/>
            <a:chExt cx="2276482" cy="324900"/>
          </a:xfrm>
        </p:grpSpPr>
        <p:sp>
          <p:nvSpPr>
            <p:cNvPr id="5675" name="Google Shape;5675;p5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56"/>
          <p:cNvGrpSpPr/>
          <p:nvPr/>
        </p:nvGrpSpPr>
        <p:grpSpPr>
          <a:xfrm>
            <a:off x="2598592" y="3272446"/>
            <a:ext cx="1389066" cy="180119"/>
            <a:chOff x="705948" y="3788465"/>
            <a:chExt cx="2308953" cy="299400"/>
          </a:xfrm>
        </p:grpSpPr>
        <p:sp>
          <p:nvSpPr>
            <p:cNvPr id="5681" name="Google Shape;5681;p5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56"/>
          <p:cNvGrpSpPr/>
          <p:nvPr/>
        </p:nvGrpSpPr>
        <p:grpSpPr>
          <a:xfrm>
            <a:off x="4195583" y="1876400"/>
            <a:ext cx="1433821" cy="191501"/>
            <a:chOff x="4273350" y="2088443"/>
            <a:chExt cx="1433821" cy="191501"/>
          </a:xfrm>
        </p:grpSpPr>
        <p:grpSp>
          <p:nvGrpSpPr>
            <p:cNvPr id="5687" name="Google Shape;5687;p56"/>
            <p:cNvGrpSpPr/>
            <p:nvPr/>
          </p:nvGrpSpPr>
          <p:grpSpPr>
            <a:xfrm>
              <a:off x="4273350" y="2088443"/>
              <a:ext cx="1433821" cy="0"/>
              <a:chOff x="5224975" y="2962250"/>
              <a:chExt cx="1544400" cy="0"/>
            </a:xfrm>
          </p:grpSpPr>
          <p:cxnSp>
            <p:nvCxnSpPr>
              <p:cNvPr id="5688" name="Google Shape;5688;p5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89" name="Google Shape;5689;p5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90" name="Google Shape;5690;p56"/>
            <p:cNvGrpSpPr/>
            <p:nvPr/>
          </p:nvGrpSpPr>
          <p:grpSpPr>
            <a:xfrm>
              <a:off x="4273350" y="2279944"/>
              <a:ext cx="1433821" cy="0"/>
              <a:chOff x="5224975" y="2962250"/>
              <a:chExt cx="1544400" cy="0"/>
            </a:xfrm>
          </p:grpSpPr>
          <p:cxnSp>
            <p:nvCxnSpPr>
              <p:cNvPr id="5691" name="Google Shape;5691;p5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92" name="Google Shape;5692;p5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93" name="Google Shape;5693;p56"/>
          <p:cNvGrpSpPr/>
          <p:nvPr/>
        </p:nvGrpSpPr>
        <p:grpSpPr>
          <a:xfrm>
            <a:off x="2646529" y="3885304"/>
            <a:ext cx="1304609" cy="294074"/>
            <a:chOff x="2658741" y="4097347"/>
            <a:chExt cx="1304609" cy="294074"/>
          </a:xfrm>
        </p:grpSpPr>
        <p:grpSp>
          <p:nvGrpSpPr>
            <p:cNvPr id="5694" name="Google Shape;5694;p56"/>
            <p:cNvGrpSpPr/>
            <p:nvPr/>
          </p:nvGrpSpPr>
          <p:grpSpPr>
            <a:xfrm>
              <a:off x="2658741" y="4097347"/>
              <a:ext cx="118572" cy="294074"/>
              <a:chOff x="3343310" y="4475555"/>
              <a:chExt cx="127717" cy="316753"/>
            </a:xfrm>
          </p:grpSpPr>
          <p:sp>
            <p:nvSpPr>
              <p:cNvPr id="5695" name="Google Shape;5695;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56"/>
            <p:cNvGrpSpPr/>
            <p:nvPr/>
          </p:nvGrpSpPr>
          <p:grpSpPr>
            <a:xfrm>
              <a:off x="3815519" y="4098388"/>
              <a:ext cx="147831" cy="291991"/>
              <a:chOff x="3527539" y="4476677"/>
              <a:chExt cx="159232" cy="314510"/>
            </a:xfrm>
          </p:grpSpPr>
          <p:sp>
            <p:nvSpPr>
              <p:cNvPr id="5698" name="Google Shape;5698;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56"/>
            <p:cNvGrpSpPr/>
            <p:nvPr/>
          </p:nvGrpSpPr>
          <p:grpSpPr>
            <a:xfrm>
              <a:off x="3511696" y="4098388"/>
              <a:ext cx="147831" cy="291991"/>
              <a:chOff x="3527539" y="4476677"/>
              <a:chExt cx="159232" cy="314510"/>
            </a:xfrm>
          </p:grpSpPr>
          <p:sp>
            <p:nvSpPr>
              <p:cNvPr id="5701" name="Google Shape;5701;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56"/>
            <p:cNvGrpSpPr/>
            <p:nvPr/>
          </p:nvGrpSpPr>
          <p:grpSpPr>
            <a:xfrm>
              <a:off x="3207874" y="4098388"/>
              <a:ext cx="147831" cy="291991"/>
              <a:chOff x="3527539" y="4476677"/>
              <a:chExt cx="159232" cy="314510"/>
            </a:xfrm>
          </p:grpSpPr>
          <p:sp>
            <p:nvSpPr>
              <p:cNvPr id="5704" name="Google Shape;5704;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56"/>
            <p:cNvGrpSpPr/>
            <p:nvPr/>
          </p:nvGrpSpPr>
          <p:grpSpPr>
            <a:xfrm>
              <a:off x="2933305" y="4097347"/>
              <a:ext cx="118572" cy="294074"/>
              <a:chOff x="3343310" y="4475555"/>
              <a:chExt cx="127717" cy="316753"/>
            </a:xfrm>
          </p:grpSpPr>
          <p:sp>
            <p:nvSpPr>
              <p:cNvPr id="5707" name="Google Shape;5707;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9" name="Google Shape;5709;p56"/>
          <p:cNvGrpSpPr/>
          <p:nvPr/>
        </p:nvGrpSpPr>
        <p:grpSpPr>
          <a:xfrm>
            <a:off x="4197138" y="963998"/>
            <a:ext cx="1430711" cy="751237"/>
            <a:chOff x="5159450" y="1919950"/>
            <a:chExt cx="1541050" cy="862500"/>
          </a:xfrm>
        </p:grpSpPr>
        <p:sp>
          <p:nvSpPr>
            <p:cNvPr id="5710" name="Google Shape;5710;p5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11" name="Google Shape;5711;p56"/>
            <p:cNvGrpSpPr/>
            <p:nvPr/>
          </p:nvGrpSpPr>
          <p:grpSpPr>
            <a:xfrm>
              <a:off x="5159450" y="1919950"/>
              <a:ext cx="1541050" cy="862500"/>
              <a:chOff x="5159450" y="1919950"/>
              <a:chExt cx="1541050" cy="862500"/>
            </a:xfrm>
          </p:grpSpPr>
          <p:cxnSp>
            <p:nvCxnSpPr>
              <p:cNvPr id="5712" name="Google Shape;5712;p5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13" name="Google Shape;5713;p5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14" name="Google Shape;5714;p56"/>
          <p:cNvGrpSpPr/>
          <p:nvPr/>
        </p:nvGrpSpPr>
        <p:grpSpPr>
          <a:xfrm>
            <a:off x="4245275" y="2227768"/>
            <a:ext cx="1334436" cy="967914"/>
            <a:chOff x="4294923" y="2439811"/>
            <a:chExt cx="1334436" cy="967914"/>
          </a:xfrm>
        </p:grpSpPr>
        <p:grpSp>
          <p:nvGrpSpPr>
            <p:cNvPr id="5715" name="Google Shape;5715;p56"/>
            <p:cNvGrpSpPr/>
            <p:nvPr/>
          </p:nvGrpSpPr>
          <p:grpSpPr>
            <a:xfrm>
              <a:off x="4960455" y="2469658"/>
              <a:ext cx="668904" cy="885524"/>
              <a:chOff x="4960455" y="2469658"/>
              <a:chExt cx="668904" cy="885524"/>
            </a:xfrm>
          </p:grpSpPr>
          <p:sp>
            <p:nvSpPr>
              <p:cNvPr id="5716" name="Google Shape;5716;p5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56"/>
            <p:cNvGrpSpPr/>
            <p:nvPr/>
          </p:nvGrpSpPr>
          <p:grpSpPr>
            <a:xfrm>
              <a:off x="4294923" y="2469658"/>
              <a:ext cx="668951" cy="885524"/>
              <a:chOff x="4294923" y="2469658"/>
              <a:chExt cx="668951" cy="885524"/>
            </a:xfrm>
          </p:grpSpPr>
          <p:sp>
            <p:nvSpPr>
              <p:cNvPr id="5723" name="Google Shape;5723;p5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9" name="Google Shape;5729;p5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56"/>
          <p:cNvGrpSpPr/>
          <p:nvPr/>
        </p:nvGrpSpPr>
        <p:grpSpPr>
          <a:xfrm>
            <a:off x="4231478" y="3282213"/>
            <a:ext cx="1430949" cy="897289"/>
            <a:chOff x="4351371" y="3547942"/>
            <a:chExt cx="1345130" cy="843475"/>
          </a:xfrm>
        </p:grpSpPr>
        <p:grpSp>
          <p:nvGrpSpPr>
            <p:cNvPr id="5731" name="Google Shape;5731;p56"/>
            <p:cNvGrpSpPr/>
            <p:nvPr/>
          </p:nvGrpSpPr>
          <p:grpSpPr>
            <a:xfrm>
              <a:off x="4351371" y="4209917"/>
              <a:ext cx="1345130" cy="181500"/>
              <a:chOff x="4351371" y="4209917"/>
              <a:chExt cx="1345130" cy="181500"/>
            </a:xfrm>
          </p:grpSpPr>
          <p:sp>
            <p:nvSpPr>
              <p:cNvPr id="5732" name="Google Shape;5732;p5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3" name="Google Shape;5733;p5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34" name="Google Shape;5734;p56"/>
            <p:cNvGrpSpPr/>
            <p:nvPr/>
          </p:nvGrpSpPr>
          <p:grpSpPr>
            <a:xfrm>
              <a:off x="4403010" y="3985221"/>
              <a:ext cx="1109518" cy="181500"/>
              <a:chOff x="4403010" y="3985221"/>
              <a:chExt cx="1109518" cy="181500"/>
            </a:xfrm>
          </p:grpSpPr>
          <p:sp>
            <p:nvSpPr>
              <p:cNvPr id="5735" name="Google Shape;5735;p5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6" name="Google Shape;5736;p5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37" name="Google Shape;5737;p56"/>
            <p:cNvGrpSpPr/>
            <p:nvPr/>
          </p:nvGrpSpPr>
          <p:grpSpPr>
            <a:xfrm>
              <a:off x="4618704" y="3766582"/>
              <a:ext cx="807858" cy="181500"/>
              <a:chOff x="4618704" y="3766582"/>
              <a:chExt cx="807858" cy="181500"/>
            </a:xfrm>
          </p:grpSpPr>
          <p:sp>
            <p:nvSpPr>
              <p:cNvPr id="5738" name="Google Shape;5738;p5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9" name="Google Shape;5739;p5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40" name="Google Shape;5740;p56"/>
            <p:cNvGrpSpPr/>
            <p:nvPr/>
          </p:nvGrpSpPr>
          <p:grpSpPr>
            <a:xfrm>
              <a:off x="4735238" y="3547942"/>
              <a:ext cx="462839" cy="181500"/>
              <a:chOff x="4735238" y="3547942"/>
              <a:chExt cx="462839" cy="181500"/>
            </a:xfrm>
          </p:grpSpPr>
          <p:sp>
            <p:nvSpPr>
              <p:cNvPr id="5741" name="Google Shape;5741;p5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2" name="Google Shape;5742;p5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43" name="Google Shape;5743;p56"/>
          <p:cNvGrpSpPr/>
          <p:nvPr/>
        </p:nvGrpSpPr>
        <p:grpSpPr>
          <a:xfrm>
            <a:off x="7407836" y="2217537"/>
            <a:ext cx="1020955" cy="928853"/>
            <a:chOff x="926675" y="238125"/>
            <a:chExt cx="5755100" cy="5232975"/>
          </a:xfrm>
        </p:grpSpPr>
        <p:sp>
          <p:nvSpPr>
            <p:cNvPr id="5744" name="Google Shape;5744;p5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56"/>
          <p:cNvGrpSpPr/>
          <p:nvPr/>
        </p:nvGrpSpPr>
        <p:grpSpPr>
          <a:xfrm>
            <a:off x="715210" y="2616272"/>
            <a:ext cx="1695374" cy="1560837"/>
            <a:chOff x="727421" y="2828315"/>
            <a:chExt cx="1695374" cy="1560837"/>
          </a:xfrm>
        </p:grpSpPr>
        <p:grpSp>
          <p:nvGrpSpPr>
            <p:cNvPr id="5749" name="Google Shape;5749;p56"/>
            <p:cNvGrpSpPr/>
            <p:nvPr/>
          </p:nvGrpSpPr>
          <p:grpSpPr>
            <a:xfrm>
              <a:off x="727421" y="2828315"/>
              <a:ext cx="1695374" cy="1560837"/>
              <a:chOff x="734799" y="2782450"/>
              <a:chExt cx="1571100" cy="1577400"/>
            </a:xfrm>
          </p:grpSpPr>
          <p:cxnSp>
            <p:nvCxnSpPr>
              <p:cNvPr id="5750" name="Google Shape;5750;p5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51" name="Google Shape;5751;p5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52" name="Google Shape;5752;p56"/>
            <p:cNvGrpSpPr/>
            <p:nvPr/>
          </p:nvGrpSpPr>
          <p:grpSpPr>
            <a:xfrm>
              <a:off x="819108" y="2882501"/>
              <a:ext cx="1556791" cy="1426186"/>
              <a:chOff x="819108" y="2882501"/>
              <a:chExt cx="1556791" cy="1426186"/>
            </a:xfrm>
          </p:grpSpPr>
          <p:grpSp>
            <p:nvGrpSpPr>
              <p:cNvPr id="5753" name="Google Shape;5753;p56"/>
              <p:cNvGrpSpPr/>
              <p:nvPr/>
            </p:nvGrpSpPr>
            <p:grpSpPr>
              <a:xfrm>
                <a:off x="819108" y="2882501"/>
                <a:ext cx="103104" cy="1426186"/>
                <a:chOff x="4674013" y="3100904"/>
                <a:chExt cx="122758" cy="1698043"/>
              </a:xfrm>
            </p:grpSpPr>
            <p:sp>
              <p:nvSpPr>
                <p:cNvPr id="5754" name="Google Shape;5754;p5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56"/>
              <p:cNvGrpSpPr/>
              <p:nvPr/>
            </p:nvGrpSpPr>
            <p:grpSpPr>
              <a:xfrm>
                <a:off x="1062475" y="2882501"/>
                <a:ext cx="103104" cy="1426186"/>
                <a:chOff x="4940438" y="3100904"/>
                <a:chExt cx="122758" cy="1698043"/>
              </a:xfrm>
            </p:grpSpPr>
            <p:sp>
              <p:nvSpPr>
                <p:cNvPr id="5762" name="Google Shape;5762;p5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56"/>
              <p:cNvGrpSpPr/>
              <p:nvPr/>
            </p:nvGrpSpPr>
            <p:grpSpPr>
              <a:xfrm>
                <a:off x="1299324" y="2882501"/>
                <a:ext cx="103104" cy="1426186"/>
                <a:chOff x="5206863" y="3100904"/>
                <a:chExt cx="122758" cy="1698043"/>
              </a:xfrm>
            </p:grpSpPr>
            <p:sp>
              <p:nvSpPr>
                <p:cNvPr id="5770" name="Google Shape;5770;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56"/>
              <p:cNvGrpSpPr/>
              <p:nvPr/>
            </p:nvGrpSpPr>
            <p:grpSpPr>
              <a:xfrm>
                <a:off x="1786057" y="2882501"/>
                <a:ext cx="103104" cy="1426186"/>
                <a:chOff x="6006138" y="3143629"/>
                <a:chExt cx="122758" cy="1698043"/>
              </a:xfrm>
            </p:grpSpPr>
            <p:sp>
              <p:nvSpPr>
                <p:cNvPr id="5778" name="Google Shape;5778;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56"/>
              <p:cNvGrpSpPr/>
              <p:nvPr/>
            </p:nvGrpSpPr>
            <p:grpSpPr>
              <a:xfrm>
                <a:off x="2029422" y="2882501"/>
                <a:ext cx="103104" cy="1426186"/>
                <a:chOff x="6805413" y="3100904"/>
                <a:chExt cx="122758" cy="1698043"/>
              </a:xfrm>
            </p:grpSpPr>
            <p:sp>
              <p:nvSpPr>
                <p:cNvPr id="5786" name="Google Shape;5786;p5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56"/>
              <p:cNvGrpSpPr/>
              <p:nvPr/>
            </p:nvGrpSpPr>
            <p:grpSpPr>
              <a:xfrm>
                <a:off x="2272795" y="2882501"/>
                <a:ext cx="103104" cy="1426186"/>
                <a:chOff x="5206863" y="3100904"/>
                <a:chExt cx="122758" cy="1698043"/>
              </a:xfrm>
            </p:grpSpPr>
            <p:sp>
              <p:nvSpPr>
                <p:cNvPr id="5794" name="Google Shape;5794;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56"/>
              <p:cNvGrpSpPr/>
              <p:nvPr/>
            </p:nvGrpSpPr>
            <p:grpSpPr>
              <a:xfrm>
                <a:off x="1542694" y="2882501"/>
                <a:ext cx="103104" cy="1426186"/>
                <a:chOff x="6006138" y="3143629"/>
                <a:chExt cx="122758" cy="1698043"/>
              </a:xfrm>
            </p:grpSpPr>
            <p:sp>
              <p:nvSpPr>
                <p:cNvPr id="5802" name="Google Shape;5802;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09" name="Google Shape;5809;p56"/>
          <p:cNvGrpSpPr/>
          <p:nvPr/>
        </p:nvGrpSpPr>
        <p:grpSpPr>
          <a:xfrm>
            <a:off x="5671260" y="3305994"/>
            <a:ext cx="2749952" cy="870677"/>
            <a:chOff x="238125" y="1725700"/>
            <a:chExt cx="7139025" cy="2260325"/>
          </a:xfrm>
        </p:grpSpPr>
        <p:sp>
          <p:nvSpPr>
            <p:cNvPr id="5810" name="Google Shape;5810;p5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56"/>
          <p:cNvGrpSpPr/>
          <p:nvPr/>
        </p:nvGrpSpPr>
        <p:grpSpPr>
          <a:xfrm>
            <a:off x="5941424" y="2247740"/>
            <a:ext cx="1105452" cy="916747"/>
            <a:chOff x="5249100" y="1210600"/>
            <a:chExt cx="3502700" cy="2904775"/>
          </a:xfrm>
        </p:grpSpPr>
        <p:sp>
          <p:nvSpPr>
            <p:cNvPr id="5821" name="Google Shape;5821;p5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5" name="Google Shape;5825;p5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26" name="Google Shape;5826;p5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27" name="Google Shape;5827;p5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28" name="Google Shape;5828;p5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29" name="Google Shape;5829;p5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56"/>
          <p:cNvGrpSpPr/>
          <p:nvPr/>
        </p:nvGrpSpPr>
        <p:grpSpPr>
          <a:xfrm>
            <a:off x="7123972" y="967158"/>
            <a:ext cx="1304650" cy="1124856"/>
            <a:chOff x="7287122" y="1165658"/>
            <a:chExt cx="1219413" cy="1051365"/>
          </a:xfrm>
        </p:grpSpPr>
        <p:grpSp>
          <p:nvGrpSpPr>
            <p:cNvPr id="5831" name="Google Shape;5831;p56"/>
            <p:cNvGrpSpPr/>
            <p:nvPr/>
          </p:nvGrpSpPr>
          <p:grpSpPr>
            <a:xfrm>
              <a:off x="7287122" y="1969723"/>
              <a:ext cx="1219413" cy="247300"/>
              <a:chOff x="7287122" y="1969723"/>
              <a:chExt cx="1219413" cy="247300"/>
            </a:xfrm>
          </p:grpSpPr>
          <p:sp>
            <p:nvSpPr>
              <p:cNvPr id="5832" name="Google Shape;5832;p5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3" name="Google Shape;5833;p56"/>
              <p:cNvGrpSpPr/>
              <p:nvPr/>
            </p:nvGrpSpPr>
            <p:grpSpPr>
              <a:xfrm>
                <a:off x="7287122" y="2063892"/>
                <a:ext cx="1151753" cy="73428"/>
                <a:chOff x="7287122" y="2063892"/>
                <a:chExt cx="1151753" cy="73428"/>
              </a:xfrm>
            </p:grpSpPr>
            <p:sp>
              <p:nvSpPr>
                <p:cNvPr id="5834" name="Google Shape;5834;p5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5" name="Google Shape;5835;p5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36" name="Google Shape;5836;p56"/>
            <p:cNvGrpSpPr/>
            <p:nvPr/>
          </p:nvGrpSpPr>
          <p:grpSpPr>
            <a:xfrm>
              <a:off x="7287122" y="1712201"/>
              <a:ext cx="1219403" cy="246767"/>
              <a:chOff x="7287122" y="1712201"/>
              <a:chExt cx="1219403" cy="246767"/>
            </a:xfrm>
          </p:grpSpPr>
          <p:sp>
            <p:nvSpPr>
              <p:cNvPr id="5837" name="Google Shape;5837;p5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8" name="Google Shape;5838;p56"/>
              <p:cNvGrpSpPr/>
              <p:nvPr/>
            </p:nvGrpSpPr>
            <p:grpSpPr>
              <a:xfrm>
                <a:off x="7287122" y="1842861"/>
                <a:ext cx="1005303" cy="73419"/>
                <a:chOff x="7287122" y="1842861"/>
                <a:chExt cx="1005303" cy="73419"/>
              </a:xfrm>
            </p:grpSpPr>
            <p:sp>
              <p:nvSpPr>
                <p:cNvPr id="5839" name="Google Shape;5839;p5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0" name="Google Shape;5840;p5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41" name="Google Shape;5841;p56"/>
            <p:cNvGrpSpPr/>
            <p:nvPr/>
          </p:nvGrpSpPr>
          <p:grpSpPr>
            <a:xfrm>
              <a:off x="7287122" y="1447520"/>
              <a:ext cx="1219403" cy="286667"/>
              <a:chOff x="7287122" y="1447520"/>
              <a:chExt cx="1219403" cy="286667"/>
            </a:xfrm>
          </p:grpSpPr>
          <p:sp>
            <p:nvSpPr>
              <p:cNvPr id="5842" name="Google Shape;5842;p5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56"/>
              <p:cNvGrpSpPr/>
              <p:nvPr/>
            </p:nvGrpSpPr>
            <p:grpSpPr>
              <a:xfrm>
                <a:off x="7287122" y="1581977"/>
                <a:ext cx="852803" cy="73428"/>
                <a:chOff x="7287122" y="1581977"/>
                <a:chExt cx="852803" cy="73428"/>
              </a:xfrm>
            </p:grpSpPr>
            <p:sp>
              <p:nvSpPr>
                <p:cNvPr id="5844" name="Google Shape;5844;p5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5" name="Google Shape;5845;p5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46" name="Google Shape;5846;p56"/>
            <p:cNvGrpSpPr/>
            <p:nvPr/>
          </p:nvGrpSpPr>
          <p:grpSpPr>
            <a:xfrm>
              <a:off x="7287122" y="1165658"/>
              <a:ext cx="1219403" cy="344253"/>
              <a:chOff x="7287122" y="1165658"/>
              <a:chExt cx="1219403" cy="344253"/>
            </a:xfrm>
          </p:grpSpPr>
          <p:sp>
            <p:nvSpPr>
              <p:cNvPr id="5847" name="Google Shape;5847;p5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8" name="Google Shape;5848;p56"/>
              <p:cNvGrpSpPr/>
              <p:nvPr/>
            </p:nvGrpSpPr>
            <p:grpSpPr>
              <a:xfrm>
                <a:off x="7287122" y="1341025"/>
                <a:ext cx="695703" cy="73419"/>
                <a:chOff x="7287122" y="1341025"/>
                <a:chExt cx="695703" cy="73419"/>
              </a:xfrm>
            </p:grpSpPr>
            <p:sp>
              <p:nvSpPr>
                <p:cNvPr id="5849" name="Google Shape;5849;p5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0" name="Google Shape;5850;p5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51" name="Google Shape;5851;p56"/>
          <p:cNvGrpSpPr/>
          <p:nvPr/>
        </p:nvGrpSpPr>
        <p:grpSpPr>
          <a:xfrm>
            <a:off x="5790464" y="973181"/>
            <a:ext cx="1397729" cy="1098540"/>
            <a:chOff x="5900602" y="1193063"/>
            <a:chExt cx="1299851" cy="1021707"/>
          </a:xfrm>
        </p:grpSpPr>
        <p:grpSp>
          <p:nvGrpSpPr>
            <p:cNvPr id="5852" name="Google Shape;5852;p56"/>
            <p:cNvGrpSpPr/>
            <p:nvPr/>
          </p:nvGrpSpPr>
          <p:grpSpPr>
            <a:xfrm>
              <a:off x="6520337" y="1193063"/>
              <a:ext cx="341815" cy="799959"/>
              <a:chOff x="6520337" y="1193063"/>
              <a:chExt cx="341815" cy="799959"/>
            </a:xfrm>
          </p:grpSpPr>
          <p:grpSp>
            <p:nvGrpSpPr>
              <p:cNvPr id="5853" name="Google Shape;5853;p56"/>
              <p:cNvGrpSpPr/>
              <p:nvPr/>
            </p:nvGrpSpPr>
            <p:grpSpPr>
              <a:xfrm>
                <a:off x="6520337" y="1589527"/>
                <a:ext cx="213950" cy="403494"/>
                <a:chOff x="6520337" y="1589527"/>
                <a:chExt cx="213950" cy="403494"/>
              </a:xfrm>
            </p:grpSpPr>
            <p:sp>
              <p:nvSpPr>
                <p:cNvPr id="5854" name="Google Shape;5854;p5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56"/>
              <p:cNvGrpSpPr/>
              <p:nvPr/>
            </p:nvGrpSpPr>
            <p:grpSpPr>
              <a:xfrm>
                <a:off x="6577204" y="1193063"/>
                <a:ext cx="284947" cy="464512"/>
                <a:chOff x="6577204" y="1193063"/>
                <a:chExt cx="284947" cy="464512"/>
              </a:xfrm>
            </p:grpSpPr>
            <p:sp>
              <p:nvSpPr>
                <p:cNvPr id="5857" name="Google Shape;5857;p5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8" name="Google Shape;5858;p5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9" name="Google Shape;5859;p56"/>
            <p:cNvGrpSpPr/>
            <p:nvPr/>
          </p:nvGrpSpPr>
          <p:grpSpPr>
            <a:xfrm>
              <a:off x="6238903" y="1193063"/>
              <a:ext cx="300475" cy="900152"/>
              <a:chOff x="6238903" y="1193063"/>
              <a:chExt cx="300475" cy="900152"/>
            </a:xfrm>
          </p:grpSpPr>
          <p:grpSp>
            <p:nvGrpSpPr>
              <p:cNvPr id="5860" name="Google Shape;5860;p56"/>
              <p:cNvGrpSpPr/>
              <p:nvPr/>
            </p:nvGrpSpPr>
            <p:grpSpPr>
              <a:xfrm>
                <a:off x="6290865" y="1489315"/>
                <a:ext cx="248514" cy="603900"/>
                <a:chOff x="6290865" y="1489315"/>
                <a:chExt cx="248514" cy="603900"/>
              </a:xfrm>
            </p:grpSpPr>
            <p:sp>
              <p:nvSpPr>
                <p:cNvPr id="5861" name="Google Shape;5861;p5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56"/>
              <p:cNvGrpSpPr/>
              <p:nvPr/>
            </p:nvGrpSpPr>
            <p:grpSpPr>
              <a:xfrm>
                <a:off x="6238903" y="1193063"/>
                <a:ext cx="284947" cy="333087"/>
                <a:chOff x="6238903" y="1193063"/>
                <a:chExt cx="284947" cy="333087"/>
              </a:xfrm>
            </p:grpSpPr>
            <p:sp>
              <p:nvSpPr>
                <p:cNvPr id="5864" name="Google Shape;5864;p5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5" name="Google Shape;5865;p5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6" name="Google Shape;5866;p56"/>
            <p:cNvGrpSpPr/>
            <p:nvPr/>
          </p:nvGrpSpPr>
          <p:grpSpPr>
            <a:xfrm>
              <a:off x="5900602" y="1193063"/>
              <a:ext cx="444345" cy="1021707"/>
              <a:chOff x="5900602" y="1193063"/>
              <a:chExt cx="444345" cy="1021707"/>
            </a:xfrm>
          </p:grpSpPr>
          <p:grpSp>
            <p:nvGrpSpPr>
              <p:cNvPr id="5867" name="Google Shape;5867;p56"/>
              <p:cNvGrpSpPr/>
              <p:nvPr/>
            </p:nvGrpSpPr>
            <p:grpSpPr>
              <a:xfrm>
                <a:off x="6046501" y="1367785"/>
                <a:ext cx="298446" cy="846986"/>
                <a:chOff x="6046501" y="1367785"/>
                <a:chExt cx="298446" cy="846986"/>
              </a:xfrm>
            </p:grpSpPr>
            <p:sp>
              <p:nvSpPr>
                <p:cNvPr id="5868" name="Google Shape;5868;p5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56"/>
              <p:cNvGrpSpPr/>
              <p:nvPr/>
            </p:nvGrpSpPr>
            <p:grpSpPr>
              <a:xfrm>
                <a:off x="5900602" y="1193063"/>
                <a:ext cx="284947" cy="182312"/>
                <a:chOff x="5900602" y="1193063"/>
                <a:chExt cx="284947" cy="182312"/>
              </a:xfrm>
            </p:grpSpPr>
            <p:sp>
              <p:nvSpPr>
                <p:cNvPr id="5871" name="Google Shape;5871;p5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2" name="Google Shape;5872;p5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73" name="Google Shape;5873;p56"/>
            <p:cNvGrpSpPr/>
            <p:nvPr/>
          </p:nvGrpSpPr>
          <p:grpSpPr>
            <a:xfrm>
              <a:off x="6738300" y="1193063"/>
              <a:ext cx="462153" cy="707634"/>
              <a:chOff x="6738300" y="1193063"/>
              <a:chExt cx="462153" cy="707634"/>
            </a:xfrm>
          </p:grpSpPr>
          <p:grpSp>
            <p:nvGrpSpPr>
              <p:cNvPr id="5874" name="Google Shape;5874;p56"/>
              <p:cNvGrpSpPr/>
              <p:nvPr/>
            </p:nvGrpSpPr>
            <p:grpSpPr>
              <a:xfrm>
                <a:off x="6915505" y="1193063"/>
                <a:ext cx="284947" cy="597387"/>
                <a:chOff x="6915505" y="1193063"/>
                <a:chExt cx="284947" cy="597387"/>
              </a:xfrm>
            </p:grpSpPr>
            <p:sp>
              <p:nvSpPr>
                <p:cNvPr id="5875" name="Google Shape;5875;p5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6" name="Google Shape;5876;p5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77" name="Google Shape;5877;p56"/>
              <p:cNvGrpSpPr/>
              <p:nvPr/>
            </p:nvGrpSpPr>
            <p:grpSpPr>
              <a:xfrm>
                <a:off x="6738300" y="1684725"/>
                <a:ext cx="230066" cy="215971"/>
                <a:chOff x="6738300" y="1684725"/>
                <a:chExt cx="230066" cy="215971"/>
              </a:xfrm>
            </p:grpSpPr>
            <p:sp>
              <p:nvSpPr>
                <p:cNvPr id="5878" name="Google Shape;5878;p5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83" name="Shape 5883"/>
        <p:cNvGrpSpPr/>
        <p:nvPr/>
      </p:nvGrpSpPr>
      <p:grpSpPr>
        <a:xfrm>
          <a:off x="0" y="0"/>
          <a:ext cx="0" cy="0"/>
          <a:chOff x="0" y="0"/>
          <a:chExt cx="0" cy="0"/>
        </a:xfrm>
      </p:grpSpPr>
      <p:grpSp>
        <p:nvGrpSpPr>
          <p:cNvPr id="5884" name="Google Shape;5884;p57"/>
          <p:cNvGrpSpPr/>
          <p:nvPr/>
        </p:nvGrpSpPr>
        <p:grpSpPr>
          <a:xfrm>
            <a:off x="821785" y="2307635"/>
            <a:ext cx="339235" cy="298186"/>
            <a:chOff x="898875" y="244725"/>
            <a:chExt cx="481800" cy="423500"/>
          </a:xfrm>
        </p:grpSpPr>
        <p:sp>
          <p:nvSpPr>
            <p:cNvPr id="5885" name="Google Shape;5885;p5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5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5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5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5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5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1" name="Google Shape;5891;p57"/>
          <p:cNvGrpSpPr/>
          <p:nvPr/>
        </p:nvGrpSpPr>
        <p:grpSpPr>
          <a:xfrm>
            <a:off x="1260167" y="2287103"/>
            <a:ext cx="298169" cy="339253"/>
            <a:chOff x="1529350" y="258825"/>
            <a:chExt cx="423475" cy="481825"/>
          </a:xfrm>
        </p:grpSpPr>
        <p:sp>
          <p:nvSpPr>
            <p:cNvPr id="5892" name="Google Shape;5892;p5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5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4" name="Google Shape;5894;p57"/>
          <p:cNvGrpSpPr/>
          <p:nvPr/>
        </p:nvGrpSpPr>
        <p:grpSpPr>
          <a:xfrm>
            <a:off x="2102437" y="2287102"/>
            <a:ext cx="298169" cy="339253"/>
            <a:chOff x="2707500" y="249400"/>
            <a:chExt cx="423475" cy="481825"/>
          </a:xfrm>
        </p:grpSpPr>
        <p:sp>
          <p:nvSpPr>
            <p:cNvPr id="5895" name="Google Shape;5895;p5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5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7" name="Google Shape;5897;p57"/>
          <p:cNvGrpSpPr/>
          <p:nvPr/>
        </p:nvGrpSpPr>
        <p:grpSpPr>
          <a:xfrm>
            <a:off x="2516052" y="2287428"/>
            <a:ext cx="305386" cy="338602"/>
            <a:chOff x="3300325" y="249875"/>
            <a:chExt cx="433725" cy="480900"/>
          </a:xfrm>
        </p:grpSpPr>
        <p:sp>
          <p:nvSpPr>
            <p:cNvPr id="5898" name="Google Shape;5898;p5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5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0" name="Google Shape;5900;p5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5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5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5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4" name="Google Shape;5904;p57"/>
          <p:cNvGrpSpPr/>
          <p:nvPr/>
        </p:nvGrpSpPr>
        <p:grpSpPr>
          <a:xfrm>
            <a:off x="1653142" y="2367273"/>
            <a:ext cx="340890" cy="178912"/>
            <a:chOff x="2084325" y="363300"/>
            <a:chExt cx="484150" cy="254100"/>
          </a:xfrm>
        </p:grpSpPr>
        <p:sp>
          <p:nvSpPr>
            <p:cNvPr id="5905" name="Google Shape;5905;p5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5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7" name="Google Shape;5907;p57"/>
          <p:cNvGrpSpPr/>
          <p:nvPr/>
        </p:nvGrpSpPr>
        <p:grpSpPr>
          <a:xfrm>
            <a:off x="2905137" y="2287349"/>
            <a:ext cx="352349" cy="338760"/>
            <a:chOff x="3854700" y="249750"/>
            <a:chExt cx="500425" cy="481125"/>
          </a:xfrm>
        </p:grpSpPr>
        <p:sp>
          <p:nvSpPr>
            <p:cNvPr id="5908" name="Google Shape;5908;p5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5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5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5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2" name="Google Shape;5912;p5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3" name="Google Shape;5913;p5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5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5" name="Google Shape;5915;p5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6" name="Google Shape;5916;p57"/>
          <p:cNvGrpSpPr/>
          <p:nvPr/>
        </p:nvGrpSpPr>
        <p:grpSpPr>
          <a:xfrm>
            <a:off x="3323126" y="2287349"/>
            <a:ext cx="352349" cy="338760"/>
            <a:chOff x="4447550" y="249750"/>
            <a:chExt cx="500425" cy="481125"/>
          </a:xfrm>
        </p:grpSpPr>
        <p:sp>
          <p:nvSpPr>
            <p:cNvPr id="5917" name="Google Shape;5917;p5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5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9" name="Google Shape;5919;p57"/>
          <p:cNvGrpSpPr/>
          <p:nvPr/>
        </p:nvGrpSpPr>
        <p:grpSpPr>
          <a:xfrm>
            <a:off x="3752328" y="2287102"/>
            <a:ext cx="339253" cy="339253"/>
            <a:chOff x="5049725" y="249400"/>
            <a:chExt cx="481825" cy="481825"/>
          </a:xfrm>
        </p:grpSpPr>
        <p:sp>
          <p:nvSpPr>
            <p:cNvPr id="5920" name="Google Shape;5920;p5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1" name="Google Shape;5921;p5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2" name="Google Shape;5922;p57"/>
          <p:cNvGrpSpPr/>
          <p:nvPr/>
        </p:nvGrpSpPr>
        <p:grpSpPr>
          <a:xfrm>
            <a:off x="4166269" y="2287102"/>
            <a:ext cx="339253" cy="339253"/>
            <a:chOff x="5660400" y="238125"/>
            <a:chExt cx="481825" cy="481825"/>
          </a:xfrm>
        </p:grpSpPr>
        <p:sp>
          <p:nvSpPr>
            <p:cNvPr id="5923" name="Google Shape;5923;p5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5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5" name="Google Shape;5925;p57"/>
          <p:cNvGrpSpPr/>
          <p:nvPr/>
        </p:nvGrpSpPr>
        <p:grpSpPr>
          <a:xfrm>
            <a:off x="4582955" y="2287102"/>
            <a:ext cx="339253" cy="339253"/>
            <a:chOff x="6235400" y="249400"/>
            <a:chExt cx="481825" cy="481825"/>
          </a:xfrm>
        </p:grpSpPr>
        <p:sp>
          <p:nvSpPr>
            <p:cNvPr id="5926" name="Google Shape;5926;p5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7" name="Google Shape;5927;p5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8" name="Google Shape;5928;p5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5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5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1" name="Google Shape;5931;p57"/>
          <p:cNvGrpSpPr/>
          <p:nvPr/>
        </p:nvGrpSpPr>
        <p:grpSpPr>
          <a:xfrm>
            <a:off x="821301" y="2731810"/>
            <a:ext cx="340204" cy="298116"/>
            <a:chOff x="899850" y="871450"/>
            <a:chExt cx="483175" cy="423400"/>
          </a:xfrm>
        </p:grpSpPr>
        <p:sp>
          <p:nvSpPr>
            <p:cNvPr id="5932" name="Google Shape;5932;p5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3" name="Google Shape;5933;p5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4" name="Google Shape;5934;p5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5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6" name="Google Shape;5936;p57"/>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7" name="Google Shape;5937;p57"/>
          <p:cNvGrpSpPr/>
          <p:nvPr/>
        </p:nvGrpSpPr>
        <p:grpSpPr>
          <a:xfrm>
            <a:off x="1653301" y="2711232"/>
            <a:ext cx="340573" cy="339271"/>
            <a:chOff x="2085450" y="842250"/>
            <a:chExt cx="483700" cy="481850"/>
          </a:xfrm>
        </p:grpSpPr>
        <p:sp>
          <p:nvSpPr>
            <p:cNvPr id="5938" name="Google Shape;5938;p5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5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0" name="Google Shape;5940;p5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1" name="Google Shape;5941;p57"/>
          <p:cNvGrpSpPr/>
          <p:nvPr/>
        </p:nvGrpSpPr>
        <p:grpSpPr>
          <a:xfrm>
            <a:off x="2081868" y="2711241"/>
            <a:ext cx="339306" cy="339253"/>
            <a:chOff x="2685825" y="840375"/>
            <a:chExt cx="481900" cy="481825"/>
          </a:xfrm>
        </p:grpSpPr>
        <p:sp>
          <p:nvSpPr>
            <p:cNvPr id="5942" name="Google Shape;5942;p5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5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4" name="Google Shape;5944;p57"/>
          <p:cNvGrpSpPr/>
          <p:nvPr/>
        </p:nvGrpSpPr>
        <p:grpSpPr>
          <a:xfrm>
            <a:off x="2493529" y="2710924"/>
            <a:ext cx="350431" cy="339887"/>
            <a:chOff x="3270675" y="841800"/>
            <a:chExt cx="497700" cy="482725"/>
          </a:xfrm>
        </p:grpSpPr>
        <p:sp>
          <p:nvSpPr>
            <p:cNvPr id="5945" name="Google Shape;5945;p5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5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5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48" name="Google Shape;5948;p57"/>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49" name="Google Shape;5949;p57"/>
          <p:cNvGrpSpPr/>
          <p:nvPr/>
        </p:nvGrpSpPr>
        <p:grpSpPr>
          <a:xfrm>
            <a:off x="3329675" y="2731783"/>
            <a:ext cx="339253" cy="298169"/>
            <a:chOff x="4467200" y="877100"/>
            <a:chExt cx="481825" cy="423475"/>
          </a:xfrm>
        </p:grpSpPr>
        <p:sp>
          <p:nvSpPr>
            <p:cNvPr id="5950" name="Google Shape;5950;p5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5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5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3" name="Google Shape;5953;p5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4" name="Google Shape;5954;p57"/>
          <p:cNvGrpSpPr/>
          <p:nvPr/>
        </p:nvGrpSpPr>
        <p:grpSpPr>
          <a:xfrm>
            <a:off x="3744565" y="2711232"/>
            <a:ext cx="354778" cy="339271"/>
            <a:chOff x="5045500" y="842250"/>
            <a:chExt cx="503875" cy="481850"/>
          </a:xfrm>
        </p:grpSpPr>
        <p:sp>
          <p:nvSpPr>
            <p:cNvPr id="5955" name="Google Shape;5955;p5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5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7" name="Google Shape;5957;p57"/>
          <p:cNvGrpSpPr/>
          <p:nvPr/>
        </p:nvGrpSpPr>
        <p:grpSpPr>
          <a:xfrm>
            <a:off x="4167413" y="2737451"/>
            <a:ext cx="336965" cy="286833"/>
            <a:chOff x="5645200" y="879425"/>
            <a:chExt cx="478575" cy="407375"/>
          </a:xfrm>
        </p:grpSpPr>
        <p:sp>
          <p:nvSpPr>
            <p:cNvPr id="5958" name="Google Shape;5958;p5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5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5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1" name="Google Shape;5961;p5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2" name="Google Shape;5962;p5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5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4" name="Google Shape;5964;p57"/>
          <p:cNvGrpSpPr/>
          <p:nvPr/>
        </p:nvGrpSpPr>
        <p:grpSpPr>
          <a:xfrm>
            <a:off x="4603488" y="2711241"/>
            <a:ext cx="298186" cy="339253"/>
            <a:chOff x="6264525" y="842250"/>
            <a:chExt cx="423500" cy="481825"/>
          </a:xfrm>
        </p:grpSpPr>
        <p:sp>
          <p:nvSpPr>
            <p:cNvPr id="5965" name="Google Shape;5965;p5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5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5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5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9" name="Google Shape;5969;p5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5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5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2" name="Google Shape;5972;p57"/>
          <p:cNvGrpSpPr/>
          <p:nvPr/>
        </p:nvGrpSpPr>
        <p:grpSpPr>
          <a:xfrm>
            <a:off x="821776" y="3125895"/>
            <a:ext cx="339253" cy="339253"/>
            <a:chOff x="900750" y="1436075"/>
            <a:chExt cx="481825" cy="481825"/>
          </a:xfrm>
        </p:grpSpPr>
        <p:sp>
          <p:nvSpPr>
            <p:cNvPr id="5973" name="Google Shape;5973;p5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4" name="Google Shape;5974;p5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5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6" name="Google Shape;5976;p5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7" name="Google Shape;5977;p57"/>
          <p:cNvGrpSpPr/>
          <p:nvPr/>
        </p:nvGrpSpPr>
        <p:grpSpPr>
          <a:xfrm>
            <a:off x="1239624" y="3186183"/>
            <a:ext cx="339253" cy="218676"/>
            <a:chOff x="1492675" y="1520750"/>
            <a:chExt cx="481825" cy="310575"/>
          </a:xfrm>
        </p:grpSpPr>
        <p:sp>
          <p:nvSpPr>
            <p:cNvPr id="5978" name="Google Shape;5978;p5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5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0" name="Google Shape;5980;p57"/>
          <p:cNvGrpSpPr/>
          <p:nvPr/>
        </p:nvGrpSpPr>
        <p:grpSpPr>
          <a:xfrm>
            <a:off x="1647421" y="3125877"/>
            <a:ext cx="352332" cy="339288"/>
            <a:chOff x="2071000" y="1435025"/>
            <a:chExt cx="500400" cy="481875"/>
          </a:xfrm>
        </p:grpSpPr>
        <p:sp>
          <p:nvSpPr>
            <p:cNvPr id="5981" name="Google Shape;5981;p5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2" name="Google Shape;5982;p5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5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4" name="Google Shape;5984;p57"/>
          <p:cNvGrpSpPr/>
          <p:nvPr/>
        </p:nvGrpSpPr>
        <p:grpSpPr>
          <a:xfrm>
            <a:off x="2073509" y="3167747"/>
            <a:ext cx="351874" cy="297623"/>
            <a:chOff x="2678350" y="1464650"/>
            <a:chExt cx="499750" cy="422700"/>
          </a:xfrm>
        </p:grpSpPr>
        <p:sp>
          <p:nvSpPr>
            <p:cNvPr id="5985" name="Google Shape;5985;p5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5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7" name="Google Shape;5987;p5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8" name="Google Shape;5988;p57"/>
          <p:cNvGrpSpPr/>
          <p:nvPr/>
        </p:nvGrpSpPr>
        <p:grpSpPr>
          <a:xfrm>
            <a:off x="2499118" y="3125895"/>
            <a:ext cx="339253" cy="339253"/>
            <a:chOff x="3271200" y="1435075"/>
            <a:chExt cx="481825" cy="481825"/>
          </a:xfrm>
        </p:grpSpPr>
        <p:sp>
          <p:nvSpPr>
            <p:cNvPr id="5989" name="Google Shape;5989;p5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5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1" name="Google Shape;5991;p57"/>
          <p:cNvGrpSpPr/>
          <p:nvPr/>
        </p:nvGrpSpPr>
        <p:grpSpPr>
          <a:xfrm>
            <a:off x="2909591" y="3125877"/>
            <a:ext cx="343442" cy="339288"/>
            <a:chOff x="3858100" y="1435075"/>
            <a:chExt cx="487775" cy="481875"/>
          </a:xfrm>
        </p:grpSpPr>
        <p:sp>
          <p:nvSpPr>
            <p:cNvPr id="5992" name="Google Shape;5992;p5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5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4" name="Google Shape;5994;p5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5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5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7" name="Google Shape;5997;p57"/>
          <p:cNvGrpSpPr/>
          <p:nvPr/>
        </p:nvGrpSpPr>
        <p:grpSpPr>
          <a:xfrm>
            <a:off x="3329674" y="3125895"/>
            <a:ext cx="339253" cy="339253"/>
            <a:chOff x="4456875" y="1435075"/>
            <a:chExt cx="481825" cy="481825"/>
          </a:xfrm>
        </p:grpSpPr>
        <p:sp>
          <p:nvSpPr>
            <p:cNvPr id="5998" name="Google Shape;5998;p5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5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5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1" name="Google Shape;6001;p5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2" name="Google Shape;6002;p5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5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5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5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5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5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5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5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5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5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5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5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4" name="Google Shape;6014;p5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5" name="Google Shape;6015;p5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5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7" name="Google Shape;6017;p57"/>
          <p:cNvGrpSpPr/>
          <p:nvPr/>
        </p:nvGrpSpPr>
        <p:grpSpPr>
          <a:xfrm>
            <a:off x="3750665" y="3125886"/>
            <a:ext cx="342580" cy="339271"/>
            <a:chOff x="5049725" y="1435050"/>
            <a:chExt cx="486550" cy="481850"/>
          </a:xfrm>
        </p:grpSpPr>
        <p:sp>
          <p:nvSpPr>
            <p:cNvPr id="6018" name="Google Shape;6018;p5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9" name="Google Shape;6019;p5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5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5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2" name="Google Shape;6022;p57"/>
          <p:cNvGrpSpPr/>
          <p:nvPr/>
        </p:nvGrpSpPr>
        <p:grpSpPr>
          <a:xfrm>
            <a:off x="4166216" y="3125895"/>
            <a:ext cx="339359" cy="339253"/>
            <a:chOff x="5642475" y="1435075"/>
            <a:chExt cx="481975" cy="481825"/>
          </a:xfrm>
        </p:grpSpPr>
        <p:sp>
          <p:nvSpPr>
            <p:cNvPr id="6023" name="Google Shape;6023;p5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4" name="Google Shape;6024;p5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5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6" name="Google Shape;6026;p57"/>
          <p:cNvGrpSpPr/>
          <p:nvPr/>
        </p:nvGrpSpPr>
        <p:grpSpPr>
          <a:xfrm>
            <a:off x="4580702" y="3125886"/>
            <a:ext cx="343759" cy="339271"/>
            <a:chOff x="6232000" y="1435050"/>
            <a:chExt cx="488225" cy="481850"/>
          </a:xfrm>
        </p:grpSpPr>
        <p:sp>
          <p:nvSpPr>
            <p:cNvPr id="6027" name="Google Shape;6027;p5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5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9" name="Google Shape;6029;p5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5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5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2" name="Google Shape;6032;p57"/>
          <p:cNvGrpSpPr/>
          <p:nvPr/>
        </p:nvGrpSpPr>
        <p:grpSpPr>
          <a:xfrm>
            <a:off x="841438" y="3539545"/>
            <a:ext cx="299929" cy="337792"/>
            <a:chOff x="924450" y="2028975"/>
            <a:chExt cx="425975" cy="479750"/>
          </a:xfrm>
        </p:grpSpPr>
        <p:sp>
          <p:nvSpPr>
            <p:cNvPr id="6033" name="Google Shape;6033;p5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5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5" name="Google Shape;6035;p5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6" name="Google Shape;6036;p57"/>
          <p:cNvGrpSpPr/>
          <p:nvPr/>
        </p:nvGrpSpPr>
        <p:grpSpPr>
          <a:xfrm>
            <a:off x="1653934" y="3559347"/>
            <a:ext cx="339306" cy="298186"/>
            <a:chOff x="2085450" y="2057100"/>
            <a:chExt cx="481900" cy="423500"/>
          </a:xfrm>
        </p:grpSpPr>
        <p:sp>
          <p:nvSpPr>
            <p:cNvPr id="6037" name="Google Shape;6037;p5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5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9" name="Google Shape;6039;p5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0" name="Google Shape;6040;p57"/>
          <p:cNvGrpSpPr/>
          <p:nvPr/>
        </p:nvGrpSpPr>
        <p:grpSpPr>
          <a:xfrm>
            <a:off x="2081868" y="3582592"/>
            <a:ext cx="339306" cy="251698"/>
            <a:chOff x="2678275" y="2090100"/>
            <a:chExt cx="481900" cy="357475"/>
          </a:xfrm>
        </p:grpSpPr>
        <p:sp>
          <p:nvSpPr>
            <p:cNvPr id="6041" name="Google Shape;6041;p5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5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3" name="Google Shape;6043;p5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4" name="Google Shape;6044;p5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5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6" name="Google Shape;6046;p57"/>
          <p:cNvGrpSpPr/>
          <p:nvPr/>
        </p:nvGrpSpPr>
        <p:grpSpPr>
          <a:xfrm>
            <a:off x="2559072" y="3594790"/>
            <a:ext cx="219345" cy="227301"/>
            <a:chOff x="3357325" y="2093500"/>
            <a:chExt cx="311525" cy="322825"/>
          </a:xfrm>
        </p:grpSpPr>
        <p:sp>
          <p:nvSpPr>
            <p:cNvPr id="6047" name="Google Shape;6047;p5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8" name="Google Shape;6048;p5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5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50" name="Google Shape;6050;p57"/>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51" name="Google Shape;6051;p57"/>
          <p:cNvGrpSpPr/>
          <p:nvPr/>
        </p:nvGrpSpPr>
        <p:grpSpPr>
          <a:xfrm>
            <a:off x="3353262" y="3538814"/>
            <a:ext cx="292078" cy="339253"/>
            <a:chOff x="4492800" y="2027925"/>
            <a:chExt cx="414825" cy="481825"/>
          </a:xfrm>
        </p:grpSpPr>
        <p:sp>
          <p:nvSpPr>
            <p:cNvPr id="6052" name="Google Shape;6052;p5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3" name="Google Shape;6053;p5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4" name="Google Shape;6054;p57"/>
          <p:cNvGrpSpPr/>
          <p:nvPr/>
        </p:nvGrpSpPr>
        <p:grpSpPr>
          <a:xfrm>
            <a:off x="3752354" y="3538805"/>
            <a:ext cx="339200" cy="339271"/>
            <a:chOff x="5049725" y="2027900"/>
            <a:chExt cx="481750" cy="481850"/>
          </a:xfrm>
        </p:grpSpPr>
        <p:sp>
          <p:nvSpPr>
            <p:cNvPr id="6055" name="Google Shape;6055;p5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5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5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5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9" name="Google Shape;6059;p5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0" name="Google Shape;6060;p5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5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5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3" name="Google Shape;6063;p57"/>
          <p:cNvGrpSpPr/>
          <p:nvPr/>
        </p:nvGrpSpPr>
        <p:grpSpPr>
          <a:xfrm>
            <a:off x="4225950" y="3538893"/>
            <a:ext cx="219890" cy="339095"/>
            <a:chOff x="5726350" y="2028150"/>
            <a:chExt cx="312300" cy="481600"/>
          </a:xfrm>
        </p:grpSpPr>
        <p:sp>
          <p:nvSpPr>
            <p:cNvPr id="6064" name="Google Shape;6064;p5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5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5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7" name="Google Shape;6067;p57"/>
          <p:cNvGrpSpPr/>
          <p:nvPr/>
        </p:nvGrpSpPr>
        <p:grpSpPr>
          <a:xfrm>
            <a:off x="4586141" y="3542000"/>
            <a:ext cx="332881" cy="332881"/>
            <a:chOff x="6239925" y="2032450"/>
            <a:chExt cx="472775" cy="472775"/>
          </a:xfrm>
        </p:grpSpPr>
        <p:sp>
          <p:nvSpPr>
            <p:cNvPr id="6068" name="Google Shape;6068;p5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5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0" name="Google Shape;6070;p57"/>
          <p:cNvGrpSpPr/>
          <p:nvPr/>
        </p:nvGrpSpPr>
        <p:grpSpPr>
          <a:xfrm>
            <a:off x="5035233" y="2364092"/>
            <a:ext cx="334641" cy="185425"/>
            <a:chOff x="903075" y="2730000"/>
            <a:chExt cx="475275" cy="263350"/>
          </a:xfrm>
        </p:grpSpPr>
        <p:sp>
          <p:nvSpPr>
            <p:cNvPr id="6071" name="Google Shape;6071;p5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5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5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4" name="Google Shape;6074;p57"/>
          <p:cNvGrpSpPr/>
          <p:nvPr/>
        </p:nvGrpSpPr>
        <p:grpSpPr>
          <a:xfrm>
            <a:off x="1239624" y="3538814"/>
            <a:ext cx="339253" cy="339253"/>
            <a:chOff x="1492675" y="2027925"/>
            <a:chExt cx="481825" cy="481825"/>
          </a:xfrm>
        </p:grpSpPr>
        <p:sp>
          <p:nvSpPr>
            <p:cNvPr id="6075" name="Google Shape;6075;p5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6" name="Google Shape;6076;p5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5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5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9" name="Google Shape;6079;p5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0" name="Google Shape;6080;p57"/>
          <p:cNvGrpSpPr/>
          <p:nvPr/>
        </p:nvGrpSpPr>
        <p:grpSpPr>
          <a:xfrm>
            <a:off x="5466000" y="2287178"/>
            <a:ext cx="339253" cy="339253"/>
            <a:chOff x="1492675" y="2620775"/>
            <a:chExt cx="481825" cy="481825"/>
          </a:xfrm>
        </p:grpSpPr>
        <p:sp>
          <p:nvSpPr>
            <p:cNvPr id="6081" name="Google Shape;6081;p5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5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83" name="Google Shape;6083;p57"/>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84" name="Google Shape;6084;p57"/>
          <p:cNvGrpSpPr/>
          <p:nvPr/>
        </p:nvGrpSpPr>
        <p:grpSpPr>
          <a:xfrm>
            <a:off x="6289754" y="2303161"/>
            <a:ext cx="333585" cy="307287"/>
            <a:chOff x="2682350" y="2643425"/>
            <a:chExt cx="473775" cy="436425"/>
          </a:xfrm>
        </p:grpSpPr>
        <p:sp>
          <p:nvSpPr>
            <p:cNvPr id="6085" name="Google Shape;6085;p5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5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7" name="Google Shape;6087;p5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8" name="Google Shape;6088;p5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5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5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5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2" name="Google Shape;6092;p57"/>
          <p:cNvGrpSpPr/>
          <p:nvPr/>
        </p:nvGrpSpPr>
        <p:grpSpPr>
          <a:xfrm>
            <a:off x="6755243" y="2287178"/>
            <a:ext cx="238531" cy="339253"/>
            <a:chOff x="3342725" y="2620775"/>
            <a:chExt cx="338775" cy="481825"/>
          </a:xfrm>
        </p:grpSpPr>
        <p:sp>
          <p:nvSpPr>
            <p:cNvPr id="6093" name="Google Shape;6093;p5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5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5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6" name="Google Shape;6096;p57"/>
          <p:cNvGrpSpPr/>
          <p:nvPr/>
        </p:nvGrpSpPr>
        <p:grpSpPr>
          <a:xfrm>
            <a:off x="7148994" y="2287178"/>
            <a:ext cx="278296" cy="339253"/>
            <a:chOff x="3907325" y="2620775"/>
            <a:chExt cx="395250" cy="481825"/>
          </a:xfrm>
        </p:grpSpPr>
        <p:sp>
          <p:nvSpPr>
            <p:cNvPr id="6097" name="Google Shape;6097;p5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5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5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5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1" name="Google Shape;6101;p57"/>
          <p:cNvGrpSpPr/>
          <p:nvPr/>
        </p:nvGrpSpPr>
        <p:grpSpPr>
          <a:xfrm>
            <a:off x="7542181" y="2297783"/>
            <a:ext cx="339253" cy="318042"/>
            <a:chOff x="4456875" y="2635825"/>
            <a:chExt cx="481825" cy="451700"/>
          </a:xfrm>
        </p:grpSpPr>
        <p:sp>
          <p:nvSpPr>
            <p:cNvPr id="6102" name="Google Shape;6102;p5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5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4" name="Google Shape;6104;p5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5" name="Google Shape;6105;p5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5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5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8" name="Google Shape;6108;p57"/>
          <p:cNvGrpSpPr/>
          <p:nvPr/>
        </p:nvGrpSpPr>
        <p:grpSpPr>
          <a:xfrm>
            <a:off x="7967105" y="2297783"/>
            <a:ext cx="339253" cy="318042"/>
            <a:chOff x="5049725" y="2635825"/>
            <a:chExt cx="481825" cy="451700"/>
          </a:xfrm>
        </p:grpSpPr>
        <p:sp>
          <p:nvSpPr>
            <p:cNvPr id="6109" name="Google Shape;6109;p5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5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5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2" name="Google Shape;6112;p57"/>
          <p:cNvGrpSpPr/>
          <p:nvPr/>
        </p:nvGrpSpPr>
        <p:grpSpPr>
          <a:xfrm>
            <a:off x="2211475" y="3952243"/>
            <a:ext cx="338566" cy="338373"/>
            <a:chOff x="5643000" y="2621375"/>
            <a:chExt cx="480850" cy="480575"/>
          </a:xfrm>
        </p:grpSpPr>
        <p:sp>
          <p:nvSpPr>
            <p:cNvPr id="6113" name="Google Shape;6113;p5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5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5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5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5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5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9" name="Google Shape;6119;p5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0" name="Google Shape;6120;p57"/>
          <p:cNvGrpSpPr/>
          <p:nvPr/>
        </p:nvGrpSpPr>
        <p:grpSpPr>
          <a:xfrm>
            <a:off x="4032695" y="3951803"/>
            <a:ext cx="339359" cy="339253"/>
            <a:chOff x="6235250" y="2620775"/>
            <a:chExt cx="481975" cy="481825"/>
          </a:xfrm>
        </p:grpSpPr>
        <p:sp>
          <p:nvSpPr>
            <p:cNvPr id="6121" name="Google Shape;6121;p5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2" name="Google Shape;6122;p5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3" name="Google Shape;6123;p5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5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5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26" name="Google Shape;6126;p57"/>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27" name="Google Shape;6127;p57"/>
          <p:cNvGrpSpPr/>
          <p:nvPr/>
        </p:nvGrpSpPr>
        <p:grpSpPr>
          <a:xfrm>
            <a:off x="5465078" y="2711317"/>
            <a:ext cx="341101" cy="339253"/>
            <a:chOff x="1535000" y="3223325"/>
            <a:chExt cx="484450" cy="481825"/>
          </a:xfrm>
        </p:grpSpPr>
        <p:sp>
          <p:nvSpPr>
            <p:cNvPr id="6128" name="Google Shape;6128;p5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5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0" name="Google Shape;6130;p5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1" name="Google Shape;6131;p57"/>
          <p:cNvGrpSpPr/>
          <p:nvPr/>
        </p:nvGrpSpPr>
        <p:grpSpPr>
          <a:xfrm>
            <a:off x="5872645" y="2746618"/>
            <a:ext cx="339253" cy="268649"/>
            <a:chOff x="2085525" y="3263750"/>
            <a:chExt cx="481825" cy="381550"/>
          </a:xfrm>
        </p:grpSpPr>
        <p:sp>
          <p:nvSpPr>
            <p:cNvPr id="6132" name="Google Shape;6132;p5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5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4" name="Google Shape;6134;p57"/>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5" name="Google Shape;6135;p57"/>
          <p:cNvGrpSpPr/>
          <p:nvPr/>
        </p:nvGrpSpPr>
        <p:grpSpPr>
          <a:xfrm>
            <a:off x="6704407" y="2711308"/>
            <a:ext cx="340204" cy="339271"/>
            <a:chOff x="3270450" y="3213625"/>
            <a:chExt cx="483175" cy="481850"/>
          </a:xfrm>
        </p:grpSpPr>
        <p:sp>
          <p:nvSpPr>
            <p:cNvPr id="6136" name="Google Shape;6136;p5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7" name="Google Shape;6137;p5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8" name="Google Shape;6138;p57"/>
          <p:cNvGrpSpPr/>
          <p:nvPr/>
        </p:nvGrpSpPr>
        <p:grpSpPr>
          <a:xfrm>
            <a:off x="7203676" y="2711317"/>
            <a:ext cx="168931" cy="339253"/>
            <a:chOff x="3984950" y="3213600"/>
            <a:chExt cx="239925" cy="481825"/>
          </a:xfrm>
        </p:grpSpPr>
        <p:sp>
          <p:nvSpPr>
            <p:cNvPr id="6139" name="Google Shape;6139;p5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0" name="Google Shape;6140;p5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41" name="Google Shape;6141;p57"/>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57"/>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43" name="Google Shape;6143;p57"/>
          <p:cNvGrpSpPr/>
          <p:nvPr/>
        </p:nvGrpSpPr>
        <p:grpSpPr>
          <a:xfrm>
            <a:off x="1736111" y="3981487"/>
            <a:ext cx="355218" cy="279880"/>
            <a:chOff x="5629975" y="3255775"/>
            <a:chExt cx="504500" cy="397500"/>
          </a:xfrm>
        </p:grpSpPr>
        <p:sp>
          <p:nvSpPr>
            <p:cNvPr id="6144" name="Google Shape;6144;p5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5" name="Google Shape;6145;p5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6" name="Google Shape;6146;p5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7" name="Google Shape;6147;p5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5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9" name="Google Shape;6149;p57"/>
          <p:cNvGrpSpPr/>
          <p:nvPr/>
        </p:nvGrpSpPr>
        <p:grpSpPr>
          <a:xfrm>
            <a:off x="3572294" y="3981593"/>
            <a:ext cx="340256" cy="279669"/>
            <a:chOff x="6234950" y="3255925"/>
            <a:chExt cx="483250" cy="397200"/>
          </a:xfrm>
        </p:grpSpPr>
        <p:sp>
          <p:nvSpPr>
            <p:cNvPr id="6150" name="Google Shape;6150;p5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1" name="Google Shape;6151;p5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2" name="Google Shape;6152;p5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3" name="Google Shape;6153;p5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4" name="Google Shape;6154;p5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5" name="Google Shape;6155;p5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6" name="Google Shape;6156;p57"/>
          <p:cNvGrpSpPr/>
          <p:nvPr/>
        </p:nvGrpSpPr>
        <p:grpSpPr>
          <a:xfrm>
            <a:off x="5043532" y="3125970"/>
            <a:ext cx="318042" cy="339253"/>
            <a:chOff x="914900" y="3806450"/>
            <a:chExt cx="451700" cy="481825"/>
          </a:xfrm>
        </p:grpSpPr>
        <p:sp>
          <p:nvSpPr>
            <p:cNvPr id="6157" name="Google Shape;6157;p5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8" name="Google Shape;6158;p5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9" name="Google Shape;6159;p5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5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1" name="Google Shape;6161;p5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2" name="Google Shape;6162;p57"/>
          <p:cNvGrpSpPr/>
          <p:nvPr/>
        </p:nvGrpSpPr>
        <p:grpSpPr>
          <a:xfrm>
            <a:off x="5462454" y="3125785"/>
            <a:ext cx="346347" cy="339623"/>
            <a:chOff x="1490050" y="3805975"/>
            <a:chExt cx="491900" cy="482350"/>
          </a:xfrm>
        </p:grpSpPr>
        <p:sp>
          <p:nvSpPr>
            <p:cNvPr id="6163" name="Google Shape;6163;p5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5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5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6" name="Google Shape;6166;p5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7" name="Google Shape;6167;p57"/>
          <p:cNvGrpSpPr/>
          <p:nvPr/>
        </p:nvGrpSpPr>
        <p:grpSpPr>
          <a:xfrm>
            <a:off x="5886322" y="3125970"/>
            <a:ext cx="311899" cy="339253"/>
            <a:chOff x="2104275" y="3806450"/>
            <a:chExt cx="442975" cy="481825"/>
          </a:xfrm>
        </p:grpSpPr>
        <p:sp>
          <p:nvSpPr>
            <p:cNvPr id="6168" name="Google Shape;6168;p5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5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0" name="Google Shape;6170;p57"/>
          <p:cNvGrpSpPr/>
          <p:nvPr/>
        </p:nvGrpSpPr>
        <p:grpSpPr>
          <a:xfrm>
            <a:off x="6309839" y="3125970"/>
            <a:ext cx="293416" cy="339253"/>
            <a:chOff x="2710875" y="3806450"/>
            <a:chExt cx="416725" cy="481825"/>
          </a:xfrm>
        </p:grpSpPr>
        <p:sp>
          <p:nvSpPr>
            <p:cNvPr id="6171" name="Google Shape;6171;p5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5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3" name="Google Shape;6173;p57"/>
          <p:cNvGrpSpPr/>
          <p:nvPr/>
        </p:nvGrpSpPr>
        <p:grpSpPr>
          <a:xfrm>
            <a:off x="6704883" y="3166412"/>
            <a:ext cx="339253" cy="258369"/>
            <a:chOff x="3271200" y="3863875"/>
            <a:chExt cx="481825" cy="366950"/>
          </a:xfrm>
        </p:grpSpPr>
        <p:sp>
          <p:nvSpPr>
            <p:cNvPr id="6174" name="Google Shape;6174;p5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5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6" name="Google Shape;6176;p57"/>
          <p:cNvGrpSpPr/>
          <p:nvPr/>
        </p:nvGrpSpPr>
        <p:grpSpPr>
          <a:xfrm>
            <a:off x="7140377" y="3126199"/>
            <a:ext cx="295528" cy="338795"/>
            <a:chOff x="3895050" y="3806775"/>
            <a:chExt cx="419725" cy="481175"/>
          </a:xfrm>
        </p:grpSpPr>
        <p:sp>
          <p:nvSpPr>
            <p:cNvPr id="6177" name="Google Shape;6177;p5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5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9" name="Google Shape;6179;p57"/>
          <p:cNvGrpSpPr/>
          <p:nvPr/>
        </p:nvGrpSpPr>
        <p:grpSpPr>
          <a:xfrm>
            <a:off x="7543659" y="3125979"/>
            <a:ext cx="336296" cy="339235"/>
            <a:chOff x="4464775" y="3806475"/>
            <a:chExt cx="477625" cy="481800"/>
          </a:xfrm>
        </p:grpSpPr>
        <p:sp>
          <p:nvSpPr>
            <p:cNvPr id="6180" name="Google Shape;6180;p5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5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2" name="Google Shape;6182;p5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3" name="Google Shape;6183;p5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4" name="Google Shape;6184;p5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5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6" name="Google Shape;6186;p57"/>
          <p:cNvGrpSpPr/>
          <p:nvPr/>
        </p:nvGrpSpPr>
        <p:grpSpPr>
          <a:xfrm>
            <a:off x="7967105" y="3125970"/>
            <a:ext cx="339253" cy="339253"/>
            <a:chOff x="5049725" y="3806450"/>
            <a:chExt cx="481825" cy="481825"/>
          </a:xfrm>
        </p:grpSpPr>
        <p:sp>
          <p:nvSpPr>
            <p:cNvPr id="6187" name="Google Shape;6187;p5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8" name="Google Shape;6188;p5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0" name="Google Shape;6190;p57"/>
          <p:cNvGrpSpPr/>
          <p:nvPr/>
        </p:nvGrpSpPr>
        <p:grpSpPr>
          <a:xfrm>
            <a:off x="1276714" y="3951798"/>
            <a:ext cx="339253" cy="339253"/>
            <a:chOff x="5651375" y="3806450"/>
            <a:chExt cx="481825" cy="481825"/>
          </a:xfrm>
        </p:grpSpPr>
        <p:sp>
          <p:nvSpPr>
            <p:cNvPr id="6191" name="Google Shape;6191;p5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5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5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5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5" name="Google Shape;6195;p57"/>
          <p:cNvGrpSpPr/>
          <p:nvPr/>
        </p:nvGrpSpPr>
        <p:grpSpPr>
          <a:xfrm>
            <a:off x="3153646" y="3953787"/>
            <a:ext cx="298503" cy="335275"/>
            <a:chOff x="6264300" y="3809300"/>
            <a:chExt cx="423950" cy="476175"/>
          </a:xfrm>
        </p:grpSpPr>
        <p:sp>
          <p:nvSpPr>
            <p:cNvPr id="6196" name="Google Shape;6196;p5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5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9" name="Google Shape;6199;p57"/>
          <p:cNvGrpSpPr/>
          <p:nvPr/>
        </p:nvGrpSpPr>
        <p:grpSpPr>
          <a:xfrm>
            <a:off x="5032267" y="3538881"/>
            <a:ext cx="340573" cy="339271"/>
            <a:chOff x="898875" y="4399275"/>
            <a:chExt cx="483700" cy="481850"/>
          </a:xfrm>
        </p:grpSpPr>
        <p:sp>
          <p:nvSpPr>
            <p:cNvPr id="6200" name="Google Shape;6200;p5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7"/>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3" name="Google Shape;6203;p5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4" name="Google Shape;6204;p5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5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5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7" name="Google Shape;6207;p5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8" name="Google Shape;6208;p57"/>
          <p:cNvGrpSpPr/>
          <p:nvPr/>
        </p:nvGrpSpPr>
        <p:grpSpPr>
          <a:xfrm>
            <a:off x="5466000" y="3554133"/>
            <a:ext cx="339253" cy="308765"/>
            <a:chOff x="1492675" y="4420975"/>
            <a:chExt cx="481825" cy="438525"/>
          </a:xfrm>
        </p:grpSpPr>
        <p:sp>
          <p:nvSpPr>
            <p:cNvPr id="6209" name="Google Shape;6209;p5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5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5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5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3" name="Google Shape;6213;p5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4" name="Google Shape;6214;p57"/>
          <p:cNvGrpSpPr/>
          <p:nvPr/>
        </p:nvGrpSpPr>
        <p:grpSpPr>
          <a:xfrm>
            <a:off x="5870982" y="3539558"/>
            <a:ext cx="342580" cy="337915"/>
            <a:chOff x="2084100" y="4400250"/>
            <a:chExt cx="486550" cy="479925"/>
          </a:xfrm>
        </p:grpSpPr>
        <p:sp>
          <p:nvSpPr>
            <p:cNvPr id="6215" name="Google Shape;6215;p5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5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5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8" name="Google Shape;6218;p5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9" name="Google Shape;6219;p5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5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1" name="Google Shape;6221;p57"/>
          <p:cNvGrpSpPr/>
          <p:nvPr/>
        </p:nvGrpSpPr>
        <p:grpSpPr>
          <a:xfrm>
            <a:off x="6307462" y="3538907"/>
            <a:ext cx="298169" cy="339218"/>
            <a:chOff x="2707950" y="4399325"/>
            <a:chExt cx="423475" cy="481775"/>
          </a:xfrm>
        </p:grpSpPr>
        <p:sp>
          <p:nvSpPr>
            <p:cNvPr id="6222" name="Google Shape;6222;p5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5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5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5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6" name="Google Shape;6226;p5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5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5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5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5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1" name="Google Shape;6231;p5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2" name="Google Shape;6232;p5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5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4" name="Google Shape;6234;p57"/>
          <p:cNvGrpSpPr/>
          <p:nvPr/>
        </p:nvGrpSpPr>
        <p:grpSpPr>
          <a:xfrm>
            <a:off x="6736981" y="3538881"/>
            <a:ext cx="275057" cy="339271"/>
            <a:chOff x="3330525" y="4399275"/>
            <a:chExt cx="390650" cy="481850"/>
          </a:xfrm>
        </p:grpSpPr>
        <p:sp>
          <p:nvSpPr>
            <p:cNvPr id="6235" name="Google Shape;6235;p5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5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7" name="Google Shape;6237;p5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8" name="Google Shape;6238;p5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9" name="Google Shape;6239;p5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5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2" name="Google Shape;6242;p57"/>
          <p:cNvGrpSpPr/>
          <p:nvPr/>
        </p:nvGrpSpPr>
        <p:grpSpPr>
          <a:xfrm>
            <a:off x="7161510" y="3538890"/>
            <a:ext cx="253265" cy="339253"/>
            <a:chOff x="3938800" y="4399275"/>
            <a:chExt cx="359700" cy="481825"/>
          </a:xfrm>
        </p:grpSpPr>
        <p:sp>
          <p:nvSpPr>
            <p:cNvPr id="6243" name="Google Shape;6243;p5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4" name="Google Shape;6244;p5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5" name="Google Shape;6245;p5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5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5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8" name="Google Shape;6248;p57"/>
          <p:cNvGrpSpPr/>
          <p:nvPr/>
        </p:nvGrpSpPr>
        <p:grpSpPr>
          <a:xfrm>
            <a:off x="7632288" y="3538890"/>
            <a:ext cx="159039" cy="339253"/>
            <a:chOff x="4584850" y="4399275"/>
            <a:chExt cx="225875" cy="481825"/>
          </a:xfrm>
        </p:grpSpPr>
        <p:sp>
          <p:nvSpPr>
            <p:cNvPr id="6249" name="Google Shape;6249;p5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5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51" name="Google Shape;6251;p57"/>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52" name="Google Shape;6252;p57"/>
          <p:cNvGrpSpPr/>
          <p:nvPr/>
        </p:nvGrpSpPr>
        <p:grpSpPr>
          <a:xfrm>
            <a:off x="817316" y="3951795"/>
            <a:ext cx="339253" cy="339253"/>
            <a:chOff x="5642550" y="4399275"/>
            <a:chExt cx="481825" cy="481825"/>
          </a:xfrm>
        </p:grpSpPr>
        <p:sp>
          <p:nvSpPr>
            <p:cNvPr id="6253" name="Google Shape;6253;p5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5" name="Google Shape;6255;p57"/>
          <p:cNvGrpSpPr/>
          <p:nvPr/>
        </p:nvGrpSpPr>
        <p:grpSpPr>
          <a:xfrm>
            <a:off x="2670186" y="3963703"/>
            <a:ext cx="363316" cy="315437"/>
            <a:chOff x="6218300" y="4416175"/>
            <a:chExt cx="516000" cy="448000"/>
          </a:xfrm>
        </p:grpSpPr>
        <p:sp>
          <p:nvSpPr>
            <p:cNvPr id="6256" name="Google Shape;6256;p5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5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57"/>
          <p:cNvGrpSpPr/>
          <p:nvPr/>
        </p:nvGrpSpPr>
        <p:grpSpPr>
          <a:xfrm>
            <a:off x="5870391" y="3951792"/>
            <a:ext cx="339253" cy="339253"/>
            <a:chOff x="899850" y="4992125"/>
            <a:chExt cx="481825" cy="481825"/>
          </a:xfrm>
        </p:grpSpPr>
        <p:sp>
          <p:nvSpPr>
            <p:cNvPr id="6260" name="Google Shape;6260;p5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5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3" name="Google Shape;6263;p57"/>
          <p:cNvGrpSpPr/>
          <p:nvPr/>
        </p:nvGrpSpPr>
        <p:grpSpPr>
          <a:xfrm>
            <a:off x="5410993" y="3951792"/>
            <a:ext cx="339253" cy="339253"/>
            <a:chOff x="1492675" y="4992125"/>
            <a:chExt cx="481825" cy="481825"/>
          </a:xfrm>
        </p:grpSpPr>
        <p:sp>
          <p:nvSpPr>
            <p:cNvPr id="6264" name="Google Shape;6264;p5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5" name="Google Shape;6265;p5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6" name="Google Shape;6266;p57"/>
          <p:cNvGrpSpPr/>
          <p:nvPr/>
        </p:nvGrpSpPr>
        <p:grpSpPr>
          <a:xfrm>
            <a:off x="4951595" y="3951792"/>
            <a:ext cx="339253" cy="339253"/>
            <a:chOff x="2085525" y="4992125"/>
            <a:chExt cx="481825" cy="481825"/>
          </a:xfrm>
        </p:grpSpPr>
        <p:sp>
          <p:nvSpPr>
            <p:cNvPr id="6267" name="Google Shape;6267;p5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5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9" name="Google Shape;6269;p57"/>
          <p:cNvGrpSpPr/>
          <p:nvPr/>
        </p:nvGrpSpPr>
        <p:grpSpPr>
          <a:xfrm>
            <a:off x="6789344" y="3951792"/>
            <a:ext cx="339253" cy="339253"/>
            <a:chOff x="2678350" y="4992125"/>
            <a:chExt cx="481825" cy="481825"/>
          </a:xfrm>
        </p:grpSpPr>
        <p:sp>
          <p:nvSpPr>
            <p:cNvPr id="6270" name="Google Shape;6270;p5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5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2" name="Google Shape;6272;p5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3" name="Google Shape;6273;p57"/>
          <p:cNvGrpSpPr/>
          <p:nvPr/>
        </p:nvGrpSpPr>
        <p:grpSpPr>
          <a:xfrm>
            <a:off x="4492198" y="3951792"/>
            <a:ext cx="339253" cy="339253"/>
            <a:chOff x="3271200" y="4992125"/>
            <a:chExt cx="481825" cy="481825"/>
          </a:xfrm>
        </p:grpSpPr>
        <p:sp>
          <p:nvSpPr>
            <p:cNvPr id="6274" name="Google Shape;6274;p5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5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6" name="Google Shape;6276;p5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7" name="Google Shape;6277;p57"/>
          <p:cNvGrpSpPr/>
          <p:nvPr/>
        </p:nvGrpSpPr>
        <p:grpSpPr>
          <a:xfrm>
            <a:off x="6329788" y="3952813"/>
            <a:ext cx="339411" cy="337211"/>
            <a:chOff x="5049575" y="4993600"/>
            <a:chExt cx="482050" cy="478925"/>
          </a:xfrm>
        </p:grpSpPr>
        <p:sp>
          <p:nvSpPr>
            <p:cNvPr id="6278" name="Google Shape;6278;p5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9" name="Google Shape;6279;p5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0" name="Google Shape;6280;p5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1" name="Google Shape;6281;p5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82" name="Google Shape;6282;p57"/>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283" name="Google Shape;6283;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284" name="Google Shape;6284;p57"/>
          <p:cNvGrpSpPr/>
          <p:nvPr/>
        </p:nvGrpSpPr>
        <p:grpSpPr>
          <a:xfrm>
            <a:off x="7248742" y="3975375"/>
            <a:ext cx="195300" cy="343772"/>
            <a:chOff x="3999225" y="4364775"/>
            <a:chExt cx="195300" cy="343772"/>
          </a:xfrm>
        </p:grpSpPr>
        <p:grpSp>
          <p:nvGrpSpPr>
            <p:cNvPr id="6285" name="Google Shape;6285;p57"/>
            <p:cNvGrpSpPr/>
            <p:nvPr/>
          </p:nvGrpSpPr>
          <p:grpSpPr>
            <a:xfrm>
              <a:off x="4048568" y="4562577"/>
              <a:ext cx="97317" cy="145970"/>
              <a:chOff x="1529575" y="2222650"/>
              <a:chExt cx="203125" cy="304675"/>
            </a:xfrm>
          </p:grpSpPr>
          <p:sp>
            <p:nvSpPr>
              <p:cNvPr id="6286" name="Google Shape;6286;p57"/>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7"/>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57"/>
            <p:cNvGrpSpPr/>
            <p:nvPr/>
          </p:nvGrpSpPr>
          <p:grpSpPr>
            <a:xfrm>
              <a:off x="3999225" y="4364775"/>
              <a:ext cx="195300" cy="195300"/>
              <a:chOff x="3999225" y="4364775"/>
              <a:chExt cx="195300" cy="195300"/>
            </a:xfrm>
          </p:grpSpPr>
          <p:sp>
            <p:nvSpPr>
              <p:cNvPr id="6289" name="Google Shape;6289;p57"/>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7"/>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1" name="Google Shape;6291;p57"/>
          <p:cNvGrpSpPr/>
          <p:nvPr/>
        </p:nvGrpSpPr>
        <p:grpSpPr>
          <a:xfrm>
            <a:off x="7564186" y="3991627"/>
            <a:ext cx="277088" cy="259611"/>
            <a:chOff x="4335888" y="4398114"/>
            <a:chExt cx="277088" cy="259611"/>
          </a:xfrm>
        </p:grpSpPr>
        <p:grpSp>
          <p:nvGrpSpPr>
            <p:cNvPr id="6292" name="Google Shape;6292;p57"/>
            <p:cNvGrpSpPr/>
            <p:nvPr/>
          </p:nvGrpSpPr>
          <p:grpSpPr>
            <a:xfrm>
              <a:off x="4335888" y="4462425"/>
              <a:ext cx="195300" cy="195300"/>
              <a:chOff x="4335888" y="4462425"/>
              <a:chExt cx="195300" cy="195300"/>
            </a:xfrm>
          </p:grpSpPr>
          <p:sp>
            <p:nvSpPr>
              <p:cNvPr id="6293" name="Google Shape;6293;p57"/>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7"/>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57"/>
            <p:cNvGrpSpPr/>
            <p:nvPr/>
          </p:nvGrpSpPr>
          <p:grpSpPr>
            <a:xfrm>
              <a:off x="4509813" y="4398114"/>
              <a:ext cx="103162" cy="103198"/>
              <a:chOff x="2277975" y="2021700"/>
              <a:chExt cx="215325" cy="215400"/>
            </a:xfrm>
          </p:grpSpPr>
          <p:sp>
            <p:nvSpPr>
              <p:cNvPr id="6296" name="Google Shape;6296;p57"/>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8" name="Google Shape;6298;p57"/>
          <p:cNvGrpSpPr/>
          <p:nvPr/>
        </p:nvGrpSpPr>
        <p:grpSpPr>
          <a:xfrm>
            <a:off x="7961419" y="4049613"/>
            <a:ext cx="392275" cy="195300"/>
            <a:chOff x="4752588" y="4440200"/>
            <a:chExt cx="392275" cy="195300"/>
          </a:xfrm>
        </p:grpSpPr>
        <p:grpSp>
          <p:nvGrpSpPr>
            <p:cNvPr id="6299" name="Google Shape;6299;p57"/>
            <p:cNvGrpSpPr/>
            <p:nvPr/>
          </p:nvGrpSpPr>
          <p:grpSpPr>
            <a:xfrm>
              <a:off x="4950384" y="4469728"/>
              <a:ext cx="194479" cy="136244"/>
              <a:chOff x="3163375" y="2175125"/>
              <a:chExt cx="405925" cy="284375"/>
            </a:xfrm>
          </p:grpSpPr>
          <p:sp>
            <p:nvSpPr>
              <p:cNvPr id="6300" name="Google Shape;6300;p57"/>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7"/>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57"/>
            <p:cNvGrpSpPr/>
            <p:nvPr/>
          </p:nvGrpSpPr>
          <p:grpSpPr>
            <a:xfrm>
              <a:off x="4752588" y="4440200"/>
              <a:ext cx="195300" cy="195300"/>
              <a:chOff x="4335888" y="4462425"/>
              <a:chExt cx="195300" cy="195300"/>
            </a:xfrm>
          </p:grpSpPr>
          <p:sp>
            <p:nvSpPr>
              <p:cNvPr id="6304" name="Google Shape;6304;p57"/>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7"/>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09" name="Shape 6309"/>
        <p:cNvGrpSpPr/>
        <p:nvPr/>
      </p:nvGrpSpPr>
      <p:grpSpPr>
        <a:xfrm>
          <a:off x="0" y="0"/>
          <a:ext cx="0" cy="0"/>
          <a:chOff x="0" y="0"/>
          <a:chExt cx="0" cy="0"/>
        </a:xfrm>
      </p:grpSpPr>
      <p:grpSp>
        <p:nvGrpSpPr>
          <p:cNvPr id="6310" name="Google Shape;6310;p58"/>
          <p:cNvGrpSpPr/>
          <p:nvPr/>
        </p:nvGrpSpPr>
        <p:grpSpPr>
          <a:xfrm>
            <a:off x="856199" y="1311179"/>
            <a:ext cx="322099" cy="370529"/>
            <a:chOff x="-42971725" y="3217825"/>
            <a:chExt cx="275675" cy="317125"/>
          </a:xfrm>
        </p:grpSpPr>
        <p:sp>
          <p:nvSpPr>
            <p:cNvPr id="6311" name="Google Shape;6311;p58"/>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8"/>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8"/>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58"/>
          <p:cNvGrpSpPr/>
          <p:nvPr/>
        </p:nvGrpSpPr>
        <p:grpSpPr>
          <a:xfrm>
            <a:off x="828113" y="1779835"/>
            <a:ext cx="378270" cy="337551"/>
            <a:chOff x="-42996150" y="3612600"/>
            <a:chExt cx="323750" cy="288900"/>
          </a:xfrm>
        </p:grpSpPr>
        <p:sp>
          <p:nvSpPr>
            <p:cNvPr id="6315" name="Google Shape;6315;p5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58"/>
          <p:cNvGrpSpPr/>
          <p:nvPr/>
        </p:nvGrpSpPr>
        <p:grpSpPr>
          <a:xfrm>
            <a:off x="830874" y="2189205"/>
            <a:ext cx="372749" cy="370909"/>
            <a:chOff x="-42994575" y="3950300"/>
            <a:chExt cx="319025" cy="317450"/>
          </a:xfrm>
        </p:grpSpPr>
        <p:sp>
          <p:nvSpPr>
            <p:cNvPr id="6319" name="Google Shape;6319;p58"/>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8"/>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8"/>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58"/>
          <p:cNvGrpSpPr/>
          <p:nvPr/>
        </p:nvGrpSpPr>
        <p:grpSpPr>
          <a:xfrm>
            <a:off x="2984269" y="1336037"/>
            <a:ext cx="371785" cy="370879"/>
            <a:chOff x="-41111350" y="3239100"/>
            <a:chExt cx="318200" cy="317425"/>
          </a:xfrm>
        </p:grpSpPr>
        <p:sp>
          <p:nvSpPr>
            <p:cNvPr id="6323" name="Google Shape;6323;p58"/>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8"/>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8"/>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8"/>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58"/>
          <p:cNvGrpSpPr/>
          <p:nvPr/>
        </p:nvGrpSpPr>
        <p:grpSpPr>
          <a:xfrm>
            <a:off x="2980588" y="1771568"/>
            <a:ext cx="379146" cy="370967"/>
            <a:chOff x="-41117650" y="3605525"/>
            <a:chExt cx="324500" cy="317500"/>
          </a:xfrm>
        </p:grpSpPr>
        <p:sp>
          <p:nvSpPr>
            <p:cNvPr id="6328" name="Google Shape;6328;p58"/>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8"/>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8"/>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58"/>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2" name="Google Shape;6332;p58"/>
          <p:cNvGrpSpPr/>
          <p:nvPr/>
        </p:nvGrpSpPr>
        <p:grpSpPr>
          <a:xfrm>
            <a:off x="1806843" y="2663092"/>
            <a:ext cx="216271" cy="371814"/>
            <a:chOff x="-39205300" y="3220175"/>
            <a:chExt cx="185100" cy="318225"/>
          </a:xfrm>
        </p:grpSpPr>
        <p:sp>
          <p:nvSpPr>
            <p:cNvPr id="6333" name="Google Shape;6333;p58"/>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8"/>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58"/>
          <p:cNvGrpSpPr/>
          <p:nvPr/>
        </p:nvGrpSpPr>
        <p:grpSpPr>
          <a:xfrm>
            <a:off x="1772370" y="3123163"/>
            <a:ext cx="300016" cy="369273"/>
            <a:chOff x="-39248625" y="3588600"/>
            <a:chExt cx="256775" cy="316050"/>
          </a:xfrm>
        </p:grpSpPr>
        <p:sp>
          <p:nvSpPr>
            <p:cNvPr id="6336" name="Google Shape;6336;p58"/>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8"/>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8" name="Google Shape;6338;p58"/>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8"/>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0" name="Google Shape;6340;p58"/>
          <p:cNvGrpSpPr/>
          <p:nvPr/>
        </p:nvGrpSpPr>
        <p:grpSpPr>
          <a:xfrm>
            <a:off x="1223084" y="1311179"/>
            <a:ext cx="429504" cy="370879"/>
            <a:chOff x="-42651700" y="3217825"/>
            <a:chExt cx="367600" cy="317425"/>
          </a:xfrm>
        </p:grpSpPr>
        <p:sp>
          <p:nvSpPr>
            <p:cNvPr id="6341" name="Google Shape;6341;p58"/>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8"/>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8"/>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8"/>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58"/>
          <p:cNvGrpSpPr/>
          <p:nvPr/>
        </p:nvGrpSpPr>
        <p:grpSpPr>
          <a:xfrm>
            <a:off x="1258516" y="1750829"/>
            <a:ext cx="358640" cy="363226"/>
            <a:chOff x="-42617300" y="3587775"/>
            <a:chExt cx="306950" cy="310875"/>
          </a:xfrm>
        </p:grpSpPr>
        <p:sp>
          <p:nvSpPr>
            <p:cNvPr id="6346" name="Google Shape;6346;p5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8" name="Google Shape;6348;p58"/>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58"/>
          <p:cNvGrpSpPr/>
          <p:nvPr/>
        </p:nvGrpSpPr>
        <p:grpSpPr>
          <a:xfrm>
            <a:off x="3430343" y="1335569"/>
            <a:ext cx="376926" cy="370324"/>
            <a:chOff x="-40748275" y="3238700"/>
            <a:chExt cx="322600" cy="316950"/>
          </a:xfrm>
        </p:grpSpPr>
        <p:sp>
          <p:nvSpPr>
            <p:cNvPr id="6350" name="Google Shape;6350;p5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58"/>
          <p:cNvGrpSpPr/>
          <p:nvPr/>
        </p:nvGrpSpPr>
        <p:grpSpPr>
          <a:xfrm>
            <a:off x="3432899" y="1803553"/>
            <a:ext cx="371814" cy="338690"/>
            <a:chOff x="-40745125" y="3632900"/>
            <a:chExt cx="318225" cy="289875"/>
          </a:xfrm>
        </p:grpSpPr>
        <p:sp>
          <p:nvSpPr>
            <p:cNvPr id="6357" name="Google Shape;6357;p58"/>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8"/>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8"/>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8"/>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8"/>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8"/>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8"/>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58"/>
          <p:cNvGrpSpPr/>
          <p:nvPr/>
        </p:nvGrpSpPr>
        <p:grpSpPr>
          <a:xfrm>
            <a:off x="3437047" y="2214764"/>
            <a:ext cx="363518" cy="370178"/>
            <a:chOff x="-40742750" y="3972175"/>
            <a:chExt cx="311125" cy="316825"/>
          </a:xfrm>
        </p:grpSpPr>
        <p:sp>
          <p:nvSpPr>
            <p:cNvPr id="6365" name="Google Shape;6365;p58"/>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8"/>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58"/>
          <p:cNvGrpSpPr/>
          <p:nvPr/>
        </p:nvGrpSpPr>
        <p:grpSpPr>
          <a:xfrm>
            <a:off x="2219708" y="2664932"/>
            <a:ext cx="266892" cy="369974"/>
            <a:chOff x="-38860325" y="3221750"/>
            <a:chExt cx="228425" cy="316650"/>
          </a:xfrm>
        </p:grpSpPr>
        <p:sp>
          <p:nvSpPr>
            <p:cNvPr id="6368" name="Google Shape;6368;p58"/>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8"/>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58"/>
          <p:cNvGrpSpPr/>
          <p:nvPr/>
        </p:nvGrpSpPr>
        <p:grpSpPr>
          <a:xfrm>
            <a:off x="2170515" y="3126989"/>
            <a:ext cx="380081" cy="367111"/>
            <a:chOff x="-38905225" y="3591875"/>
            <a:chExt cx="325300" cy="314200"/>
          </a:xfrm>
        </p:grpSpPr>
        <p:sp>
          <p:nvSpPr>
            <p:cNvPr id="6373" name="Google Shape;6373;p58"/>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8"/>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8"/>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6" name="Google Shape;6376;p58"/>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7" name="Google Shape;6377;p58"/>
          <p:cNvGrpSpPr/>
          <p:nvPr/>
        </p:nvGrpSpPr>
        <p:grpSpPr>
          <a:xfrm>
            <a:off x="3977265" y="3112069"/>
            <a:ext cx="290815" cy="369740"/>
            <a:chOff x="-37370925" y="3579105"/>
            <a:chExt cx="248900" cy="316450"/>
          </a:xfrm>
        </p:grpSpPr>
        <p:sp>
          <p:nvSpPr>
            <p:cNvPr id="6378" name="Google Shape;6378;p58"/>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0" name="Google Shape;6380;p58"/>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2" name="Google Shape;6382;p58"/>
          <p:cNvGrpSpPr/>
          <p:nvPr/>
        </p:nvGrpSpPr>
        <p:grpSpPr>
          <a:xfrm>
            <a:off x="1670640" y="2190140"/>
            <a:ext cx="371814" cy="369974"/>
            <a:chOff x="-42259725" y="3951100"/>
            <a:chExt cx="318225" cy="316650"/>
          </a:xfrm>
        </p:grpSpPr>
        <p:sp>
          <p:nvSpPr>
            <p:cNvPr id="6383" name="Google Shape;6383;p58"/>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8"/>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58"/>
          <p:cNvGrpSpPr/>
          <p:nvPr/>
        </p:nvGrpSpPr>
        <p:grpSpPr>
          <a:xfrm>
            <a:off x="3869002" y="1369161"/>
            <a:ext cx="370879" cy="337755"/>
            <a:chOff x="-40378075" y="3267450"/>
            <a:chExt cx="317425" cy="289075"/>
          </a:xfrm>
        </p:grpSpPr>
        <p:sp>
          <p:nvSpPr>
            <p:cNvPr id="6386" name="Google Shape;6386;p5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58"/>
          <p:cNvGrpSpPr/>
          <p:nvPr/>
        </p:nvGrpSpPr>
        <p:grpSpPr>
          <a:xfrm>
            <a:off x="3872668" y="1770429"/>
            <a:ext cx="363548" cy="369974"/>
            <a:chOff x="-40372575" y="3604550"/>
            <a:chExt cx="311150" cy="316650"/>
          </a:xfrm>
        </p:grpSpPr>
        <p:sp>
          <p:nvSpPr>
            <p:cNvPr id="6391" name="Google Shape;6391;p58"/>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58"/>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5" name="Google Shape;6395;p58"/>
          <p:cNvGrpSpPr/>
          <p:nvPr/>
        </p:nvGrpSpPr>
        <p:grpSpPr>
          <a:xfrm>
            <a:off x="2596617" y="2663092"/>
            <a:ext cx="399038" cy="372165"/>
            <a:chOff x="-38542250" y="3220175"/>
            <a:chExt cx="341525" cy="318525"/>
          </a:xfrm>
        </p:grpSpPr>
        <p:sp>
          <p:nvSpPr>
            <p:cNvPr id="6396" name="Google Shape;6396;p58"/>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8"/>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58"/>
          <p:cNvGrpSpPr/>
          <p:nvPr/>
        </p:nvGrpSpPr>
        <p:grpSpPr>
          <a:xfrm>
            <a:off x="2618549" y="3122462"/>
            <a:ext cx="369974" cy="369068"/>
            <a:chOff x="-38537400" y="3588000"/>
            <a:chExt cx="316650" cy="315875"/>
          </a:xfrm>
        </p:grpSpPr>
        <p:sp>
          <p:nvSpPr>
            <p:cNvPr id="6400" name="Google Shape;6400;p58"/>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8"/>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8"/>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8"/>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58"/>
          <p:cNvGrpSpPr/>
          <p:nvPr/>
        </p:nvGrpSpPr>
        <p:grpSpPr>
          <a:xfrm>
            <a:off x="2617629" y="3579991"/>
            <a:ext cx="371814" cy="369974"/>
            <a:chOff x="-38538975" y="3954250"/>
            <a:chExt cx="318225" cy="316650"/>
          </a:xfrm>
        </p:grpSpPr>
        <p:sp>
          <p:nvSpPr>
            <p:cNvPr id="6405" name="Google Shape;6405;p58"/>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8"/>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58"/>
          <p:cNvGrpSpPr/>
          <p:nvPr/>
        </p:nvGrpSpPr>
        <p:grpSpPr>
          <a:xfrm>
            <a:off x="3934941" y="3574918"/>
            <a:ext cx="375465" cy="371814"/>
            <a:chOff x="-37385100" y="3949908"/>
            <a:chExt cx="321350" cy="318225"/>
          </a:xfrm>
        </p:grpSpPr>
        <p:sp>
          <p:nvSpPr>
            <p:cNvPr id="6408" name="Google Shape;6408;p58"/>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8"/>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58"/>
          <p:cNvGrpSpPr/>
          <p:nvPr/>
        </p:nvGrpSpPr>
        <p:grpSpPr>
          <a:xfrm>
            <a:off x="2110600" y="1310478"/>
            <a:ext cx="370909" cy="370675"/>
            <a:chOff x="-41895050" y="3217225"/>
            <a:chExt cx="317450" cy="317250"/>
          </a:xfrm>
        </p:grpSpPr>
        <p:sp>
          <p:nvSpPr>
            <p:cNvPr id="6411" name="Google Shape;6411;p58"/>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8"/>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8"/>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8"/>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8"/>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58"/>
          <p:cNvGrpSpPr/>
          <p:nvPr/>
        </p:nvGrpSpPr>
        <p:grpSpPr>
          <a:xfrm>
            <a:off x="2110148" y="1747412"/>
            <a:ext cx="371814" cy="369974"/>
            <a:chOff x="-41893475" y="3584850"/>
            <a:chExt cx="318225" cy="316650"/>
          </a:xfrm>
        </p:grpSpPr>
        <p:sp>
          <p:nvSpPr>
            <p:cNvPr id="6417" name="Google Shape;6417;p58"/>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8"/>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8"/>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8"/>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1" name="Google Shape;6421;p58"/>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3" name="Google Shape;6423;p58"/>
          <p:cNvGrpSpPr/>
          <p:nvPr/>
        </p:nvGrpSpPr>
        <p:grpSpPr>
          <a:xfrm>
            <a:off x="880176" y="3142704"/>
            <a:ext cx="337522" cy="370909"/>
            <a:chOff x="-39998250" y="3605325"/>
            <a:chExt cx="288875" cy="317450"/>
          </a:xfrm>
        </p:grpSpPr>
        <p:sp>
          <p:nvSpPr>
            <p:cNvPr id="6424" name="Google Shape;6424;p58"/>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8"/>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58"/>
          <p:cNvGrpSpPr/>
          <p:nvPr/>
        </p:nvGrpSpPr>
        <p:grpSpPr>
          <a:xfrm>
            <a:off x="863950" y="3601168"/>
            <a:ext cx="369974" cy="369945"/>
            <a:chOff x="-40011050" y="3972375"/>
            <a:chExt cx="316650" cy="316625"/>
          </a:xfrm>
        </p:grpSpPr>
        <p:sp>
          <p:nvSpPr>
            <p:cNvPr id="6427" name="Google Shape;6427;p58"/>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8"/>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58"/>
          <p:cNvGrpSpPr/>
          <p:nvPr/>
        </p:nvGrpSpPr>
        <p:grpSpPr>
          <a:xfrm>
            <a:off x="3095881" y="2665867"/>
            <a:ext cx="266921" cy="369039"/>
            <a:chOff x="-38129425" y="3222550"/>
            <a:chExt cx="228450" cy="315850"/>
          </a:xfrm>
        </p:grpSpPr>
        <p:sp>
          <p:nvSpPr>
            <p:cNvPr id="6430" name="Google Shape;6430;p58"/>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8"/>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58"/>
          <p:cNvGrpSpPr/>
          <p:nvPr/>
        </p:nvGrpSpPr>
        <p:grpSpPr>
          <a:xfrm>
            <a:off x="3050850" y="3122462"/>
            <a:ext cx="371785" cy="369974"/>
            <a:chOff x="-38172725" y="3588000"/>
            <a:chExt cx="318200" cy="316650"/>
          </a:xfrm>
        </p:grpSpPr>
        <p:sp>
          <p:nvSpPr>
            <p:cNvPr id="6433" name="Google Shape;6433;p58"/>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8"/>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8"/>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8"/>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8"/>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8"/>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8"/>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8"/>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58"/>
          <p:cNvGrpSpPr/>
          <p:nvPr/>
        </p:nvGrpSpPr>
        <p:grpSpPr>
          <a:xfrm>
            <a:off x="3126752" y="3580897"/>
            <a:ext cx="219981" cy="369974"/>
            <a:chOff x="-38109725" y="3955025"/>
            <a:chExt cx="188275" cy="316650"/>
          </a:xfrm>
        </p:grpSpPr>
        <p:sp>
          <p:nvSpPr>
            <p:cNvPr id="6442" name="Google Shape;6442;p58"/>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4" name="Google Shape;6444;p58"/>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5" name="Google Shape;6445;p58"/>
          <p:cNvGrpSpPr/>
          <p:nvPr/>
        </p:nvGrpSpPr>
        <p:grpSpPr>
          <a:xfrm>
            <a:off x="2542151" y="1312318"/>
            <a:ext cx="373654" cy="369068"/>
            <a:chOff x="-41530375" y="3218800"/>
            <a:chExt cx="319800" cy="315875"/>
          </a:xfrm>
        </p:grpSpPr>
        <p:sp>
          <p:nvSpPr>
            <p:cNvPr id="6446" name="Google Shape;6446;p58"/>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58"/>
          <p:cNvGrpSpPr/>
          <p:nvPr/>
        </p:nvGrpSpPr>
        <p:grpSpPr>
          <a:xfrm>
            <a:off x="2544444" y="1827476"/>
            <a:ext cx="369068" cy="289004"/>
            <a:chOff x="-41526450" y="3653375"/>
            <a:chExt cx="315875" cy="247350"/>
          </a:xfrm>
        </p:grpSpPr>
        <p:sp>
          <p:nvSpPr>
            <p:cNvPr id="6449" name="Google Shape;6449;p58"/>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58"/>
          <p:cNvGrpSpPr/>
          <p:nvPr/>
        </p:nvGrpSpPr>
        <p:grpSpPr>
          <a:xfrm>
            <a:off x="2545831" y="2190140"/>
            <a:ext cx="366293" cy="369974"/>
            <a:chOff x="-41526450" y="3951100"/>
            <a:chExt cx="313500" cy="316650"/>
          </a:xfrm>
        </p:grpSpPr>
        <p:sp>
          <p:nvSpPr>
            <p:cNvPr id="6452" name="Google Shape;6452;p58"/>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8"/>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58"/>
          <p:cNvGrpSpPr/>
          <p:nvPr/>
        </p:nvGrpSpPr>
        <p:grpSpPr>
          <a:xfrm>
            <a:off x="1311086" y="2684269"/>
            <a:ext cx="339595" cy="371814"/>
            <a:chOff x="-39625900" y="3238300"/>
            <a:chExt cx="290650" cy="318225"/>
          </a:xfrm>
        </p:grpSpPr>
        <p:sp>
          <p:nvSpPr>
            <p:cNvPr id="6456" name="Google Shape;6456;p58"/>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8"/>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8" name="Google Shape;6458;p58"/>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9" name="Google Shape;6459;p58"/>
          <p:cNvGrpSpPr/>
          <p:nvPr/>
        </p:nvGrpSpPr>
        <p:grpSpPr>
          <a:xfrm>
            <a:off x="1305137" y="3600730"/>
            <a:ext cx="366293" cy="370441"/>
            <a:chOff x="-39647175" y="3972000"/>
            <a:chExt cx="313500" cy="317050"/>
          </a:xfrm>
        </p:grpSpPr>
        <p:sp>
          <p:nvSpPr>
            <p:cNvPr id="6460" name="Google Shape;6460;p58"/>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8"/>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8"/>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58"/>
          <p:cNvGrpSpPr/>
          <p:nvPr/>
        </p:nvGrpSpPr>
        <p:grpSpPr>
          <a:xfrm>
            <a:off x="3474265" y="2664728"/>
            <a:ext cx="375495" cy="370879"/>
            <a:chOff x="-37808850" y="3221575"/>
            <a:chExt cx="321375" cy="317425"/>
          </a:xfrm>
        </p:grpSpPr>
        <p:sp>
          <p:nvSpPr>
            <p:cNvPr id="6464" name="Google Shape;6464;p58"/>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8"/>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58"/>
          <p:cNvGrpSpPr/>
          <p:nvPr/>
        </p:nvGrpSpPr>
        <p:grpSpPr>
          <a:xfrm>
            <a:off x="3483038" y="3186759"/>
            <a:ext cx="372749" cy="241158"/>
            <a:chOff x="-37806500" y="3643030"/>
            <a:chExt cx="319025" cy="206400"/>
          </a:xfrm>
        </p:grpSpPr>
        <p:sp>
          <p:nvSpPr>
            <p:cNvPr id="6467" name="Google Shape;6467;p58"/>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58"/>
          <p:cNvGrpSpPr/>
          <p:nvPr/>
        </p:nvGrpSpPr>
        <p:grpSpPr>
          <a:xfrm>
            <a:off x="3485346" y="3579056"/>
            <a:ext cx="368134" cy="371814"/>
            <a:chOff x="-37804925" y="3953450"/>
            <a:chExt cx="315075" cy="318225"/>
          </a:xfrm>
        </p:grpSpPr>
        <p:sp>
          <p:nvSpPr>
            <p:cNvPr id="6470" name="Google Shape;6470;p5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3" name="Google Shape;6473;p58"/>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4" name="Google Shape;6474;p58"/>
          <p:cNvGrpSpPr/>
          <p:nvPr/>
        </p:nvGrpSpPr>
        <p:grpSpPr>
          <a:xfrm>
            <a:off x="4840364" y="1328538"/>
            <a:ext cx="355663" cy="308725"/>
            <a:chOff x="-28462125" y="3199700"/>
            <a:chExt cx="298550" cy="259150"/>
          </a:xfrm>
        </p:grpSpPr>
        <p:sp>
          <p:nvSpPr>
            <p:cNvPr id="6475" name="Google Shape;6475;p58"/>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8"/>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8"/>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58"/>
          <p:cNvGrpSpPr/>
          <p:nvPr/>
        </p:nvGrpSpPr>
        <p:grpSpPr>
          <a:xfrm>
            <a:off x="4841317" y="1763228"/>
            <a:ext cx="353757" cy="352833"/>
            <a:chOff x="-28461325" y="3545475"/>
            <a:chExt cx="296950" cy="296175"/>
          </a:xfrm>
        </p:grpSpPr>
        <p:sp>
          <p:nvSpPr>
            <p:cNvPr id="6479" name="Google Shape;6479;p58"/>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8"/>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8"/>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8"/>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8"/>
          <p:cNvGrpSpPr/>
          <p:nvPr/>
        </p:nvGrpSpPr>
        <p:grpSpPr>
          <a:xfrm>
            <a:off x="4837550" y="2213272"/>
            <a:ext cx="361292" cy="352803"/>
            <a:chOff x="-28463700" y="3914875"/>
            <a:chExt cx="303275" cy="296150"/>
          </a:xfrm>
        </p:grpSpPr>
        <p:sp>
          <p:nvSpPr>
            <p:cNvPr id="6486" name="Google Shape;6486;p58"/>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8"/>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58"/>
          <p:cNvGrpSpPr/>
          <p:nvPr/>
        </p:nvGrpSpPr>
        <p:grpSpPr>
          <a:xfrm>
            <a:off x="7072335" y="1369355"/>
            <a:ext cx="351880" cy="227092"/>
            <a:chOff x="-26573400" y="3224125"/>
            <a:chExt cx="295375" cy="190625"/>
          </a:xfrm>
        </p:grpSpPr>
        <p:sp>
          <p:nvSpPr>
            <p:cNvPr id="6489" name="Google Shape;6489;p58"/>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8"/>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58"/>
          <p:cNvGrpSpPr/>
          <p:nvPr/>
        </p:nvGrpSpPr>
        <p:grpSpPr>
          <a:xfrm>
            <a:off x="7072335" y="1763690"/>
            <a:ext cx="351880" cy="351910"/>
            <a:chOff x="-26573400" y="3546250"/>
            <a:chExt cx="295375" cy="295400"/>
          </a:xfrm>
        </p:grpSpPr>
        <p:sp>
          <p:nvSpPr>
            <p:cNvPr id="6492" name="Google Shape;6492;p58"/>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8"/>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8"/>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58"/>
          <p:cNvGrpSpPr/>
          <p:nvPr/>
        </p:nvGrpSpPr>
        <p:grpSpPr>
          <a:xfrm>
            <a:off x="7060615" y="2213599"/>
            <a:ext cx="375319" cy="352148"/>
            <a:chOff x="-26583625" y="3917025"/>
            <a:chExt cx="315050" cy="295600"/>
          </a:xfrm>
        </p:grpSpPr>
        <p:sp>
          <p:nvSpPr>
            <p:cNvPr id="6498" name="Google Shape;6498;p58"/>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8"/>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8"/>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8"/>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2" name="Google Shape;6502;p58"/>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3" name="Google Shape;6503;p58"/>
          <p:cNvGrpSpPr/>
          <p:nvPr/>
        </p:nvGrpSpPr>
        <p:grpSpPr>
          <a:xfrm>
            <a:off x="5759130" y="3172629"/>
            <a:ext cx="289039" cy="352833"/>
            <a:chOff x="-24694925" y="3518700"/>
            <a:chExt cx="242625" cy="296175"/>
          </a:xfrm>
        </p:grpSpPr>
        <p:sp>
          <p:nvSpPr>
            <p:cNvPr id="6504" name="Google Shape;6504;p5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8"/>
          <p:cNvGrpSpPr/>
          <p:nvPr/>
        </p:nvGrpSpPr>
        <p:grpSpPr>
          <a:xfrm>
            <a:off x="5758668" y="3622657"/>
            <a:ext cx="289962" cy="352833"/>
            <a:chOff x="-24709100" y="3888875"/>
            <a:chExt cx="243400" cy="296175"/>
          </a:xfrm>
        </p:grpSpPr>
        <p:sp>
          <p:nvSpPr>
            <p:cNvPr id="6509" name="Google Shape;6509;p5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58"/>
          <p:cNvGrpSpPr/>
          <p:nvPr/>
        </p:nvGrpSpPr>
        <p:grpSpPr>
          <a:xfrm>
            <a:off x="7958668" y="2695320"/>
            <a:ext cx="356556" cy="349557"/>
            <a:chOff x="-22863675" y="3131775"/>
            <a:chExt cx="299300" cy="293425"/>
          </a:xfrm>
        </p:grpSpPr>
        <p:sp>
          <p:nvSpPr>
            <p:cNvPr id="6513" name="Google Shape;6513;p58"/>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8"/>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58"/>
          <p:cNvGrpSpPr/>
          <p:nvPr/>
        </p:nvGrpSpPr>
        <p:grpSpPr>
          <a:xfrm>
            <a:off x="5301532" y="1306499"/>
            <a:ext cx="310602" cy="352803"/>
            <a:chOff x="-28069875" y="3175300"/>
            <a:chExt cx="260725" cy="296150"/>
          </a:xfrm>
        </p:grpSpPr>
        <p:sp>
          <p:nvSpPr>
            <p:cNvPr id="6517" name="Google Shape;6517;p58"/>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8"/>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8"/>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8"/>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8"/>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8"/>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8"/>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6" name="Google Shape;6526;p58"/>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7" name="Google Shape;6527;p58"/>
          <p:cNvGrpSpPr/>
          <p:nvPr/>
        </p:nvGrpSpPr>
        <p:grpSpPr>
          <a:xfrm>
            <a:off x="5342810" y="2213733"/>
            <a:ext cx="228045" cy="351880"/>
            <a:chOff x="-28032075" y="3916450"/>
            <a:chExt cx="191425" cy="295375"/>
          </a:xfrm>
        </p:grpSpPr>
        <p:sp>
          <p:nvSpPr>
            <p:cNvPr id="6528" name="Google Shape;6528;p58"/>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8"/>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58"/>
          <p:cNvGrpSpPr/>
          <p:nvPr/>
        </p:nvGrpSpPr>
        <p:grpSpPr>
          <a:xfrm>
            <a:off x="7508157" y="1306484"/>
            <a:ext cx="352833" cy="352833"/>
            <a:chOff x="-26201650" y="3176075"/>
            <a:chExt cx="296175" cy="296175"/>
          </a:xfrm>
        </p:grpSpPr>
        <p:sp>
          <p:nvSpPr>
            <p:cNvPr id="6532" name="Google Shape;6532;p58"/>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8"/>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58"/>
          <p:cNvGrpSpPr/>
          <p:nvPr/>
        </p:nvGrpSpPr>
        <p:grpSpPr>
          <a:xfrm>
            <a:off x="7507680" y="1763705"/>
            <a:ext cx="353786" cy="351880"/>
            <a:chOff x="-26204800" y="3547050"/>
            <a:chExt cx="296975" cy="295375"/>
          </a:xfrm>
        </p:grpSpPr>
        <p:sp>
          <p:nvSpPr>
            <p:cNvPr id="6535" name="Google Shape;6535;p58"/>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8"/>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7" name="Google Shape;6537;p58"/>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8" name="Google Shape;6538;p58"/>
          <p:cNvGrpSpPr/>
          <p:nvPr/>
        </p:nvGrpSpPr>
        <p:grpSpPr>
          <a:xfrm>
            <a:off x="6178935" y="2693683"/>
            <a:ext cx="345328" cy="352833"/>
            <a:chOff x="-24353875" y="3147725"/>
            <a:chExt cx="289875" cy="296175"/>
          </a:xfrm>
        </p:grpSpPr>
        <p:sp>
          <p:nvSpPr>
            <p:cNvPr id="6539" name="Google Shape;6539;p5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58"/>
          <p:cNvGrpSpPr/>
          <p:nvPr/>
        </p:nvGrpSpPr>
        <p:grpSpPr>
          <a:xfrm>
            <a:off x="6186917" y="3173090"/>
            <a:ext cx="329365" cy="351910"/>
            <a:chOff x="-24344425" y="3519475"/>
            <a:chExt cx="276475" cy="295400"/>
          </a:xfrm>
        </p:grpSpPr>
        <p:sp>
          <p:nvSpPr>
            <p:cNvPr id="6542" name="Google Shape;6542;p58"/>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58"/>
          <p:cNvGrpSpPr/>
          <p:nvPr/>
        </p:nvGrpSpPr>
        <p:grpSpPr>
          <a:xfrm>
            <a:off x="6176597" y="3625010"/>
            <a:ext cx="350004" cy="348128"/>
            <a:chOff x="-24353075" y="3891250"/>
            <a:chExt cx="293800" cy="292225"/>
          </a:xfrm>
        </p:grpSpPr>
        <p:sp>
          <p:nvSpPr>
            <p:cNvPr id="6545" name="Google Shape;6545;p58"/>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8"/>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58"/>
          <p:cNvGrpSpPr/>
          <p:nvPr/>
        </p:nvGrpSpPr>
        <p:grpSpPr>
          <a:xfrm>
            <a:off x="7960068" y="3173313"/>
            <a:ext cx="353757" cy="351463"/>
            <a:chOff x="-22845575" y="3504075"/>
            <a:chExt cx="296950" cy="295025"/>
          </a:xfrm>
        </p:grpSpPr>
        <p:sp>
          <p:nvSpPr>
            <p:cNvPr id="6548" name="Google Shape;6548;p58"/>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8"/>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58"/>
          <p:cNvGrpSpPr/>
          <p:nvPr/>
        </p:nvGrpSpPr>
        <p:grpSpPr>
          <a:xfrm>
            <a:off x="5753249" y="1306961"/>
            <a:ext cx="299344" cy="351880"/>
            <a:chOff x="-27691025" y="3175300"/>
            <a:chExt cx="251275" cy="295375"/>
          </a:xfrm>
        </p:grpSpPr>
        <p:sp>
          <p:nvSpPr>
            <p:cNvPr id="6551" name="Google Shape;6551;p58"/>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8"/>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8"/>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58"/>
          <p:cNvGrpSpPr/>
          <p:nvPr/>
        </p:nvGrpSpPr>
        <p:grpSpPr>
          <a:xfrm>
            <a:off x="5725566" y="1825637"/>
            <a:ext cx="354710" cy="228015"/>
            <a:chOff x="-27721750" y="3598250"/>
            <a:chExt cx="297750" cy="191400"/>
          </a:xfrm>
        </p:grpSpPr>
        <p:sp>
          <p:nvSpPr>
            <p:cNvPr id="6556" name="Google Shape;6556;p58"/>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8"/>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58"/>
          <p:cNvGrpSpPr/>
          <p:nvPr/>
        </p:nvGrpSpPr>
        <p:grpSpPr>
          <a:xfrm>
            <a:off x="5726966" y="2219183"/>
            <a:ext cx="351910" cy="340980"/>
            <a:chOff x="-27719400" y="3925600"/>
            <a:chExt cx="295400" cy="286225"/>
          </a:xfrm>
        </p:grpSpPr>
        <p:sp>
          <p:nvSpPr>
            <p:cNvPr id="6559" name="Google Shape;6559;p58"/>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8"/>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58"/>
          <p:cNvGrpSpPr/>
          <p:nvPr/>
        </p:nvGrpSpPr>
        <p:grpSpPr>
          <a:xfrm>
            <a:off x="7948238" y="1306023"/>
            <a:ext cx="353757" cy="353757"/>
            <a:chOff x="-25834600" y="3176875"/>
            <a:chExt cx="296950" cy="296950"/>
          </a:xfrm>
        </p:grpSpPr>
        <p:sp>
          <p:nvSpPr>
            <p:cNvPr id="6562" name="Google Shape;6562;p58"/>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8"/>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8"/>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8"/>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8"/>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58"/>
          <p:cNvGrpSpPr/>
          <p:nvPr/>
        </p:nvGrpSpPr>
        <p:grpSpPr>
          <a:xfrm>
            <a:off x="7948238" y="1774024"/>
            <a:ext cx="353757" cy="331241"/>
            <a:chOff x="-25834600" y="3564375"/>
            <a:chExt cx="296950" cy="278050"/>
          </a:xfrm>
        </p:grpSpPr>
        <p:sp>
          <p:nvSpPr>
            <p:cNvPr id="6568" name="Google Shape;6568;p58"/>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8"/>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8"/>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8"/>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8"/>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8"/>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8"/>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58"/>
          <p:cNvGrpSpPr/>
          <p:nvPr/>
        </p:nvGrpSpPr>
        <p:grpSpPr>
          <a:xfrm>
            <a:off x="7946362" y="2213376"/>
            <a:ext cx="357509" cy="352595"/>
            <a:chOff x="-25834600" y="3915850"/>
            <a:chExt cx="300100" cy="295975"/>
          </a:xfrm>
        </p:grpSpPr>
        <p:sp>
          <p:nvSpPr>
            <p:cNvPr id="6577" name="Google Shape;6577;p58"/>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8"/>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8"/>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58"/>
          <p:cNvGrpSpPr/>
          <p:nvPr/>
        </p:nvGrpSpPr>
        <p:grpSpPr>
          <a:xfrm>
            <a:off x="6681790" y="2694606"/>
            <a:ext cx="228968" cy="350987"/>
            <a:chOff x="-23930925" y="3149300"/>
            <a:chExt cx="192200" cy="294625"/>
          </a:xfrm>
        </p:grpSpPr>
        <p:sp>
          <p:nvSpPr>
            <p:cNvPr id="6581" name="Google Shape;6581;p5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58"/>
          <p:cNvGrpSpPr/>
          <p:nvPr/>
        </p:nvGrpSpPr>
        <p:grpSpPr>
          <a:xfrm>
            <a:off x="6638620" y="3173090"/>
            <a:ext cx="315307" cy="351910"/>
            <a:chOff x="-23962425" y="3519475"/>
            <a:chExt cx="264675" cy="295400"/>
          </a:xfrm>
        </p:grpSpPr>
        <p:sp>
          <p:nvSpPr>
            <p:cNvPr id="6586" name="Google Shape;6586;p58"/>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8" name="Google Shape;6588;p58"/>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9" name="Google Shape;6589;p58"/>
          <p:cNvGrpSpPr/>
          <p:nvPr/>
        </p:nvGrpSpPr>
        <p:grpSpPr>
          <a:xfrm>
            <a:off x="8017295" y="3623134"/>
            <a:ext cx="239302" cy="351880"/>
            <a:chOff x="-22788075" y="3904625"/>
            <a:chExt cx="200875" cy="295375"/>
          </a:xfrm>
        </p:grpSpPr>
        <p:sp>
          <p:nvSpPr>
            <p:cNvPr id="6590" name="Google Shape;6590;p58"/>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8"/>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8"/>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8"/>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58"/>
          <p:cNvGrpSpPr/>
          <p:nvPr/>
        </p:nvGrpSpPr>
        <p:grpSpPr>
          <a:xfrm>
            <a:off x="6172593" y="1306499"/>
            <a:ext cx="354710" cy="352803"/>
            <a:chOff x="-27351575" y="3175300"/>
            <a:chExt cx="297750" cy="296150"/>
          </a:xfrm>
        </p:grpSpPr>
        <p:sp>
          <p:nvSpPr>
            <p:cNvPr id="6595" name="Google Shape;6595;p58"/>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8"/>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8"/>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58"/>
          <p:cNvGrpSpPr/>
          <p:nvPr/>
        </p:nvGrpSpPr>
        <p:grpSpPr>
          <a:xfrm>
            <a:off x="6218402" y="1758809"/>
            <a:ext cx="269293" cy="353072"/>
            <a:chOff x="-27313750" y="3545275"/>
            <a:chExt cx="226050" cy="296375"/>
          </a:xfrm>
        </p:grpSpPr>
        <p:sp>
          <p:nvSpPr>
            <p:cNvPr id="6600" name="Google Shape;6600;p58"/>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58"/>
          <p:cNvGrpSpPr/>
          <p:nvPr/>
        </p:nvGrpSpPr>
        <p:grpSpPr>
          <a:xfrm>
            <a:off x="6172593" y="2211380"/>
            <a:ext cx="354710" cy="356586"/>
            <a:chOff x="-27351575" y="3915650"/>
            <a:chExt cx="297750" cy="299325"/>
          </a:xfrm>
        </p:grpSpPr>
        <p:sp>
          <p:nvSpPr>
            <p:cNvPr id="6604" name="Google Shape;6604;p58"/>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58"/>
          <p:cNvGrpSpPr/>
          <p:nvPr/>
        </p:nvGrpSpPr>
        <p:grpSpPr>
          <a:xfrm>
            <a:off x="4860084" y="2693579"/>
            <a:ext cx="319060" cy="353042"/>
            <a:chOff x="-25445525" y="3175900"/>
            <a:chExt cx="267825" cy="296350"/>
          </a:xfrm>
        </p:grpSpPr>
        <p:sp>
          <p:nvSpPr>
            <p:cNvPr id="6607" name="Google Shape;6607;p58"/>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8"/>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58"/>
          <p:cNvGrpSpPr/>
          <p:nvPr/>
        </p:nvGrpSpPr>
        <p:grpSpPr>
          <a:xfrm>
            <a:off x="4841797" y="3183902"/>
            <a:ext cx="355633" cy="330288"/>
            <a:chOff x="-25465200" y="3565175"/>
            <a:chExt cx="298525" cy="277250"/>
          </a:xfrm>
        </p:grpSpPr>
        <p:sp>
          <p:nvSpPr>
            <p:cNvPr id="6611" name="Google Shape;6611;p58"/>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8"/>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58"/>
          <p:cNvGrpSpPr/>
          <p:nvPr/>
        </p:nvGrpSpPr>
        <p:grpSpPr>
          <a:xfrm>
            <a:off x="4841336" y="3623432"/>
            <a:ext cx="356556" cy="351285"/>
            <a:chOff x="-25465200" y="3916150"/>
            <a:chExt cx="299300" cy="294875"/>
          </a:xfrm>
        </p:grpSpPr>
        <p:sp>
          <p:nvSpPr>
            <p:cNvPr id="6614" name="Google Shape;6614;p58"/>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58"/>
          <p:cNvGrpSpPr/>
          <p:nvPr/>
        </p:nvGrpSpPr>
        <p:grpSpPr>
          <a:xfrm>
            <a:off x="7068775" y="2693698"/>
            <a:ext cx="351880" cy="352803"/>
            <a:chOff x="-23615075" y="3148525"/>
            <a:chExt cx="295375" cy="296150"/>
          </a:xfrm>
        </p:grpSpPr>
        <p:sp>
          <p:nvSpPr>
            <p:cNvPr id="6617" name="Google Shape;6617;p58"/>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8"/>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8"/>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8"/>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1" name="Google Shape;6621;p58"/>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2" name="Google Shape;6622;p58"/>
          <p:cNvGrpSpPr/>
          <p:nvPr/>
        </p:nvGrpSpPr>
        <p:grpSpPr>
          <a:xfrm>
            <a:off x="7068299" y="3632977"/>
            <a:ext cx="352833" cy="332194"/>
            <a:chOff x="-23615075" y="3906200"/>
            <a:chExt cx="296175" cy="278850"/>
          </a:xfrm>
        </p:grpSpPr>
        <p:sp>
          <p:nvSpPr>
            <p:cNvPr id="6623" name="Google Shape;6623;p58"/>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6" name="Google Shape;6626;p58"/>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7" name="Google Shape;6627;p58"/>
          <p:cNvGrpSpPr/>
          <p:nvPr/>
        </p:nvGrpSpPr>
        <p:grpSpPr>
          <a:xfrm>
            <a:off x="6617268" y="1306618"/>
            <a:ext cx="353757" cy="352565"/>
            <a:chOff x="-26980600" y="3175500"/>
            <a:chExt cx="296950" cy="295950"/>
          </a:xfrm>
        </p:grpSpPr>
        <p:sp>
          <p:nvSpPr>
            <p:cNvPr id="6628" name="Google Shape;6628;p58"/>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58"/>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2" name="Google Shape;6632;p58"/>
          <p:cNvGrpSpPr/>
          <p:nvPr/>
        </p:nvGrpSpPr>
        <p:grpSpPr>
          <a:xfrm>
            <a:off x="6617744" y="2245154"/>
            <a:ext cx="352803" cy="289039"/>
            <a:chOff x="-26981375" y="3951875"/>
            <a:chExt cx="296150" cy="242625"/>
          </a:xfrm>
        </p:grpSpPr>
        <p:sp>
          <p:nvSpPr>
            <p:cNvPr id="6633" name="Google Shape;6633;p58"/>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8"/>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8"/>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58"/>
          <p:cNvGrpSpPr/>
          <p:nvPr/>
        </p:nvGrpSpPr>
        <p:grpSpPr>
          <a:xfrm>
            <a:off x="5282787" y="2692745"/>
            <a:ext cx="351910" cy="354710"/>
            <a:chOff x="-25094250" y="3176075"/>
            <a:chExt cx="295400" cy="297750"/>
          </a:xfrm>
        </p:grpSpPr>
        <p:sp>
          <p:nvSpPr>
            <p:cNvPr id="6637" name="Google Shape;6637;p58"/>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8"/>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8"/>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58"/>
          <p:cNvGrpSpPr/>
          <p:nvPr/>
        </p:nvGrpSpPr>
        <p:grpSpPr>
          <a:xfrm>
            <a:off x="5282787" y="3173106"/>
            <a:ext cx="351910" cy="351880"/>
            <a:chOff x="-25094250" y="3547050"/>
            <a:chExt cx="295400" cy="295375"/>
          </a:xfrm>
        </p:grpSpPr>
        <p:sp>
          <p:nvSpPr>
            <p:cNvPr id="6641" name="Google Shape;6641;p58"/>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8"/>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8"/>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8"/>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8"/>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58"/>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7" name="Google Shape;6647;p58"/>
          <p:cNvGrpSpPr/>
          <p:nvPr/>
        </p:nvGrpSpPr>
        <p:grpSpPr>
          <a:xfrm>
            <a:off x="7514864" y="2693698"/>
            <a:ext cx="352803" cy="352803"/>
            <a:chOff x="-23245675" y="3148525"/>
            <a:chExt cx="296150" cy="296150"/>
          </a:xfrm>
        </p:grpSpPr>
        <p:sp>
          <p:nvSpPr>
            <p:cNvPr id="6648" name="Google Shape;6648;p58"/>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8"/>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8"/>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1" name="Google Shape;6651;p58"/>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58"/>
          <p:cNvGrpSpPr/>
          <p:nvPr/>
        </p:nvGrpSpPr>
        <p:grpSpPr>
          <a:xfrm>
            <a:off x="7515325" y="3622672"/>
            <a:ext cx="351880" cy="352803"/>
            <a:chOff x="-23244900" y="3888100"/>
            <a:chExt cx="295375" cy="296150"/>
          </a:xfrm>
        </p:grpSpPr>
        <p:sp>
          <p:nvSpPr>
            <p:cNvPr id="6653" name="Google Shape;6653;p58"/>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8"/>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8"/>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8"/>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8"/>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8"/>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8"/>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8"/>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8"/>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8"/>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8"/>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4" name="Google Shape;6664;p58"/>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8"/>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666" name="Google Shape;6666;p58"/>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70" name="Shape 6670"/>
        <p:cNvGrpSpPr/>
        <p:nvPr/>
      </p:nvGrpSpPr>
      <p:grpSpPr>
        <a:xfrm>
          <a:off x="0" y="0"/>
          <a:ext cx="0" cy="0"/>
          <a:chOff x="0" y="0"/>
          <a:chExt cx="0" cy="0"/>
        </a:xfrm>
      </p:grpSpPr>
      <p:sp>
        <p:nvSpPr>
          <p:cNvPr id="6671" name="Google Shape;6671;p59"/>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2" name="Google Shape;6672;p59"/>
          <p:cNvGrpSpPr/>
          <p:nvPr/>
        </p:nvGrpSpPr>
        <p:grpSpPr>
          <a:xfrm>
            <a:off x="832654" y="1819647"/>
            <a:ext cx="367261" cy="367261"/>
            <a:chOff x="-65145700" y="3727425"/>
            <a:chExt cx="317425" cy="317425"/>
          </a:xfrm>
        </p:grpSpPr>
        <p:sp>
          <p:nvSpPr>
            <p:cNvPr id="6673" name="Google Shape;6673;p5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59"/>
          <p:cNvGrpSpPr/>
          <p:nvPr/>
        </p:nvGrpSpPr>
        <p:grpSpPr>
          <a:xfrm>
            <a:off x="835851" y="2248561"/>
            <a:ext cx="360868" cy="367261"/>
            <a:chOff x="-65144125" y="4094450"/>
            <a:chExt cx="311900" cy="317425"/>
          </a:xfrm>
        </p:grpSpPr>
        <p:sp>
          <p:nvSpPr>
            <p:cNvPr id="6676" name="Google Shape;6676;p5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9" name="Google Shape;6679;p59"/>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0" name="Google Shape;6680;p59"/>
          <p:cNvGrpSpPr/>
          <p:nvPr/>
        </p:nvGrpSpPr>
        <p:grpSpPr>
          <a:xfrm>
            <a:off x="3039420" y="1819256"/>
            <a:ext cx="370645" cy="368042"/>
            <a:chOff x="-63250675" y="3744075"/>
            <a:chExt cx="320350" cy="318100"/>
          </a:xfrm>
        </p:grpSpPr>
        <p:sp>
          <p:nvSpPr>
            <p:cNvPr id="6681" name="Google Shape;6681;p5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59"/>
          <p:cNvGrpSpPr/>
          <p:nvPr/>
        </p:nvGrpSpPr>
        <p:grpSpPr>
          <a:xfrm>
            <a:off x="3041112" y="2248561"/>
            <a:ext cx="367261" cy="367261"/>
            <a:chOff x="-63250675" y="4110200"/>
            <a:chExt cx="317425" cy="317425"/>
          </a:xfrm>
        </p:grpSpPr>
        <p:sp>
          <p:nvSpPr>
            <p:cNvPr id="6685" name="Google Shape;6685;p5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59"/>
          <p:cNvGrpSpPr/>
          <p:nvPr/>
        </p:nvGrpSpPr>
        <p:grpSpPr>
          <a:xfrm>
            <a:off x="1720159" y="2745656"/>
            <a:ext cx="359075" cy="358844"/>
            <a:chOff x="-61351725" y="3372400"/>
            <a:chExt cx="310350" cy="310150"/>
          </a:xfrm>
        </p:grpSpPr>
        <p:sp>
          <p:nvSpPr>
            <p:cNvPr id="6695" name="Google Shape;6695;p5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59"/>
          <p:cNvGrpSpPr/>
          <p:nvPr/>
        </p:nvGrpSpPr>
        <p:grpSpPr>
          <a:xfrm>
            <a:off x="1716514" y="3208713"/>
            <a:ext cx="366364" cy="333534"/>
            <a:chOff x="-61354875" y="3751050"/>
            <a:chExt cx="316650" cy="288275"/>
          </a:xfrm>
        </p:grpSpPr>
        <p:sp>
          <p:nvSpPr>
            <p:cNvPr id="6699" name="Google Shape;6699;p5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59"/>
          <p:cNvGrpSpPr/>
          <p:nvPr/>
        </p:nvGrpSpPr>
        <p:grpSpPr>
          <a:xfrm>
            <a:off x="1716514" y="3650352"/>
            <a:ext cx="366364" cy="367290"/>
            <a:chOff x="-61354875" y="4101525"/>
            <a:chExt cx="316650" cy="317450"/>
          </a:xfrm>
        </p:grpSpPr>
        <p:sp>
          <p:nvSpPr>
            <p:cNvPr id="6703" name="Google Shape;6703;p5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59"/>
          <p:cNvGrpSpPr/>
          <p:nvPr/>
        </p:nvGrpSpPr>
        <p:grpSpPr>
          <a:xfrm>
            <a:off x="3932949" y="2742228"/>
            <a:ext cx="368157" cy="365699"/>
            <a:chOff x="-59470075" y="3308975"/>
            <a:chExt cx="318200" cy="316075"/>
          </a:xfrm>
        </p:grpSpPr>
        <p:sp>
          <p:nvSpPr>
            <p:cNvPr id="6706" name="Google Shape;6706;p5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59"/>
          <p:cNvGrpSpPr/>
          <p:nvPr/>
        </p:nvGrpSpPr>
        <p:grpSpPr>
          <a:xfrm>
            <a:off x="1278379" y="1377933"/>
            <a:ext cx="367261" cy="364686"/>
            <a:chOff x="-64781025" y="3361050"/>
            <a:chExt cx="317425" cy="315200"/>
          </a:xfrm>
        </p:grpSpPr>
        <p:sp>
          <p:nvSpPr>
            <p:cNvPr id="6716" name="Google Shape;6716;p5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0" name="Google Shape;6720;p59"/>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9"/>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9"/>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3" name="Google Shape;6723;p59"/>
          <p:cNvGrpSpPr/>
          <p:nvPr/>
        </p:nvGrpSpPr>
        <p:grpSpPr>
          <a:xfrm>
            <a:off x="3482779" y="1819372"/>
            <a:ext cx="382765" cy="367810"/>
            <a:chOff x="-62890750" y="3747425"/>
            <a:chExt cx="330825" cy="317900"/>
          </a:xfrm>
        </p:grpSpPr>
        <p:sp>
          <p:nvSpPr>
            <p:cNvPr id="6724" name="Google Shape;6724;p5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59"/>
          <p:cNvGrpSpPr/>
          <p:nvPr/>
        </p:nvGrpSpPr>
        <p:grpSpPr>
          <a:xfrm>
            <a:off x="3490531" y="2249009"/>
            <a:ext cx="367261" cy="366364"/>
            <a:chOff x="-62884425" y="4111775"/>
            <a:chExt cx="317425" cy="316650"/>
          </a:xfrm>
        </p:grpSpPr>
        <p:sp>
          <p:nvSpPr>
            <p:cNvPr id="6739" name="Google Shape;6739;p5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59"/>
          <p:cNvGrpSpPr/>
          <p:nvPr/>
        </p:nvGrpSpPr>
        <p:grpSpPr>
          <a:xfrm>
            <a:off x="2163165" y="2745078"/>
            <a:ext cx="365438" cy="360001"/>
            <a:chOff x="-60991775" y="3376900"/>
            <a:chExt cx="315850" cy="311150"/>
          </a:xfrm>
        </p:grpSpPr>
        <p:sp>
          <p:nvSpPr>
            <p:cNvPr id="6742" name="Google Shape;6742;p5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59"/>
          <p:cNvGrpSpPr/>
          <p:nvPr/>
        </p:nvGrpSpPr>
        <p:grpSpPr>
          <a:xfrm>
            <a:off x="2162702" y="3195942"/>
            <a:ext cx="366364" cy="359075"/>
            <a:chOff x="-60988625" y="3740800"/>
            <a:chExt cx="316650" cy="310350"/>
          </a:xfrm>
        </p:grpSpPr>
        <p:sp>
          <p:nvSpPr>
            <p:cNvPr id="6746" name="Google Shape;6746;p5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59"/>
          <p:cNvGrpSpPr/>
          <p:nvPr/>
        </p:nvGrpSpPr>
        <p:grpSpPr>
          <a:xfrm>
            <a:off x="2162702" y="3651393"/>
            <a:ext cx="366364" cy="365207"/>
            <a:chOff x="-60987850" y="4100950"/>
            <a:chExt cx="316650" cy="315650"/>
          </a:xfrm>
        </p:grpSpPr>
        <p:sp>
          <p:nvSpPr>
            <p:cNvPr id="6750" name="Google Shape;6750;p5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59"/>
          <p:cNvGrpSpPr/>
          <p:nvPr/>
        </p:nvGrpSpPr>
        <p:grpSpPr>
          <a:xfrm>
            <a:off x="3932486" y="3196853"/>
            <a:ext cx="369083" cy="357253"/>
            <a:chOff x="-59447250" y="3706150"/>
            <a:chExt cx="319000" cy="308775"/>
          </a:xfrm>
        </p:grpSpPr>
        <p:sp>
          <p:nvSpPr>
            <p:cNvPr id="6756" name="Google Shape;6756;p5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59"/>
          <p:cNvGrpSpPr/>
          <p:nvPr/>
        </p:nvGrpSpPr>
        <p:grpSpPr>
          <a:xfrm>
            <a:off x="1721214" y="1378164"/>
            <a:ext cx="368186" cy="364224"/>
            <a:chOff x="-64406125" y="3362225"/>
            <a:chExt cx="318225" cy="314800"/>
          </a:xfrm>
        </p:grpSpPr>
        <p:sp>
          <p:nvSpPr>
            <p:cNvPr id="6761" name="Google Shape;6761;p5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3" name="Google Shape;6763;p59"/>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4" name="Google Shape;6764;p59"/>
          <p:cNvGrpSpPr/>
          <p:nvPr/>
        </p:nvGrpSpPr>
        <p:grpSpPr>
          <a:xfrm>
            <a:off x="1721677" y="2249009"/>
            <a:ext cx="367261" cy="366364"/>
            <a:chOff x="-64410850" y="4094450"/>
            <a:chExt cx="317425" cy="316650"/>
          </a:xfrm>
        </p:grpSpPr>
        <p:sp>
          <p:nvSpPr>
            <p:cNvPr id="6765" name="Google Shape;6765;p5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8" name="Google Shape;6768;p59"/>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9" name="Google Shape;6769;p59"/>
          <p:cNvGrpSpPr/>
          <p:nvPr/>
        </p:nvGrpSpPr>
        <p:grpSpPr>
          <a:xfrm>
            <a:off x="3943225" y="1819083"/>
            <a:ext cx="365467" cy="368389"/>
            <a:chOff x="-62516625" y="3743175"/>
            <a:chExt cx="315875" cy="318400"/>
          </a:xfrm>
        </p:grpSpPr>
        <p:sp>
          <p:nvSpPr>
            <p:cNvPr id="6770" name="Google Shape;6770;p5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59"/>
          <p:cNvGrpSpPr/>
          <p:nvPr/>
        </p:nvGrpSpPr>
        <p:grpSpPr>
          <a:xfrm>
            <a:off x="3950065" y="2269054"/>
            <a:ext cx="351786" cy="326274"/>
            <a:chOff x="-62511900" y="4129100"/>
            <a:chExt cx="304050" cy="282000"/>
          </a:xfrm>
        </p:grpSpPr>
        <p:sp>
          <p:nvSpPr>
            <p:cNvPr id="6773" name="Google Shape;6773;p5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59"/>
          <p:cNvGrpSpPr/>
          <p:nvPr/>
        </p:nvGrpSpPr>
        <p:grpSpPr>
          <a:xfrm>
            <a:off x="2628187" y="2741448"/>
            <a:ext cx="310770" cy="367261"/>
            <a:chOff x="-60597975" y="3367475"/>
            <a:chExt cx="268600" cy="317425"/>
          </a:xfrm>
        </p:grpSpPr>
        <p:sp>
          <p:nvSpPr>
            <p:cNvPr id="6779" name="Google Shape;6779;p5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4" name="Google Shape;6784;p59"/>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5" name="Google Shape;6785;p59"/>
          <p:cNvGrpSpPr/>
          <p:nvPr/>
        </p:nvGrpSpPr>
        <p:grpSpPr>
          <a:xfrm>
            <a:off x="2600390" y="3702764"/>
            <a:ext cx="366364" cy="262465"/>
            <a:chOff x="-60621600" y="4145650"/>
            <a:chExt cx="316650" cy="226850"/>
          </a:xfrm>
        </p:grpSpPr>
        <p:sp>
          <p:nvSpPr>
            <p:cNvPr id="6786" name="Google Shape;6786;p5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59"/>
          <p:cNvGrpSpPr/>
          <p:nvPr/>
        </p:nvGrpSpPr>
        <p:grpSpPr>
          <a:xfrm>
            <a:off x="3937042" y="3651263"/>
            <a:ext cx="359972" cy="365467"/>
            <a:chOff x="-59400775" y="4084200"/>
            <a:chExt cx="311125" cy="315875"/>
          </a:xfrm>
        </p:grpSpPr>
        <p:sp>
          <p:nvSpPr>
            <p:cNvPr id="6790" name="Google Shape;6790;p5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59"/>
          <p:cNvGrpSpPr/>
          <p:nvPr/>
        </p:nvGrpSpPr>
        <p:grpSpPr>
          <a:xfrm>
            <a:off x="2161136" y="1377094"/>
            <a:ext cx="365438" cy="366364"/>
            <a:chOff x="-64044600" y="3360375"/>
            <a:chExt cx="315850" cy="316650"/>
          </a:xfrm>
        </p:grpSpPr>
        <p:sp>
          <p:nvSpPr>
            <p:cNvPr id="6797" name="Google Shape;6797;p5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59"/>
          <p:cNvGrpSpPr/>
          <p:nvPr/>
        </p:nvGrpSpPr>
        <p:grpSpPr>
          <a:xfrm>
            <a:off x="2187559" y="1819647"/>
            <a:ext cx="312592" cy="367261"/>
            <a:chOff x="-64022550" y="3727425"/>
            <a:chExt cx="270175" cy="317425"/>
          </a:xfrm>
        </p:grpSpPr>
        <p:sp>
          <p:nvSpPr>
            <p:cNvPr id="6801" name="Google Shape;6801;p5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59"/>
          <p:cNvGrpSpPr/>
          <p:nvPr/>
        </p:nvGrpSpPr>
        <p:grpSpPr>
          <a:xfrm>
            <a:off x="2211697" y="2248547"/>
            <a:ext cx="264317" cy="367290"/>
            <a:chOff x="-64001300" y="4093650"/>
            <a:chExt cx="228450" cy="317450"/>
          </a:xfrm>
        </p:grpSpPr>
        <p:sp>
          <p:nvSpPr>
            <p:cNvPr id="6805" name="Google Shape;6805;p5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59"/>
          <p:cNvGrpSpPr/>
          <p:nvPr/>
        </p:nvGrpSpPr>
        <p:grpSpPr>
          <a:xfrm>
            <a:off x="830701" y="2741838"/>
            <a:ext cx="359972" cy="366480"/>
            <a:chOff x="-62148800" y="3377700"/>
            <a:chExt cx="311125" cy="316750"/>
          </a:xfrm>
        </p:grpSpPr>
        <p:sp>
          <p:nvSpPr>
            <p:cNvPr id="6810" name="Google Shape;6810;p5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59"/>
          <p:cNvGrpSpPr/>
          <p:nvPr/>
        </p:nvGrpSpPr>
        <p:grpSpPr>
          <a:xfrm>
            <a:off x="826608" y="3191835"/>
            <a:ext cx="368157" cy="367290"/>
            <a:chOff x="-62154300" y="3743950"/>
            <a:chExt cx="318200" cy="317450"/>
          </a:xfrm>
        </p:grpSpPr>
        <p:sp>
          <p:nvSpPr>
            <p:cNvPr id="6813" name="Google Shape;6813;p5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59"/>
          <p:cNvGrpSpPr/>
          <p:nvPr/>
        </p:nvGrpSpPr>
        <p:grpSpPr>
          <a:xfrm>
            <a:off x="826594" y="3650815"/>
            <a:ext cx="368186" cy="366364"/>
            <a:chOff x="-62151950" y="4111775"/>
            <a:chExt cx="318225" cy="316650"/>
          </a:xfrm>
        </p:grpSpPr>
        <p:sp>
          <p:nvSpPr>
            <p:cNvPr id="6816" name="Google Shape;6816;p5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59"/>
          <p:cNvGrpSpPr/>
          <p:nvPr/>
        </p:nvGrpSpPr>
        <p:grpSpPr>
          <a:xfrm>
            <a:off x="3045218" y="2741361"/>
            <a:ext cx="368157" cy="367434"/>
            <a:chOff x="-60254550" y="3367325"/>
            <a:chExt cx="318200" cy="317575"/>
          </a:xfrm>
        </p:grpSpPr>
        <p:sp>
          <p:nvSpPr>
            <p:cNvPr id="6821" name="Google Shape;6821;p5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59"/>
          <p:cNvGrpSpPr/>
          <p:nvPr/>
        </p:nvGrpSpPr>
        <p:grpSpPr>
          <a:xfrm>
            <a:off x="3046115" y="3192355"/>
            <a:ext cx="366364" cy="366248"/>
            <a:chOff x="-60255350" y="3733825"/>
            <a:chExt cx="316650" cy="316550"/>
          </a:xfrm>
        </p:grpSpPr>
        <p:sp>
          <p:nvSpPr>
            <p:cNvPr id="6826" name="Google Shape;6826;p5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59"/>
          <p:cNvGrpSpPr/>
          <p:nvPr/>
        </p:nvGrpSpPr>
        <p:grpSpPr>
          <a:xfrm>
            <a:off x="3073912" y="3651263"/>
            <a:ext cx="310770" cy="365467"/>
            <a:chOff x="-60232500" y="4101525"/>
            <a:chExt cx="268600" cy="315875"/>
          </a:xfrm>
        </p:grpSpPr>
        <p:sp>
          <p:nvSpPr>
            <p:cNvPr id="6834" name="Google Shape;6834;p5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6" name="Google Shape;6836;p59"/>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7" name="Google Shape;6837;p59"/>
          <p:cNvGrpSpPr/>
          <p:nvPr/>
        </p:nvGrpSpPr>
        <p:grpSpPr>
          <a:xfrm>
            <a:off x="2606912" y="1377094"/>
            <a:ext cx="368186" cy="366364"/>
            <a:chOff x="-63679950" y="3360375"/>
            <a:chExt cx="318225" cy="316650"/>
          </a:xfrm>
        </p:grpSpPr>
        <p:sp>
          <p:nvSpPr>
            <p:cNvPr id="6838" name="Google Shape;6838;p5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2" name="Google Shape;6842;p59"/>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3" name="Google Shape;6843;p59"/>
          <p:cNvGrpSpPr/>
          <p:nvPr/>
        </p:nvGrpSpPr>
        <p:grpSpPr>
          <a:xfrm>
            <a:off x="2605539" y="2248431"/>
            <a:ext cx="370934" cy="367521"/>
            <a:chOff x="-63679950" y="4093450"/>
            <a:chExt cx="320600" cy="317650"/>
          </a:xfrm>
        </p:grpSpPr>
        <p:sp>
          <p:nvSpPr>
            <p:cNvPr id="6844" name="Google Shape;6844;p5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59"/>
          <p:cNvGrpSpPr/>
          <p:nvPr/>
        </p:nvGrpSpPr>
        <p:grpSpPr>
          <a:xfrm>
            <a:off x="1265656" y="2741433"/>
            <a:ext cx="366364" cy="367290"/>
            <a:chOff x="-61784125" y="3377700"/>
            <a:chExt cx="316650" cy="317450"/>
          </a:xfrm>
        </p:grpSpPr>
        <p:sp>
          <p:nvSpPr>
            <p:cNvPr id="6848" name="Google Shape;6848;p5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59"/>
          <p:cNvGrpSpPr/>
          <p:nvPr/>
        </p:nvGrpSpPr>
        <p:grpSpPr>
          <a:xfrm>
            <a:off x="1265656" y="3191835"/>
            <a:ext cx="366364" cy="367290"/>
            <a:chOff x="-61783350" y="3743950"/>
            <a:chExt cx="316650" cy="317450"/>
          </a:xfrm>
        </p:grpSpPr>
        <p:sp>
          <p:nvSpPr>
            <p:cNvPr id="6856" name="Google Shape;6856;p5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8" name="Google Shape;6858;p59"/>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9"/>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9"/>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1" name="Google Shape;6861;p59"/>
          <p:cNvGrpSpPr/>
          <p:nvPr/>
        </p:nvGrpSpPr>
        <p:grpSpPr>
          <a:xfrm>
            <a:off x="3487080" y="3651668"/>
            <a:ext cx="369112" cy="364657"/>
            <a:chOff x="-59869425" y="4102225"/>
            <a:chExt cx="319025" cy="315175"/>
          </a:xfrm>
        </p:grpSpPr>
        <p:sp>
          <p:nvSpPr>
            <p:cNvPr id="6862" name="Google Shape;6862;p5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59"/>
          <p:cNvGrpSpPr/>
          <p:nvPr/>
        </p:nvGrpSpPr>
        <p:grpSpPr>
          <a:xfrm>
            <a:off x="2605883" y="4120490"/>
            <a:ext cx="366364" cy="365467"/>
            <a:chOff x="-59029025" y="3711650"/>
            <a:chExt cx="316650" cy="315875"/>
          </a:xfrm>
        </p:grpSpPr>
        <p:sp>
          <p:nvSpPr>
            <p:cNvPr id="6867" name="Google Shape;6867;p5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59"/>
          <p:cNvGrpSpPr/>
          <p:nvPr/>
        </p:nvGrpSpPr>
        <p:grpSpPr>
          <a:xfrm>
            <a:off x="4841373" y="1398014"/>
            <a:ext cx="351940" cy="348188"/>
            <a:chOff x="581525" y="3254850"/>
            <a:chExt cx="297750" cy="294575"/>
          </a:xfrm>
        </p:grpSpPr>
        <p:sp>
          <p:nvSpPr>
            <p:cNvPr id="6875" name="Google Shape;6875;p59"/>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9"/>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9"/>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59"/>
          <p:cNvGrpSpPr/>
          <p:nvPr/>
        </p:nvGrpSpPr>
        <p:grpSpPr>
          <a:xfrm>
            <a:off x="4840442" y="1836950"/>
            <a:ext cx="353802" cy="351497"/>
            <a:chOff x="580725" y="3617925"/>
            <a:chExt cx="299325" cy="297375"/>
          </a:xfrm>
        </p:grpSpPr>
        <p:sp>
          <p:nvSpPr>
            <p:cNvPr id="6879" name="Google Shape;6879;p59"/>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9"/>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9"/>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9"/>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9"/>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59"/>
          <p:cNvGrpSpPr/>
          <p:nvPr/>
        </p:nvGrpSpPr>
        <p:grpSpPr>
          <a:xfrm>
            <a:off x="4842304" y="2284140"/>
            <a:ext cx="350079" cy="350079"/>
            <a:chOff x="583100" y="3982600"/>
            <a:chExt cx="296175" cy="296175"/>
          </a:xfrm>
        </p:grpSpPr>
        <p:sp>
          <p:nvSpPr>
            <p:cNvPr id="6885" name="Google Shape;6885;p5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9"/>
          <p:cNvGrpSpPr/>
          <p:nvPr/>
        </p:nvGrpSpPr>
        <p:grpSpPr>
          <a:xfrm>
            <a:off x="7074918" y="1397764"/>
            <a:ext cx="307231" cy="348690"/>
            <a:chOff x="2423775" y="3226875"/>
            <a:chExt cx="259925" cy="295000"/>
          </a:xfrm>
        </p:grpSpPr>
        <p:sp>
          <p:nvSpPr>
            <p:cNvPr id="6893" name="Google Shape;6893;p59"/>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9"/>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9"/>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9"/>
          <p:cNvGrpSpPr/>
          <p:nvPr/>
        </p:nvGrpSpPr>
        <p:grpSpPr>
          <a:xfrm>
            <a:off x="7052106" y="1839049"/>
            <a:ext cx="352857" cy="347301"/>
            <a:chOff x="2404875" y="3592725"/>
            <a:chExt cx="298525" cy="293825"/>
          </a:xfrm>
        </p:grpSpPr>
        <p:sp>
          <p:nvSpPr>
            <p:cNvPr id="6897" name="Google Shape;6897;p59"/>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9"/>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9"/>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59"/>
          <p:cNvGrpSpPr/>
          <p:nvPr/>
        </p:nvGrpSpPr>
        <p:grpSpPr>
          <a:xfrm>
            <a:off x="7053036" y="2284614"/>
            <a:ext cx="350995" cy="349133"/>
            <a:chOff x="2404875" y="3955825"/>
            <a:chExt cx="296950" cy="295375"/>
          </a:xfrm>
        </p:grpSpPr>
        <p:sp>
          <p:nvSpPr>
            <p:cNvPr id="6901" name="Google Shape;6901;p59"/>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9"/>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9"/>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9"/>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59"/>
          <p:cNvGrpSpPr/>
          <p:nvPr/>
        </p:nvGrpSpPr>
        <p:grpSpPr>
          <a:xfrm>
            <a:off x="5747016" y="2748808"/>
            <a:ext cx="349163" cy="350079"/>
            <a:chOff x="4263650" y="3235150"/>
            <a:chExt cx="295400" cy="296175"/>
          </a:xfrm>
        </p:grpSpPr>
        <p:sp>
          <p:nvSpPr>
            <p:cNvPr id="6906" name="Google Shape;6906;p59"/>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9"/>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9"/>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9"/>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9"/>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59"/>
          <p:cNvGrpSpPr/>
          <p:nvPr/>
        </p:nvGrpSpPr>
        <p:grpSpPr>
          <a:xfrm>
            <a:off x="5744696" y="3207969"/>
            <a:ext cx="353802" cy="327739"/>
            <a:chOff x="4266025" y="3609275"/>
            <a:chExt cx="299325" cy="277275"/>
          </a:xfrm>
        </p:grpSpPr>
        <p:sp>
          <p:nvSpPr>
            <p:cNvPr id="6912" name="Google Shape;6912;p59"/>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9"/>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59"/>
          <p:cNvGrpSpPr/>
          <p:nvPr/>
        </p:nvGrpSpPr>
        <p:grpSpPr>
          <a:xfrm>
            <a:off x="5745154" y="3673356"/>
            <a:ext cx="352886" cy="349133"/>
            <a:chOff x="4263650" y="3963700"/>
            <a:chExt cx="298550" cy="295375"/>
          </a:xfrm>
        </p:grpSpPr>
        <p:sp>
          <p:nvSpPr>
            <p:cNvPr id="6915" name="Google Shape;6915;p59"/>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9"/>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9"/>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9"/>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9"/>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9"/>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9"/>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59"/>
          <p:cNvGrpSpPr/>
          <p:nvPr/>
        </p:nvGrpSpPr>
        <p:grpSpPr>
          <a:xfrm>
            <a:off x="8023491" y="2748809"/>
            <a:ext cx="226264" cy="350079"/>
            <a:chOff x="6164975" y="3211525"/>
            <a:chExt cx="191425" cy="296175"/>
          </a:xfrm>
        </p:grpSpPr>
        <p:sp>
          <p:nvSpPr>
            <p:cNvPr id="6923" name="Google Shape;6923;p59"/>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9"/>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9"/>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9"/>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9"/>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9"/>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9"/>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59"/>
          <p:cNvGrpSpPr/>
          <p:nvPr/>
        </p:nvGrpSpPr>
        <p:grpSpPr>
          <a:xfrm>
            <a:off x="5285528" y="1397084"/>
            <a:ext cx="352886" cy="350049"/>
            <a:chOff x="946175" y="3253275"/>
            <a:chExt cx="298550" cy="296150"/>
          </a:xfrm>
        </p:grpSpPr>
        <p:sp>
          <p:nvSpPr>
            <p:cNvPr id="6931" name="Google Shape;6931;p59"/>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9"/>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9"/>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9"/>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9"/>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59"/>
          <p:cNvGrpSpPr/>
          <p:nvPr/>
        </p:nvGrpSpPr>
        <p:grpSpPr>
          <a:xfrm>
            <a:off x="5286459" y="1839048"/>
            <a:ext cx="351024" cy="347301"/>
            <a:chOff x="946175" y="3619500"/>
            <a:chExt cx="296975" cy="293825"/>
          </a:xfrm>
        </p:grpSpPr>
        <p:sp>
          <p:nvSpPr>
            <p:cNvPr id="6937" name="Google Shape;6937;p59"/>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9"/>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9"/>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9"/>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9"/>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9"/>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59"/>
          <p:cNvGrpSpPr/>
          <p:nvPr/>
        </p:nvGrpSpPr>
        <p:grpSpPr>
          <a:xfrm>
            <a:off x="5286001" y="2283682"/>
            <a:ext cx="351940" cy="350995"/>
            <a:chOff x="944600" y="3981825"/>
            <a:chExt cx="297750" cy="296950"/>
          </a:xfrm>
        </p:grpSpPr>
        <p:sp>
          <p:nvSpPr>
            <p:cNvPr id="6944" name="Google Shape;6944;p59"/>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9"/>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9"/>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9"/>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59"/>
          <p:cNvGrpSpPr/>
          <p:nvPr/>
        </p:nvGrpSpPr>
        <p:grpSpPr>
          <a:xfrm>
            <a:off x="7502937" y="1397542"/>
            <a:ext cx="350079" cy="349133"/>
            <a:chOff x="2768750" y="3227275"/>
            <a:chExt cx="296175" cy="295375"/>
          </a:xfrm>
        </p:grpSpPr>
        <p:sp>
          <p:nvSpPr>
            <p:cNvPr id="6949" name="Google Shape;6949;p59"/>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9"/>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9"/>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9"/>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9"/>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9"/>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9"/>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9"/>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59"/>
          <p:cNvGrpSpPr/>
          <p:nvPr/>
        </p:nvGrpSpPr>
        <p:grpSpPr>
          <a:xfrm>
            <a:off x="7523888" y="1838414"/>
            <a:ext cx="308177" cy="348572"/>
            <a:chOff x="2786075" y="3591800"/>
            <a:chExt cx="260725" cy="294900"/>
          </a:xfrm>
        </p:grpSpPr>
        <p:sp>
          <p:nvSpPr>
            <p:cNvPr id="6958" name="Google Shape;6958;p59"/>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9"/>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9"/>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9"/>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9"/>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59"/>
          <p:cNvGrpSpPr/>
          <p:nvPr/>
        </p:nvGrpSpPr>
        <p:grpSpPr>
          <a:xfrm>
            <a:off x="7564387" y="2284141"/>
            <a:ext cx="227180" cy="350079"/>
            <a:chOff x="2819150" y="3955025"/>
            <a:chExt cx="192200" cy="296175"/>
          </a:xfrm>
        </p:grpSpPr>
        <p:sp>
          <p:nvSpPr>
            <p:cNvPr id="6964" name="Google Shape;6964;p59"/>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9"/>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9"/>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9"/>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59"/>
          <p:cNvGrpSpPr/>
          <p:nvPr/>
        </p:nvGrpSpPr>
        <p:grpSpPr>
          <a:xfrm>
            <a:off x="6188160" y="2749739"/>
            <a:ext cx="349133" cy="348217"/>
            <a:chOff x="4629125" y="3235150"/>
            <a:chExt cx="295375" cy="294600"/>
          </a:xfrm>
        </p:grpSpPr>
        <p:sp>
          <p:nvSpPr>
            <p:cNvPr id="6969" name="Google Shape;6969;p59"/>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9"/>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9"/>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9"/>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9"/>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59"/>
          <p:cNvGrpSpPr/>
          <p:nvPr/>
        </p:nvGrpSpPr>
        <p:grpSpPr>
          <a:xfrm>
            <a:off x="6188145" y="3197272"/>
            <a:ext cx="349163" cy="349133"/>
            <a:chOff x="4628325" y="3599825"/>
            <a:chExt cx="295400" cy="295375"/>
          </a:xfrm>
        </p:grpSpPr>
        <p:sp>
          <p:nvSpPr>
            <p:cNvPr id="6975" name="Google Shape;6975;p59"/>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9"/>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9"/>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9"/>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9"/>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9"/>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9"/>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9"/>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9"/>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9"/>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9"/>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9"/>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59"/>
          <p:cNvGrpSpPr/>
          <p:nvPr/>
        </p:nvGrpSpPr>
        <p:grpSpPr>
          <a:xfrm>
            <a:off x="6209096" y="3672883"/>
            <a:ext cx="307261" cy="350079"/>
            <a:chOff x="4645650" y="3962900"/>
            <a:chExt cx="259950" cy="296175"/>
          </a:xfrm>
        </p:grpSpPr>
        <p:sp>
          <p:nvSpPr>
            <p:cNvPr id="6988" name="Google Shape;6988;p59"/>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9"/>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9"/>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9"/>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9"/>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9"/>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59"/>
          <p:cNvGrpSpPr/>
          <p:nvPr/>
        </p:nvGrpSpPr>
        <p:grpSpPr>
          <a:xfrm>
            <a:off x="7962056" y="3197745"/>
            <a:ext cx="349133" cy="348188"/>
            <a:chOff x="6143725" y="3582500"/>
            <a:chExt cx="295375" cy="294575"/>
          </a:xfrm>
        </p:grpSpPr>
        <p:sp>
          <p:nvSpPr>
            <p:cNvPr id="6995" name="Google Shape;6995;p59"/>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9"/>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9"/>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9"/>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9"/>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9"/>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9"/>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59"/>
          <p:cNvGrpSpPr/>
          <p:nvPr/>
        </p:nvGrpSpPr>
        <p:grpSpPr>
          <a:xfrm>
            <a:off x="5730883" y="1397084"/>
            <a:ext cx="350995" cy="350049"/>
            <a:chOff x="1310075" y="3253275"/>
            <a:chExt cx="296950" cy="296150"/>
          </a:xfrm>
        </p:grpSpPr>
        <p:sp>
          <p:nvSpPr>
            <p:cNvPr id="7003" name="Google Shape;7003;p59"/>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9"/>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9"/>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6" name="Google Shape;7006;p59"/>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7" name="Google Shape;7007;p59"/>
          <p:cNvGrpSpPr/>
          <p:nvPr/>
        </p:nvGrpSpPr>
        <p:grpSpPr>
          <a:xfrm>
            <a:off x="5730410" y="2283343"/>
            <a:ext cx="351941" cy="351675"/>
            <a:chOff x="1310075" y="3980250"/>
            <a:chExt cx="297750" cy="297525"/>
          </a:xfrm>
        </p:grpSpPr>
        <p:sp>
          <p:nvSpPr>
            <p:cNvPr id="7008" name="Google Shape;7008;p59"/>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9"/>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9"/>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9"/>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59"/>
          <p:cNvGrpSpPr/>
          <p:nvPr/>
        </p:nvGrpSpPr>
        <p:grpSpPr>
          <a:xfrm>
            <a:off x="7995198" y="1397542"/>
            <a:ext cx="266305" cy="349133"/>
            <a:chOff x="3167275" y="3227275"/>
            <a:chExt cx="225300" cy="295375"/>
          </a:xfrm>
        </p:grpSpPr>
        <p:sp>
          <p:nvSpPr>
            <p:cNvPr id="7013" name="Google Shape;7013;p59"/>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9"/>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9"/>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9"/>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9"/>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8" name="Google Shape;7018;p59"/>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9" name="Google Shape;7019;p59"/>
          <p:cNvGrpSpPr/>
          <p:nvPr/>
        </p:nvGrpSpPr>
        <p:grpSpPr>
          <a:xfrm>
            <a:off x="7952380" y="2284599"/>
            <a:ext cx="351940" cy="349163"/>
            <a:chOff x="3133425" y="3955025"/>
            <a:chExt cx="297750" cy="295400"/>
          </a:xfrm>
        </p:grpSpPr>
        <p:sp>
          <p:nvSpPr>
            <p:cNvPr id="7020" name="Google Shape;7020;p59"/>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9"/>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9"/>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59"/>
          <p:cNvGrpSpPr/>
          <p:nvPr/>
        </p:nvGrpSpPr>
        <p:grpSpPr>
          <a:xfrm>
            <a:off x="6632554" y="2748187"/>
            <a:ext cx="350079" cy="351320"/>
            <a:chOff x="4991425" y="3234750"/>
            <a:chExt cx="296175" cy="297225"/>
          </a:xfrm>
        </p:grpSpPr>
        <p:sp>
          <p:nvSpPr>
            <p:cNvPr id="7024" name="Google Shape;7024;p5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59"/>
          <p:cNvGrpSpPr/>
          <p:nvPr/>
        </p:nvGrpSpPr>
        <p:grpSpPr>
          <a:xfrm>
            <a:off x="6632554" y="3217750"/>
            <a:ext cx="350079" cy="308177"/>
            <a:chOff x="4991425" y="3617150"/>
            <a:chExt cx="296175" cy="260725"/>
          </a:xfrm>
        </p:grpSpPr>
        <p:sp>
          <p:nvSpPr>
            <p:cNvPr id="7031" name="Google Shape;7031;p59"/>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9"/>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9"/>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9"/>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9"/>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9"/>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9"/>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59"/>
          <p:cNvGrpSpPr/>
          <p:nvPr/>
        </p:nvGrpSpPr>
        <p:grpSpPr>
          <a:xfrm>
            <a:off x="6709827" y="3673341"/>
            <a:ext cx="195532" cy="349163"/>
            <a:chOff x="5056800" y="3962900"/>
            <a:chExt cx="165425" cy="295400"/>
          </a:xfrm>
        </p:grpSpPr>
        <p:sp>
          <p:nvSpPr>
            <p:cNvPr id="7039" name="Google Shape;7039;p59"/>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9"/>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9"/>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9"/>
          <p:cNvGrpSpPr/>
          <p:nvPr/>
        </p:nvGrpSpPr>
        <p:grpSpPr>
          <a:xfrm>
            <a:off x="7961125" y="3673357"/>
            <a:ext cx="350995" cy="349133"/>
            <a:chOff x="6168925" y="3936925"/>
            <a:chExt cx="296950" cy="295375"/>
          </a:xfrm>
        </p:grpSpPr>
        <p:sp>
          <p:nvSpPr>
            <p:cNvPr id="7043" name="Google Shape;7043;p59"/>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9"/>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9"/>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9"/>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9"/>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9"/>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59"/>
          <p:cNvGrpSpPr/>
          <p:nvPr/>
        </p:nvGrpSpPr>
        <p:grpSpPr>
          <a:xfrm>
            <a:off x="6174844" y="1390429"/>
            <a:ext cx="348188" cy="349133"/>
            <a:chOff x="1674750" y="3254050"/>
            <a:chExt cx="294575" cy="295375"/>
          </a:xfrm>
        </p:grpSpPr>
        <p:sp>
          <p:nvSpPr>
            <p:cNvPr id="7050" name="Google Shape;7050;p59"/>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9"/>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9"/>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9"/>
          <p:cNvGrpSpPr/>
          <p:nvPr/>
        </p:nvGrpSpPr>
        <p:grpSpPr>
          <a:xfrm>
            <a:off x="6189239" y="1838132"/>
            <a:ext cx="319347" cy="349133"/>
            <a:chOff x="1687350" y="3618725"/>
            <a:chExt cx="270175" cy="295375"/>
          </a:xfrm>
        </p:grpSpPr>
        <p:sp>
          <p:nvSpPr>
            <p:cNvPr id="7054" name="Google Shape;7054;p59"/>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9"/>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9"/>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9"/>
          <p:cNvGrpSpPr/>
          <p:nvPr/>
        </p:nvGrpSpPr>
        <p:grpSpPr>
          <a:xfrm>
            <a:off x="6172942" y="2284613"/>
            <a:ext cx="351940" cy="349133"/>
            <a:chOff x="1672375" y="3982600"/>
            <a:chExt cx="297750" cy="295375"/>
          </a:xfrm>
        </p:grpSpPr>
        <p:sp>
          <p:nvSpPr>
            <p:cNvPr id="7058" name="Google Shape;7058;p59"/>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9"/>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9"/>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59"/>
          <p:cNvGrpSpPr/>
          <p:nvPr/>
        </p:nvGrpSpPr>
        <p:grpSpPr>
          <a:xfrm>
            <a:off x="4864934" y="2748808"/>
            <a:ext cx="350079" cy="350079"/>
            <a:chOff x="3497300" y="3227275"/>
            <a:chExt cx="296175" cy="296175"/>
          </a:xfrm>
        </p:grpSpPr>
        <p:sp>
          <p:nvSpPr>
            <p:cNvPr id="7062" name="Google Shape;7062;p5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59"/>
          <p:cNvGrpSpPr/>
          <p:nvPr/>
        </p:nvGrpSpPr>
        <p:grpSpPr>
          <a:xfrm>
            <a:off x="4865407" y="3198203"/>
            <a:ext cx="349133" cy="347272"/>
            <a:chOff x="3497300" y="3591950"/>
            <a:chExt cx="295375" cy="293800"/>
          </a:xfrm>
        </p:grpSpPr>
        <p:sp>
          <p:nvSpPr>
            <p:cNvPr id="7071" name="Google Shape;7071;p59"/>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9"/>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9"/>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9"/>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9"/>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9"/>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9"/>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9"/>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59"/>
          <p:cNvGrpSpPr/>
          <p:nvPr/>
        </p:nvGrpSpPr>
        <p:grpSpPr>
          <a:xfrm>
            <a:off x="4865407" y="3673341"/>
            <a:ext cx="349133" cy="349163"/>
            <a:chOff x="3497300" y="3955025"/>
            <a:chExt cx="295375" cy="295400"/>
          </a:xfrm>
        </p:grpSpPr>
        <p:sp>
          <p:nvSpPr>
            <p:cNvPr id="7080" name="Google Shape;7080;p59"/>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9"/>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9"/>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59"/>
          <p:cNvGrpSpPr/>
          <p:nvPr/>
        </p:nvGrpSpPr>
        <p:grpSpPr>
          <a:xfrm>
            <a:off x="7089979" y="2749532"/>
            <a:ext cx="327739" cy="348631"/>
            <a:chOff x="5364750" y="3235150"/>
            <a:chExt cx="277275" cy="294950"/>
          </a:xfrm>
        </p:grpSpPr>
        <p:sp>
          <p:nvSpPr>
            <p:cNvPr id="7084" name="Google Shape;7084;p59"/>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9"/>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9"/>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9"/>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9"/>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9"/>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9"/>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9"/>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59"/>
          <p:cNvGrpSpPr/>
          <p:nvPr/>
        </p:nvGrpSpPr>
        <p:grpSpPr>
          <a:xfrm>
            <a:off x="7078337" y="3195868"/>
            <a:ext cx="351024" cy="351941"/>
            <a:chOff x="5355300" y="3598250"/>
            <a:chExt cx="296975" cy="297750"/>
          </a:xfrm>
        </p:grpSpPr>
        <p:sp>
          <p:nvSpPr>
            <p:cNvPr id="7093" name="Google Shape;7093;p59"/>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9"/>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9"/>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9"/>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9"/>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9"/>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9"/>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9"/>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59"/>
          <p:cNvGrpSpPr/>
          <p:nvPr/>
        </p:nvGrpSpPr>
        <p:grpSpPr>
          <a:xfrm>
            <a:off x="7082533" y="3734790"/>
            <a:ext cx="342632" cy="226264"/>
            <a:chOff x="5358450" y="4015675"/>
            <a:chExt cx="289875" cy="191425"/>
          </a:xfrm>
        </p:grpSpPr>
        <p:sp>
          <p:nvSpPr>
            <p:cNvPr id="7102" name="Google Shape;7102;p59"/>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9"/>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9"/>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9"/>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59"/>
          <p:cNvGrpSpPr/>
          <p:nvPr/>
        </p:nvGrpSpPr>
        <p:grpSpPr>
          <a:xfrm>
            <a:off x="6209015" y="4117322"/>
            <a:ext cx="351024" cy="325464"/>
            <a:chOff x="6543825" y="3202075"/>
            <a:chExt cx="296975" cy="275350"/>
          </a:xfrm>
        </p:grpSpPr>
        <p:sp>
          <p:nvSpPr>
            <p:cNvPr id="7107" name="Google Shape;7107;p59"/>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9"/>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9"/>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9"/>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9"/>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9"/>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9"/>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59"/>
          <p:cNvGrpSpPr/>
          <p:nvPr/>
        </p:nvGrpSpPr>
        <p:grpSpPr>
          <a:xfrm>
            <a:off x="6615996" y="1397069"/>
            <a:ext cx="350079" cy="350079"/>
            <a:chOff x="2037825" y="3254050"/>
            <a:chExt cx="296175" cy="296175"/>
          </a:xfrm>
        </p:grpSpPr>
        <p:sp>
          <p:nvSpPr>
            <p:cNvPr id="7115" name="Google Shape;7115;p59"/>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9"/>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9"/>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9"/>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9"/>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9"/>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9"/>
          <p:cNvGrpSpPr/>
          <p:nvPr/>
        </p:nvGrpSpPr>
        <p:grpSpPr>
          <a:xfrm>
            <a:off x="6614135" y="1838236"/>
            <a:ext cx="353802" cy="348926"/>
            <a:chOff x="2034675" y="3617925"/>
            <a:chExt cx="299325" cy="295200"/>
          </a:xfrm>
        </p:grpSpPr>
        <p:sp>
          <p:nvSpPr>
            <p:cNvPr id="7122" name="Google Shape;7122;p59"/>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9"/>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9"/>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9"/>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9"/>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59"/>
          <p:cNvGrpSpPr/>
          <p:nvPr/>
        </p:nvGrpSpPr>
        <p:grpSpPr>
          <a:xfrm>
            <a:off x="6615996" y="2284613"/>
            <a:ext cx="350079" cy="349133"/>
            <a:chOff x="2037825" y="3981825"/>
            <a:chExt cx="296175" cy="295375"/>
          </a:xfrm>
        </p:grpSpPr>
        <p:sp>
          <p:nvSpPr>
            <p:cNvPr id="7128" name="Google Shape;7128;p59"/>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9"/>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9"/>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59"/>
          <p:cNvGrpSpPr/>
          <p:nvPr/>
        </p:nvGrpSpPr>
        <p:grpSpPr>
          <a:xfrm>
            <a:off x="5301014" y="2780929"/>
            <a:ext cx="350079" cy="285837"/>
            <a:chOff x="3860400" y="3254050"/>
            <a:chExt cx="296175" cy="241825"/>
          </a:xfrm>
        </p:grpSpPr>
        <p:sp>
          <p:nvSpPr>
            <p:cNvPr id="7132" name="Google Shape;7132;p5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59"/>
          <p:cNvGrpSpPr/>
          <p:nvPr/>
        </p:nvGrpSpPr>
        <p:grpSpPr>
          <a:xfrm>
            <a:off x="5300541" y="3196800"/>
            <a:ext cx="351024" cy="350079"/>
            <a:chOff x="3859600" y="3591950"/>
            <a:chExt cx="296975" cy="296175"/>
          </a:xfrm>
        </p:grpSpPr>
        <p:sp>
          <p:nvSpPr>
            <p:cNvPr id="7140" name="Google Shape;7140;p59"/>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9"/>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9"/>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9"/>
          <p:cNvGrpSpPr/>
          <p:nvPr/>
        </p:nvGrpSpPr>
        <p:grpSpPr>
          <a:xfrm>
            <a:off x="5301014" y="3672883"/>
            <a:ext cx="350079" cy="350079"/>
            <a:chOff x="3860400" y="3955025"/>
            <a:chExt cx="296175" cy="296175"/>
          </a:xfrm>
        </p:grpSpPr>
        <p:sp>
          <p:nvSpPr>
            <p:cNvPr id="7144" name="Google Shape;7144;p59"/>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9"/>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9"/>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9"/>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9"/>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59"/>
          <p:cNvGrpSpPr/>
          <p:nvPr/>
        </p:nvGrpSpPr>
        <p:grpSpPr>
          <a:xfrm>
            <a:off x="7516230" y="2749281"/>
            <a:ext cx="355664" cy="349133"/>
            <a:chOff x="5716825" y="3235950"/>
            <a:chExt cx="300900" cy="295375"/>
          </a:xfrm>
        </p:grpSpPr>
        <p:sp>
          <p:nvSpPr>
            <p:cNvPr id="7150" name="Google Shape;7150;p59"/>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9"/>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9"/>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9"/>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59"/>
          <p:cNvGrpSpPr/>
          <p:nvPr/>
        </p:nvGrpSpPr>
        <p:grpSpPr>
          <a:xfrm>
            <a:off x="7529261" y="3207969"/>
            <a:ext cx="329601" cy="327739"/>
            <a:chOff x="5727850" y="3609275"/>
            <a:chExt cx="278850" cy="277275"/>
          </a:xfrm>
        </p:grpSpPr>
        <p:sp>
          <p:nvSpPr>
            <p:cNvPr id="7155" name="Google Shape;7155;p59"/>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9"/>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9"/>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9"/>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9"/>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59"/>
          <p:cNvGrpSpPr/>
          <p:nvPr/>
        </p:nvGrpSpPr>
        <p:grpSpPr>
          <a:xfrm>
            <a:off x="7540446" y="3673356"/>
            <a:ext cx="307231" cy="349133"/>
            <a:chOff x="5736525" y="3963700"/>
            <a:chExt cx="259925" cy="295375"/>
          </a:xfrm>
        </p:grpSpPr>
        <p:sp>
          <p:nvSpPr>
            <p:cNvPr id="7161" name="Google Shape;7161;p59"/>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9"/>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9"/>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9"/>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9"/>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9"/>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9"/>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59"/>
          <p:cNvGrpSpPr/>
          <p:nvPr/>
        </p:nvGrpSpPr>
        <p:grpSpPr>
          <a:xfrm>
            <a:off x="6632026" y="4122683"/>
            <a:ext cx="351024" cy="350079"/>
            <a:chOff x="6553275" y="3604550"/>
            <a:chExt cx="296975" cy="296175"/>
          </a:xfrm>
        </p:grpSpPr>
        <p:sp>
          <p:nvSpPr>
            <p:cNvPr id="7169" name="Google Shape;7169;p59"/>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9"/>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9"/>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9"/>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9"/>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9"/>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5" name="Google Shape;7175;p59"/>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176" name="Google Shape;7176;p59"/>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80" name="Shape 7180"/>
        <p:cNvGrpSpPr/>
        <p:nvPr/>
      </p:nvGrpSpPr>
      <p:grpSpPr>
        <a:xfrm>
          <a:off x="0" y="0"/>
          <a:ext cx="0" cy="0"/>
          <a:chOff x="0" y="0"/>
          <a:chExt cx="0" cy="0"/>
        </a:xfrm>
      </p:grpSpPr>
      <p:grpSp>
        <p:nvGrpSpPr>
          <p:cNvPr id="7181" name="Google Shape;7181;p60"/>
          <p:cNvGrpSpPr/>
          <p:nvPr/>
        </p:nvGrpSpPr>
        <p:grpSpPr>
          <a:xfrm>
            <a:off x="859032" y="1380546"/>
            <a:ext cx="294401" cy="353645"/>
            <a:chOff x="-35814600" y="3202075"/>
            <a:chExt cx="242625" cy="291450"/>
          </a:xfrm>
        </p:grpSpPr>
        <p:sp>
          <p:nvSpPr>
            <p:cNvPr id="7182" name="Google Shape;7182;p6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60"/>
          <p:cNvGrpSpPr/>
          <p:nvPr/>
        </p:nvGrpSpPr>
        <p:grpSpPr>
          <a:xfrm>
            <a:off x="829410" y="1821466"/>
            <a:ext cx="353645" cy="353888"/>
            <a:chOff x="-35839800" y="3561025"/>
            <a:chExt cx="291450" cy="291650"/>
          </a:xfrm>
        </p:grpSpPr>
        <p:sp>
          <p:nvSpPr>
            <p:cNvPr id="7190" name="Google Shape;7190;p6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7" name="Google Shape;7197;p60"/>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8" name="Google Shape;7198;p60"/>
          <p:cNvGrpSpPr/>
          <p:nvPr/>
        </p:nvGrpSpPr>
        <p:grpSpPr>
          <a:xfrm>
            <a:off x="3066955" y="1380546"/>
            <a:ext cx="353645" cy="353645"/>
            <a:chOff x="-34003850" y="3227275"/>
            <a:chExt cx="291450" cy="291450"/>
          </a:xfrm>
        </p:grpSpPr>
        <p:sp>
          <p:nvSpPr>
            <p:cNvPr id="7199" name="Google Shape;7199;p6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60"/>
          <p:cNvGrpSpPr/>
          <p:nvPr/>
        </p:nvGrpSpPr>
        <p:grpSpPr>
          <a:xfrm>
            <a:off x="3066485" y="1821238"/>
            <a:ext cx="354586" cy="354343"/>
            <a:chOff x="-34004625" y="3585850"/>
            <a:chExt cx="292225" cy="292025"/>
          </a:xfrm>
        </p:grpSpPr>
        <p:sp>
          <p:nvSpPr>
            <p:cNvPr id="7205" name="Google Shape;7205;p6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60"/>
          <p:cNvGrpSpPr/>
          <p:nvPr/>
        </p:nvGrpSpPr>
        <p:grpSpPr>
          <a:xfrm>
            <a:off x="3066000" y="2256439"/>
            <a:ext cx="355557" cy="354616"/>
            <a:chOff x="-34005425" y="3945575"/>
            <a:chExt cx="293025" cy="292250"/>
          </a:xfrm>
        </p:grpSpPr>
        <p:sp>
          <p:nvSpPr>
            <p:cNvPr id="7211" name="Google Shape;7211;p6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0"/>
          <p:cNvGrpSpPr/>
          <p:nvPr/>
        </p:nvGrpSpPr>
        <p:grpSpPr>
          <a:xfrm>
            <a:off x="1713099" y="2729615"/>
            <a:ext cx="358408" cy="355557"/>
            <a:chOff x="-32174975" y="3192625"/>
            <a:chExt cx="295375" cy="293025"/>
          </a:xfrm>
        </p:grpSpPr>
        <p:sp>
          <p:nvSpPr>
            <p:cNvPr id="7215" name="Google Shape;7215;p6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9" name="Google Shape;7219;p60"/>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0"/>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1" name="Google Shape;7221;p60"/>
          <p:cNvGrpSpPr/>
          <p:nvPr/>
        </p:nvGrpSpPr>
        <p:grpSpPr>
          <a:xfrm>
            <a:off x="3952249" y="2730570"/>
            <a:ext cx="354586" cy="353645"/>
            <a:chOff x="-30345325" y="3184750"/>
            <a:chExt cx="292225" cy="291450"/>
          </a:xfrm>
        </p:grpSpPr>
        <p:sp>
          <p:nvSpPr>
            <p:cNvPr id="7222" name="Google Shape;7222;p6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0"/>
          <p:cNvGrpSpPr/>
          <p:nvPr/>
        </p:nvGrpSpPr>
        <p:grpSpPr>
          <a:xfrm>
            <a:off x="1277001" y="1380546"/>
            <a:ext cx="353645" cy="353645"/>
            <a:chOff x="-35481425" y="3202075"/>
            <a:chExt cx="291450" cy="291450"/>
          </a:xfrm>
        </p:grpSpPr>
        <p:sp>
          <p:nvSpPr>
            <p:cNvPr id="7228" name="Google Shape;7228;p6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0"/>
          <p:cNvGrpSpPr/>
          <p:nvPr/>
        </p:nvGrpSpPr>
        <p:grpSpPr>
          <a:xfrm>
            <a:off x="1276531" y="1822072"/>
            <a:ext cx="354586" cy="352675"/>
            <a:chOff x="-35482200" y="3561225"/>
            <a:chExt cx="292225" cy="290650"/>
          </a:xfrm>
        </p:grpSpPr>
        <p:sp>
          <p:nvSpPr>
            <p:cNvPr id="7236" name="Google Shape;7236;p6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0"/>
          <p:cNvGrpSpPr/>
          <p:nvPr/>
        </p:nvGrpSpPr>
        <p:grpSpPr>
          <a:xfrm>
            <a:off x="1277001" y="2256940"/>
            <a:ext cx="353645" cy="353615"/>
            <a:chOff x="-35481425" y="3919600"/>
            <a:chExt cx="291450" cy="291425"/>
          </a:xfrm>
        </p:grpSpPr>
        <p:sp>
          <p:nvSpPr>
            <p:cNvPr id="7240" name="Google Shape;7240;p6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0"/>
          <p:cNvGrpSpPr/>
          <p:nvPr/>
        </p:nvGrpSpPr>
        <p:grpSpPr>
          <a:xfrm>
            <a:off x="3512636" y="1381031"/>
            <a:ext cx="357468" cy="352675"/>
            <a:chOff x="-33645475" y="3228075"/>
            <a:chExt cx="294600" cy="290650"/>
          </a:xfrm>
        </p:grpSpPr>
        <p:sp>
          <p:nvSpPr>
            <p:cNvPr id="7249" name="Google Shape;7249;p6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0"/>
          <p:cNvGrpSpPr/>
          <p:nvPr/>
        </p:nvGrpSpPr>
        <p:grpSpPr>
          <a:xfrm>
            <a:off x="3513606" y="1821116"/>
            <a:ext cx="355526" cy="354586"/>
            <a:chOff x="-33646250" y="3586425"/>
            <a:chExt cx="293000" cy="292225"/>
          </a:xfrm>
        </p:grpSpPr>
        <p:sp>
          <p:nvSpPr>
            <p:cNvPr id="7257" name="Google Shape;7257;p6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60"/>
          <p:cNvGrpSpPr/>
          <p:nvPr/>
        </p:nvGrpSpPr>
        <p:grpSpPr>
          <a:xfrm>
            <a:off x="3514076" y="2255969"/>
            <a:ext cx="354586" cy="355557"/>
            <a:chOff x="-33645475" y="3944800"/>
            <a:chExt cx="292225" cy="293025"/>
          </a:xfrm>
        </p:grpSpPr>
        <p:sp>
          <p:nvSpPr>
            <p:cNvPr id="7260" name="Google Shape;7260;p6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0"/>
          <p:cNvGrpSpPr/>
          <p:nvPr/>
        </p:nvGrpSpPr>
        <p:grpSpPr>
          <a:xfrm>
            <a:off x="2167295" y="2729706"/>
            <a:ext cx="352675" cy="355375"/>
            <a:chOff x="-31809525" y="3192625"/>
            <a:chExt cx="290650" cy="292875"/>
          </a:xfrm>
        </p:grpSpPr>
        <p:sp>
          <p:nvSpPr>
            <p:cNvPr id="7271" name="Google Shape;7271;p6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0"/>
          <p:cNvGrpSpPr/>
          <p:nvPr/>
        </p:nvGrpSpPr>
        <p:grpSpPr>
          <a:xfrm>
            <a:off x="2166810" y="3200258"/>
            <a:ext cx="353645" cy="355557"/>
            <a:chOff x="-31811100" y="3550975"/>
            <a:chExt cx="291450" cy="293025"/>
          </a:xfrm>
        </p:grpSpPr>
        <p:sp>
          <p:nvSpPr>
            <p:cNvPr id="7276" name="Google Shape;7276;p6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60"/>
          <p:cNvGrpSpPr/>
          <p:nvPr/>
        </p:nvGrpSpPr>
        <p:grpSpPr>
          <a:xfrm>
            <a:off x="2160606" y="3664562"/>
            <a:ext cx="366052" cy="356831"/>
            <a:chOff x="-31817400" y="3910025"/>
            <a:chExt cx="301675" cy="294075"/>
          </a:xfrm>
        </p:grpSpPr>
        <p:sp>
          <p:nvSpPr>
            <p:cNvPr id="7284" name="Google Shape;7284;p6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0"/>
          <p:cNvGrpSpPr/>
          <p:nvPr/>
        </p:nvGrpSpPr>
        <p:grpSpPr>
          <a:xfrm>
            <a:off x="3952234" y="3200743"/>
            <a:ext cx="354616" cy="354586"/>
            <a:chOff x="-30354000" y="3569100"/>
            <a:chExt cx="292250" cy="292225"/>
          </a:xfrm>
        </p:grpSpPr>
        <p:sp>
          <p:nvSpPr>
            <p:cNvPr id="7288" name="Google Shape;7288;p6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60"/>
          <p:cNvGrpSpPr/>
          <p:nvPr/>
        </p:nvGrpSpPr>
        <p:grpSpPr>
          <a:xfrm>
            <a:off x="1730812" y="1380546"/>
            <a:ext cx="342148" cy="353645"/>
            <a:chOff x="-35118325" y="3202075"/>
            <a:chExt cx="281975" cy="291450"/>
          </a:xfrm>
        </p:grpSpPr>
        <p:sp>
          <p:nvSpPr>
            <p:cNvPr id="7295" name="Google Shape;7295;p6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60"/>
          <p:cNvGrpSpPr/>
          <p:nvPr/>
        </p:nvGrpSpPr>
        <p:grpSpPr>
          <a:xfrm>
            <a:off x="1724593" y="1821799"/>
            <a:ext cx="354586" cy="353221"/>
            <a:chOff x="-35123050" y="3561225"/>
            <a:chExt cx="292225" cy="291100"/>
          </a:xfrm>
        </p:grpSpPr>
        <p:sp>
          <p:nvSpPr>
            <p:cNvPr id="7300" name="Google Shape;7300;p6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0"/>
          <p:cNvGrpSpPr/>
          <p:nvPr/>
        </p:nvGrpSpPr>
        <p:grpSpPr>
          <a:xfrm>
            <a:off x="1766652" y="2256940"/>
            <a:ext cx="270467" cy="353615"/>
            <a:chOff x="-35089175" y="3919600"/>
            <a:chExt cx="222900" cy="291425"/>
          </a:xfrm>
        </p:grpSpPr>
        <p:sp>
          <p:nvSpPr>
            <p:cNvPr id="7303" name="Google Shape;7303;p6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60"/>
          <p:cNvGrpSpPr/>
          <p:nvPr/>
        </p:nvGrpSpPr>
        <p:grpSpPr>
          <a:xfrm>
            <a:off x="3963648" y="1380303"/>
            <a:ext cx="336445" cy="354131"/>
            <a:chOff x="-33277650" y="3226875"/>
            <a:chExt cx="277275" cy="291850"/>
          </a:xfrm>
        </p:grpSpPr>
        <p:sp>
          <p:nvSpPr>
            <p:cNvPr id="7306" name="Google Shape;7306;p6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60"/>
          <p:cNvGrpSpPr/>
          <p:nvPr/>
        </p:nvGrpSpPr>
        <p:grpSpPr>
          <a:xfrm>
            <a:off x="3955048" y="1821587"/>
            <a:ext cx="353645" cy="353645"/>
            <a:chOff x="-33286325" y="3586425"/>
            <a:chExt cx="291450" cy="291450"/>
          </a:xfrm>
        </p:grpSpPr>
        <p:sp>
          <p:nvSpPr>
            <p:cNvPr id="7314" name="Google Shape;7314;p6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0"/>
          <p:cNvGrpSpPr/>
          <p:nvPr/>
        </p:nvGrpSpPr>
        <p:grpSpPr>
          <a:xfrm>
            <a:off x="3955048" y="2255969"/>
            <a:ext cx="353645" cy="355557"/>
            <a:chOff x="-33286325" y="3944800"/>
            <a:chExt cx="291450" cy="293025"/>
          </a:xfrm>
        </p:grpSpPr>
        <p:sp>
          <p:nvSpPr>
            <p:cNvPr id="7320" name="Google Shape;7320;p6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60"/>
          <p:cNvGrpSpPr/>
          <p:nvPr/>
        </p:nvGrpSpPr>
        <p:grpSpPr>
          <a:xfrm>
            <a:off x="2613445" y="2729129"/>
            <a:ext cx="353645" cy="356527"/>
            <a:chOff x="-31452725" y="3191825"/>
            <a:chExt cx="291450" cy="293825"/>
          </a:xfrm>
        </p:grpSpPr>
        <p:sp>
          <p:nvSpPr>
            <p:cNvPr id="7325" name="Google Shape;7325;p6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0"/>
          <p:cNvGrpSpPr/>
          <p:nvPr/>
        </p:nvGrpSpPr>
        <p:grpSpPr>
          <a:xfrm>
            <a:off x="2612975" y="3200744"/>
            <a:ext cx="354586" cy="354586"/>
            <a:chOff x="-31452725" y="3551775"/>
            <a:chExt cx="292225" cy="292225"/>
          </a:xfrm>
        </p:grpSpPr>
        <p:sp>
          <p:nvSpPr>
            <p:cNvPr id="7330" name="Google Shape;7330;p6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0"/>
          <p:cNvGrpSpPr/>
          <p:nvPr/>
        </p:nvGrpSpPr>
        <p:grpSpPr>
          <a:xfrm>
            <a:off x="2611534" y="3664729"/>
            <a:ext cx="357468" cy="356497"/>
            <a:chOff x="-31455100" y="3909350"/>
            <a:chExt cx="294600" cy="293800"/>
          </a:xfrm>
        </p:grpSpPr>
        <p:sp>
          <p:nvSpPr>
            <p:cNvPr id="7335" name="Google Shape;7335;p6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0"/>
          <p:cNvGrpSpPr/>
          <p:nvPr/>
        </p:nvGrpSpPr>
        <p:grpSpPr>
          <a:xfrm>
            <a:off x="3952719" y="3665684"/>
            <a:ext cx="353645" cy="354586"/>
            <a:chOff x="-30345325" y="3918800"/>
            <a:chExt cx="291450" cy="292225"/>
          </a:xfrm>
        </p:grpSpPr>
        <p:sp>
          <p:nvSpPr>
            <p:cNvPr id="7338" name="Google Shape;7338;p6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0"/>
          <p:cNvGrpSpPr/>
          <p:nvPr/>
        </p:nvGrpSpPr>
        <p:grpSpPr>
          <a:xfrm>
            <a:off x="2172184" y="1821587"/>
            <a:ext cx="353645" cy="353645"/>
            <a:chOff x="-34763900" y="3561225"/>
            <a:chExt cx="291450" cy="291450"/>
          </a:xfrm>
        </p:grpSpPr>
        <p:sp>
          <p:nvSpPr>
            <p:cNvPr id="7344" name="Google Shape;7344;p6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7" name="Google Shape;7347;p60"/>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8" name="Google Shape;7348;p60"/>
          <p:cNvGrpSpPr/>
          <p:nvPr/>
        </p:nvGrpSpPr>
        <p:grpSpPr>
          <a:xfrm>
            <a:off x="827081" y="2730099"/>
            <a:ext cx="354586" cy="354586"/>
            <a:chOff x="-32927950" y="3227275"/>
            <a:chExt cx="292225" cy="292225"/>
          </a:xfrm>
        </p:grpSpPr>
        <p:sp>
          <p:nvSpPr>
            <p:cNvPr id="7349" name="Google Shape;7349;p6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60"/>
          <p:cNvGrpSpPr/>
          <p:nvPr/>
        </p:nvGrpSpPr>
        <p:grpSpPr>
          <a:xfrm>
            <a:off x="826596" y="3201213"/>
            <a:ext cx="355557" cy="353645"/>
            <a:chOff x="-32927950" y="3586425"/>
            <a:chExt cx="293025" cy="291450"/>
          </a:xfrm>
        </p:grpSpPr>
        <p:sp>
          <p:nvSpPr>
            <p:cNvPr id="7355" name="Google Shape;7355;p6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0"/>
          <p:cNvGrpSpPr/>
          <p:nvPr/>
        </p:nvGrpSpPr>
        <p:grpSpPr>
          <a:xfrm>
            <a:off x="827081" y="3665198"/>
            <a:ext cx="354586" cy="355557"/>
            <a:chOff x="-32927950" y="3944800"/>
            <a:chExt cx="292225" cy="293025"/>
          </a:xfrm>
        </p:grpSpPr>
        <p:sp>
          <p:nvSpPr>
            <p:cNvPr id="7361" name="Google Shape;7361;p6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0"/>
          <p:cNvGrpSpPr/>
          <p:nvPr/>
        </p:nvGrpSpPr>
        <p:grpSpPr>
          <a:xfrm>
            <a:off x="3055873" y="2730449"/>
            <a:ext cx="354586" cy="353888"/>
            <a:chOff x="-31094350" y="3194000"/>
            <a:chExt cx="292225" cy="291650"/>
          </a:xfrm>
        </p:grpSpPr>
        <p:sp>
          <p:nvSpPr>
            <p:cNvPr id="7371" name="Google Shape;7371;p6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60"/>
          <p:cNvGrpSpPr/>
          <p:nvPr/>
        </p:nvGrpSpPr>
        <p:grpSpPr>
          <a:xfrm>
            <a:off x="3056343" y="3200941"/>
            <a:ext cx="353645" cy="354191"/>
            <a:chOff x="-31093575" y="3552550"/>
            <a:chExt cx="291450" cy="291900"/>
          </a:xfrm>
        </p:grpSpPr>
        <p:sp>
          <p:nvSpPr>
            <p:cNvPr id="7380" name="Google Shape;7380;p6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0"/>
          <p:cNvGrpSpPr/>
          <p:nvPr/>
        </p:nvGrpSpPr>
        <p:grpSpPr>
          <a:xfrm>
            <a:off x="2182711" y="1380546"/>
            <a:ext cx="332593" cy="353645"/>
            <a:chOff x="-34755225" y="3202075"/>
            <a:chExt cx="274100" cy="291450"/>
          </a:xfrm>
        </p:grpSpPr>
        <p:sp>
          <p:nvSpPr>
            <p:cNvPr id="7385" name="Google Shape;7385;p6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0"/>
          <p:cNvGrpSpPr/>
          <p:nvPr/>
        </p:nvGrpSpPr>
        <p:grpSpPr>
          <a:xfrm>
            <a:off x="3056343" y="3666169"/>
            <a:ext cx="353645" cy="353615"/>
            <a:chOff x="-31093575" y="3911725"/>
            <a:chExt cx="291450" cy="291425"/>
          </a:xfrm>
        </p:grpSpPr>
        <p:sp>
          <p:nvSpPr>
            <p:cNvPr id="7393" name="Google Shape;7393;p6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60"/>
          <p:cNvGrpSpPr/>
          <p:nvPr/>
        </p:nvGrpSpPr>
        <p:grpSpPr>
          <a:xfrm>
            <a:off x="2165773" y="4123136"/>
            <a:ext cx="356497" cy="354586"/>
            <a:chOff x="-29946000" y="3183175"/>
            <a:chExt cx="293800" cy="292225"/>
          </a:xfrm>
        </p:grpSpPr>
        <p:sp>
          <p:nvSpPr>
            <p:cNvPr id="7396" name="Google Shape;7396;p6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0"/>
          <p:cNvGrpSpPr/>
          <p:nvPr/>
        </p:nvGrpSpPr>
        <p:grpSpPr>
          <a:xfrm>
            <a:off x="2610305" y="1380289"/>
            <a:ext cx="358408" cy="354161"/>
            <a:chOff x="-34408675" y="3202075"/>
            <a:chExt cx="295375" cy="291875"/>
          </a:xfrm>
        </p:grpSpPr>
        <p:sp>
          <p:nvSpPr>
            <p:cNvPr id="7403" name="Google Shape;7403;p6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0"/>
          <p:cNvGrpSpPr/>
          <p:nvPr/>
        </p:nvGrpSpPr>
        <p:grpSpPr>
          <a:xfrm>
            <a:off x="2612216" y="1820283"/>
            <a:ext cx="354586" cy="356254"/>
            <a:chOff x="-34405525" y="3558075"/>
            <a:chExt cx="292225" cy="293600"/>
          </a:xfrm>
        </p:grpSpPr>
        <p:sp>
          <p:nvSpPr>
            <p:cNvPr id="7408" name="Google Shape;7408;p6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0"/>
          <p:cNvGrpSpPr/>
          <p:nvPr/>
        </p:nvGrpSpPr>
        <p:grpSpPr>
          <a:xfrm>
            <a:off x="2611730" y="2256940"/>
            <a:ext cx="355557" cy="353615"/>
            <a:chOff x="-34406325" y="3919600"/>
            <a:chExt cx="293025" cy="291425"/>
          </a:xfrm>
        </p:grpSpPr>
        <p:sp>
          <p:nvSpPr>
            <p:cNvPr id="7412" name="Google Shape;7412;p6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0"/>
          <p:cNvGrpSpPr/>
          <p:nvPr/>
        </p:nvGrpSpPr>
        <p:grpSpPr>
          <a:xfrm>
            <a:off x="1275628" y="2736303"/>
            <a:ext cx="353645" cy="342179"/>
            <a:chOff x="-32568800" y="3232000"/>
            <a:chExt cx="291450" cy="282000"/>
          </a:xfrm>
        </p:grpSpPr>
        <p:sp>
          <p:nvSpPr>
            <p:cNvPr id="7420" name="Google Shape;7420;p6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0"/>
          <p:cNvGrpSpPr/>
          <p:nvPr/>
        </p:nvGrpSpPr>
        <p:grpSpPr>
          <a:xfrm>
            <a:off x="1275158" y="3201213"/>
            <a:ext cx="354586" cy="353645"/>
            <a:chOff x="-32569575" y="3586425"/>
            <a:chExt cx="292225" cy="291450"/>
          </a:xfrm>
        </p:grpSpPr>
        <p:sp>
          <p:nvSpPr>
            <p:cNvPr id="7423" name="Google Shape;7423;p6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0"/>
          <p:cNvGrpSpPr/>
          <p:nvPr/>
        </p:nvGrpSpPr>
        <p:grpSpPr>
          <a:xfrm>
            <a:off x="1266073" y="3665805"/>
            <a:ext cx="372756" cy="354343"/>
            <a:chOff x="-32576675" y="3944600"/>
            <a:chExt cx="307200" cy="292025"/>
          </a:xfrm>
        </p:grpSpPr>
        <p:sp>
          <p:nvSpPr>
            <p:cNvPr id="7426" name="Google Shape;7426;p6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0"/>
          <p:cNvGrpSpPr/>
          <p:nvPr/>
        </p:nvGrpSpPr>
        <p:grpSpPr>
          <a:xfrm>
            <a:off x="3511040" y="2730100"/>
            <a:ext cx="354586" cy="354586"/>
            <a:chOff x="-30735200" y="3192625"/>
            <a:chExt cx="292225" cy="292225"/>
          </a:xfrm>
        </p:grpSpPr>
        <p:sp>
          <p:nvSpPr>
            <p:cNvPr id="7429" name="Google Shape;7429;p6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0"/>
          <p:cNvGrpSpPr/>
          <p:nvPr/>
        </p:nvGrpSpPr>
        <p:grpSpPr>
          <a:xfrm>
            <a:off x="3511040" y="3201532"/>
            <a:ext cx="354586" cy="353008"/>
            <a:chOff x="-30735200" y="3552550"/>
            <a:chExt cx="292225" cy="290925"/>
          </a:xfrm>
        </p:grpSpPr>
        <p:sp>
          <p:nvSpPr>
            <p:cNvPr id="7437" name="Google Shape;7437;p6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0"/>
          <p:cNvGrpSpPr/>
          <p:nvPr/>
        </p:nvGrpSpPr>
        <p:grpSpPr>
          <a:xfrm>
            <a:off x="3511040" y="3666154"/>
            <a:ext cx="354586" cy="353645"/>
            <a:chOff x="-30735200" y="3910925"/>
            <a:chExt cx="292225" cy="291450"/>
          </a:xfrm>
        </p:grpSpPr>
        <p:sp>
          <p:nvSpPr>
            <p:cNvPr id="7440" name="Google Shape;7440;p6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2" name="Google Shape;7442;p60"/>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3" name="Google Shape;7443;p60"/>
          <p:cNvGrpSpPr/>
          <p:nvPr/>
        </p:nvGrpSpPr>
        <p:grpSpPr>
          <a:xfrm>
            <a:off x="4864547" y="1375808"/>
            <a:ext cx="358971" cy="359224"/>
            <a:chOff x="-57956275" y="3197925"/>
            <a:chExt cx="319000" cy="319225"/>
          </a:xfrm>
        </p:grpSpPr>
        <p:sp>
          <p:nvSpPr>
            <p:cNvPr id="7444" name="Google Shape;7444;p6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0"/>
          <p:cNvGrpSpPr/>
          <p:nvPr/>
        </p:nvGrpSpPr>
        <p:grpSpPr>
          <a:xfrm>
            <a:off x="4886701" y="1832234"/>
            <a:ext cx="314662" cy="358971"/>
            <a:chOff x="-57940525" y="3590375"/>
            <a:chExt cx="279625" cy="319000"/>
          </a:xfrm>
        </p:grpSpPr>
        <p:sp>
          <p:nvSpPr>
            <p:cNvPr id="7452" name="Google Shape;7452;p6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0"/>
          <p:cNvGrpSpPr/>
          <p:nvPr/>
        </p:nvGrpSpPr>
        <p:grpSpPr>
          <a:xfrm>
            <a:off x="4857582" y="2273605"/>
            <a:ext cx="358099" cy="358999"/>
            <a:chOff x="-57959425" y="3982600"/>
            <a:chExt cx="318225" cy="319025"/>
          </a:xfrm>
        </p:grpSpPr>
        <p:sp>
          <p:nvSpPr>
            <p:cNvPr id="7458" name="Google Shape;7458;p6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0"/>
          <p:cNvGrpSpPr/>
          <p:nvPr/>
        </p:nvGrpSpPr>
        <p:grpSpPr>
          <a:xfrm>
            <a:off x="7057749" y="1376934"/>
            <a:ext cx="357226" cy="357226"/>
            <a:chOff x="-55987225" y="3198925"/>
            <a:chExt cx="317450" cy="317450"/>
          </a:xfrm>
        </p:grpSpPr>
        <p:sp>
          <p:nvSpPr>
            <p:cNvPr id="7463" name="Google Shape;7463;p6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0"/>
          <p:cNvGrpSpPr/>
          <p:nvPr/>
        </p:nvGrpSpPr>
        <p:grpSpPr>
          <a:xfrm>
            <a:off x="7057749" y="1832965"/>
            <a:ext cx="357226" cy="357367"/>
            <a:chOff x="-55987225" y="3591025"/>
            <a:chExt cx="317450" cy="317575"/>
          </a:xfrm>
        </p:grpSpPr>
        <p:sp>
          <p:nvSpPr>
            <p:cNvPr id="7468" name="Google Shape;7468;p6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0"/>
          <p:cNvGrpSpPr/>
          <p:nvPr/>
        </p:nvGrpSpPr>
        <p:grpSpPr>
          <a:xfrm>
            <a:off x="7071665" y="2273605"/>
            <a:ext cx="358999" cy="358999"/>
            <a:chOff x="-55988800" y="3982600"/>
            <a:chExt cx="319025" cy="319025"/>
          </a:xfrm>
        </p:grpSpPr>
        <p:sp>
          <p:nvSpPr>
            <p:cNvPr id="7474" name="Google Shape;7474;p6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0"/>
          <p:cNvGrpSpPr/>
          <p:nvPr/>
        </p:nvGrpSpPr>
        <p:grpSpPr>
          <a:xfrm>
            <a:off x="5730184" y="2731562"/>
            <a:ext cx="356326" cy="358971"/>
            <a:chOff x="-54026025" y="3192625"/>
            <a:chExt cx="316650" cy="319000"/>
          </a:xfrm>
        </p:grpSpPr>
        <p:sp>
          <p:nvSpPr>
            <p:cNvPr id="7480" name="Google Shape;7480;p6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60"/>
          <p:cNvGrpSpPr/>
          <p:nvPr/>
        </p:nvGrpSpPr>
        <p:grpSpPr>
          <a:xfrm>
            <a:off x="5750130" y="3202536"/>
            <a:ext cx="316434" cy="358099"/>
            <a:chOff x="-54007925" y="3584850"/>
            <a:chExt cx="281200" cy="318225"/>
          </a:xfrm>
        </p:grpSpPr>
        <p:sp>
          <p:nvSpPr>
            <p:cNvPr id="7489" name="Google Shape;7489;p6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0"/>
          <p:cNvGrpSpPr/>
          <p:nvPr/>
        </p:nvGrpSpPr>
        <p:grpSpPr>
          <a:xfrm>
            <a:off x="5750130" y="3664421"/>
            <a:ext cx="316434" cy="358914"/>
            <a:chOff x="-54007925" y="3975575"/>
            <a:chExt cx="281200" cy="318950"/>
          </a:xfrm>
        </p:grpSpPr>
        <p:sp>
          <p:nvSpPr>
            <p:cNvPr id="7496" name="Google Shape;7496;p6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60"/>
          <p:cNvGrpSpPr/>
          <p:nvPr/>
        </p:nvGrpSpPr>
        <p:grpSpPr>
          <a:xfrm>
            <a:off x="7984996" y="2748891"/>
            <a:ext cx="274770" cy="358492"/>
            <a:chOff x="-52005775" y="3208025"/>
            <a:chExt cx="244175" cy="318575"/>
          </a:xfrm>
        </p:grpSpPr>
        <p:sp>
          <p:nvSpPr>
            <p:cNvPr id="7501" name="Google Shape;7501;p6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60"/>
          <p:cNvGrpSpPr/>
          <p:nvPr/>
        </p:nvGrpSpPr>
        <p:grpSpPr>
          <a:xfrm>
            <a:off x="5291462" y="1376934"/>
            <a:ext cx="358099" cy="358099"/>
            <a:chOff x="-57568775" y="3198925"/>
            <a:chExt cx="318225" cy="318225"/>
          </a:xfrm>
        </p:grpSpPr>
        <p:sp>
          <p:nvSpPr>
            <p:cNvPr id="7513" name="Google Shape;7513;p6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60"/>
          <p:cNvGrpSpPr/>
          <p:nvPr/>
        </p:nvGrpSpPr>
        <p:grpSpPr>
          <a:xfrm>
            <a:off x="5313181" y="1832234"/>
            <a:ext cx="314662" cy="358099"/>
            <a:chOff x="-57549075" y="3590375"/>
            <a:chExt cx="279625" cy="318225"/>
          </a:xfrm>
        </p:grpSpPr>
        <p:sp>
          <p:nvSpPr>
            <p:cNvPr id="7520" name="Google Shape;7520;p6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0"/>
          <p:cNvGrpSpPr/>
          <p:nvPr/>
        </p:nvGrpSpPr>
        <p:grpSpPr>
          <a:xfrm>
            <a:off x="5305378" y="2273605"/>
            <a:ext cx="359871" cy="359871"/>
            <a:chOff x="-57570350" y="3982600"/>
            <a:chExt cx="319800" cy="319800"/>
          </a:xfrm>
        </p:grpSpPr>
        <p:sp>
          <p:nvSpPr>
            <p:cNvPr id="7525" name="Google Shape;7525;p6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0"/>
          <p:cNvGrpSpPr/>
          <p:nvPr/>
        </p:nvGrpSpPr>
        <p:grpSpPr>
          <a:xfrm>
            <a:off x="7520416" y="1376033"/>
            <a:ext cx="314662" cy="358999"/>
            <a:chOff x="-55576850" y="3198125"/>
            <a:chExt cx="279625" cy="319025"/>
          </a:xfrm>
        </p:grpSpPr>
        <p:sp>
          <p:nvSpPr>
            <p:cNvPr id="7530" name="Google Shape;7530;p6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60"/>
          <p:cNvGrpSpPr/>
          <p:nvPr/>
        </p:nvGrpSpPr>
        <p:grpSpPr>
          <a:xfrm>
            <a:off x="7497812" y="1832009"/>
            <a:ext cx="359871" cy="358324"/>
            <a:chOff x="-55596550" y="3590175"/>
            <a:chExt cx="319800" cy="318425"/>
          </a:xfrm>
        </p:grpSpPr>
        <p:sp>
          <p:nvSpPr>
            <p:cNvPr id="7535" name="Google Shape;7535;p6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60"/>
          <p:cNvGrpSpPr/>
          <p:nvPr/>
        </p:nvGrpSpPr>
        <p:grpSpPr>
          <a:xfrm>
            <a:off x="7513049" y="2273351"/>
            <a:ext cx="358999" cy="359252"/>
            <a:chOff x="-55595775" y="3982375"/>
            <a:chExt cx="319025" cy="319250"/>
          </a:xfrm>
        </p:grpSpPr>
        <p:sp>
          <p:nvSpPr>
            <p:cNvPr id="7540" name="Google Shape;7540;p6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0"/>
          <p:cNvGrpSpPr/>
          <p:nvPr/>
        </p:nvGrpSpPr>
        <p:grpSpPr>
          <a:xfrm>
            <a:off x="6170232" y="2731562"/>
            <a:ext cx="358999" cy="358099"/>
            <a:chOff x="-53635375" y="3192625"/>
            <a:chExt cx="319025" cy="318225"/>
          </a:xfrm>
        </p:grpSpPr>
        <p:sp>
          <p:nvSpPr>
            <p:cNvPr id="7547" name="Google Shape;7547;p6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60"/>
          <p:cNvGrpSpPr/>
          <p:nvPr/>
        </p:nvGrpSpPr>
        <p:grpSpPr>
          <a:xfrm>
            <a:off x="6192401" y="3202536"/>
            <a:ext cx="314662" cy="358999"/>
            <a:chOff x="-53615675" y="3584850"/>
            <a:chExt cx="279625" cy="319025"/>
          </a:xfrm>
        </p:grpSpPr>
        <p:sp>
          <p:nvSpPr>
            <p:cNvPr id="7551" name="Google Shape;7551;p6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0"/>
          <p:cNvGrpSpPr/>
          <p:nvPr/>
        </p:nvGrpSpPr>
        <p:grpSpPr>
          <a:xfrm>
            <a:off x="6170246" y="3665461"/>
            <a:ext cx="358971" cy="357874"/>
            <a:chOff x="-53634575" y="3976500"/>
            <a:chExt cx="319000" cy="318025"/>
          </a:xfrm>
        </p:grpSpPr>
        <p:sp>
          <p:nvSpPr>
            <p:cNvPr id="7555" name="Google Shape;7555;p6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0"/>
          <p:cNvGrpSpPr/>
          <p:nvPr/>
        </p:nvGrpSpPr>
        <p:grpSpPr>
          <a:xfrm>
            <a:off x="7965050" y="3208415"/>
            <a:ext cx="314662" cy="358436"/>
            <a:chOff x="-52023900" y="3590075"/>
            <a:chExt cx="279625" cy="318525"/>
          </a:xfrm>
        </p:grpSpPr>
        <p:sp>
          <p:nvSpPr>
            <p:cNvPr id="7564" name="Google Shape;7564;p6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0"/>
          <p:cNvGrpSpPr/>
          <p:nvPr/>
        </p:nvGrpSpPr>
        <p:grpSpPr>
          <a:xfrm>
            <a:off x="5728292" y="1376934"/>
            <a:ext cx="358971" cy="358971"/>
            <a:chOff x="-57173375" y="3198925"/>
            <a:chExt cx="319000" cy="319000"/>
          </a:xfrm>
        </p:grpSpPr>
        <p:sp>
          <p:nvSpPr>
            <p:cNvPr id="7572" name="Google Shape;7572;p6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0"/>
          <p:cNvGrpSpPr/>
          <p:nvPr/>
        </p:nvGrpSpPr>
        <p:grpSpPr>
          <a:xfrm>
            <a:off x="5729178" y="1854374"/>
            <a:ext cx="357198" cy="314690"/>
            <a:chOff x="-57176525" y="3610050"/>
            <a:chExt cx="317425" cy="279650"/>
          </a:xfrm>
        </p:grpSpPr>
        <p:sp>
          <p:nvSpPr>
            <p:cNvPr id="7577" name="Google Shape;7577;p6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60"/>
          <p:cNvGrpSpPr/>
          <p:nvPr/>
        </p:nvGrpSpPr>
        <p:grpSpPr>
          <a:xfrm>
            <a:off x="7939633" y="1376934"/>
            <a:ext cx="358099" cy="356326"/>
            <a:chOff x="-55202750" y="3198925"/>
            <a:chExt cx="318225" cy="316650"/>
          </a:xfrm>
        </p:grpSpPr>
        <p:sp>
          <p:nvSpPr>
            <p:cNvPr id="7583" name="Google Shape;7583;p6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60"/>
          <p:cNvGrpSpPr/>
          <p:nvPr/>
        </p:nvGrpSpPr>
        <p:grpSpPr>
          <a:xfrm>
            <a:off x="7950267" y="1832234"/>
            <a:ext cx="336830" cy="358099"/>
            <a:chOff x="-55194875" y="3590375"/>
            <a:chExt cx="299325" cy="318225"/>
          </a:xfrm>
        </p:grpSpPr>
        <p:sp>
          <p:nvSpPr>
            <p:cNvPr id="7586" name="Google Shape;7586;p6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60"/>
          <p:cNvGrpSpPr/>
          <p:nvPr/>
        </p:nvGrpSpPr>
        <p:grpSpPr>
          <a:xfrm>
            <a:off x="7954884" y="2274505"/>
            <a:ext cx="357198" cy="357198"/>
            <a:chOff x="-55203525" y="3983400"/>
            <a:chExt cx="317425" cy="317425"/>
          </a:xfrm>
        </p:grpSpPr>
        <p:sp>
          <p:nvSpPr>
            <p:cNvPr id="7592" name="Google Shape;7592;p6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60"/>
          <p:cNvGrpSpPr/>
          <p:nvPr/>
        </p:nvGrpSpPr>
        <p:grpSpPr>
          <a:xfrm>
            <a:off x="6621365" y="2731562"/>
            <a:ext cx="335930" cy="358971"/>
            <a:chOff x="-53232900" y="3192625"/>
            <a:chExt cx="298525" cy="319000"/>
          </a:xfrm>
        </p:grpSpPr>
        <p:sp>
          <p:nvSpPr>
            <p:cNvPr id="7596" name="Google Shape;7596;p6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0"/>
          <p:cNvGrpSpPr/>
          <p:nvPr/>
        </p:nvGrpSpPr>
        <p:grpSpPr>
          <a:xfrm>
            <a:off x="6610731" y="3202536"/>
            <a:ext cx="357198" cy="356326"/>
            <a:chOff x="-53242350" y="3584850"/>
            <a:chExt cx="317425" cy="316650"/>
          </a:xfrm>
        </p:grpSpPr>
        <p:sp>
          <p:nvSpPr>
            <p:cNvPr id="7605" name="Google Shape;7605;p6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60"/>
          <p:cNvGrpSpPr/>
          <p:nvPr/>
        </p:nvGrpSpPr>
        <p:grpSpPr>
          <a:xfrm>
            <a:off x="6631999" y="3665236"/>
            <a:ext cx="314662" cy="358999"/>
            <a:chOff x="-53224225" y="3976300"/>
            <a:chExt cx="279625" cy="319025"/>
          </a:xfrm>
        </p:grpSpPr>
        <p:sp>
          <p:nvSpPr>
            <p:cNvPr id="7611" name="Google Shape;7611;p6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60"/>
          <p:cNvGrpSpPr/>
          <p:nvPr/>
        </p:nvGrpSpPr>
        <p:grpSpPr>
          <a:xfrm>
            <a:off x="7942896" y="3672917"/>
            <a:ext cx="358971" cy="358408"/>
            <a:chOff x="-52043575" y="3983125"/>
            <a:chExt cx="319000" cy="318500"/>
          </a:xfrm>
        </p:grpSpPr>
        <p:sp>
          <p:nvSpPr>
            <p:cNvPr id="7619" name="Google Shape;7619;p6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0"/>
          <p:cNvGrpSpPr/>
          <p:nvPr/>
        </p:nvGrpSpPr>
        <p:grpSpPr>
          <a:xfrm>
            <a:off x="6196836" y="1376934"/>
            <a:ext cx="314662" cy="358971"/>
            <a:chOff x="-56766175" y="3198925"/>
            <a:chExt cx="279625" cy="319000"/>
          </a:xfrm>
        </p:grpSpPr>
        <p:sp>
          <p:nvSpPr>
            <p:cNvPr id="7629" name="Google Shape;7629;p6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0"/>
          <p:cNvGrpSpPr/>
          <p:nvPr/>
        </p:nvGrpSpPr>
        <p:grpSpPr>
          <a:xfrm>
            <a:off x="6195950" y="1832234"/>
            <a:ext cx="316434" cy="358099"/>
            <a:chOff x="-56766175" y="3590375"/>
            <a:chExt cx="281200" cy="318225"/>
          </a:xfrm>
        </p:grpSpPr>
        <p:sp>
          <p:nvSpPr>
            <p:cNvPr id="7637" name="Google Shape;7637;p6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0"/>
          <p:cNvGrpSpPr/>
          <p:nvPr/>
        </p:nvGrpSpPr>
        <p:grpSpPr>
          <a:xfrm>
            <a:off x="6232906" y="2273605"/>
            <a:ext cx="272126" cy="358099"/>
            <a:chOff x="-56747275" y="3982600"/>
            <a:chExt cx="241825" cy="318225"/>
          </a:xfrm>
        </p:grpSpPr>
        <p:sp>
          <p:nvSpPr>
            <p:cNvPr id="7642" name="Google Shape;7642;p6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0"/>
          <p:cNvGrpSpPr/>
          <p:nvPr/>
        </p:nvGrpSpPr>
        <p:grpSpPr>
          <a:xfrm>
            <a:off x="4840657" y="3215842"/>
            <a:ext cx="358999" cy="342991"/>
            <a:chOff x="-54812875" y="3596675"/>
            <a:chExt cx="319025" cy="304800"/>
          </a:xfrm>
        </p:grpSpPr>
        <p:sp>
          <p:nvSpPr>
            <p:cNvPr id="7650" name="Google Shape;7650;p6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7" name="Google Shape;7657;p60"/>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0"/>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9" name="Google Shape;7659;p60"/>
          <p:cNvGrpSpPr/>
          <p:nvPr/>
        </p:nvGrpSpPr>
        <p:grpSpPr>
          <a:xfrm>
            <a:off x="4862826" y="3672326"/>
            <a:ext cx="314662" cy="358099"/>
            <a:chOff x="-54793175" y="3982600"/>
            <a:chExt cx="279625" cy="318225"/>
          </a:xfrm>
        </p:grpSpPr>
        <p:sp>
          <p:nvSpPr>
            <p:cNvPr id="7660" name="Google Shape;7660;p6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0"/>
          <p:cNvGrpSpPr/>
          <p:nvPr/>
        </p:nvGrpSpPr>
        <p:grpSpPr>
          <a:xfrm>
            <a:off x="7074284" y="2731562"/>
            <a:ext cx="314662" cy="358099"/>
            <a:chOff x="-52832000" y="3192625"/>
            <a:chExt cx="279625" cy="318225"/>
          </a:xfrm>
        </p:grpSpPr>
        <p:sp>
          <p:nvSpPr>
            <p:cNvPr id="7668" name="Google Shape;7668;p6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60"/>
          <p:cNvGrpSpPr/>
          <p:nvPr/>
        </p:nvGrpSpPr>
        <p:grpSpPr>
          <a:xfrm>
            <a:off x="5760817" y="2272929"/>
            <a:ext cx="323524" cy="358774"/>
            <a:chOff x="-57162350" y="3982000"/>
            <a:chExt cx="287500" cy="318825"/>
          </a:xfrm>
        </p:grpSpPr>
        <p:sp>
          <p:nvSpPr>
            <p:cNvPr id="7677" name="Google Shape;7677;p6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0"/>
          <p:cNvGrpSpPr/>
          <p:nvPr/>
        </p:nvGrpSpPr>
        <p:grpSpPr>
          <a:xfrm>
            <a:off x="7052130" y="3203436"/>
            <a:ext cx="358971" cy="357198"/>
            <a:chOff x="-52851675" y="3585650"/>
            <a:chExt cx="319000" cy="317425"/>
          </a:xfrm>
        </p:grpSpPr>
        <p:sp>
          <p:nvSpPr>
            <p:cNvPr id="7686" name="Google Shape;7686;p6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60"/>
          <p:cNvGrpSpPr/>
          <p:nvPr/>
        </p:nvGrpSpPr>
        <p:grpSpPr>
          <a:xfrm>
            <a:off x="7074284" y="3665236"/>
            <a:ext cx="314662" cy="358999"/>
            <a:chOff x="-52832000" y="3976300"/>
            <a:chExt cx="279625" cy="319025"/>
          </a:xfrm>
        </p:grpSpPr>
        <p:sp>
          <p:nvSpPr>
            <p:cNvPr id="7693" name="Google Shape;7693;p6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0"/>
          <p:cNvGrpSpPr/>
          <p:nvPr/>
        </p:nvGrpSpPr>
        <p:grpSpPr>
          <a:xfrm>
            <a:off x="6191490" y="4119884"/>
            <a:ext cx="316434" cy="358099"/>
            <a:chOff x="-51633225" y="3198925"/>
            <a:chExt cx="281200" cy="318225"/>
          </a:xfrm>
        </p:grpSpPr>
        <p:sp>
          <p:nvSpPr>
            <p:cNvPr id="7699" name="Google Shape;7699;p6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60"/>
          <p:cNvGrpSpPr/>
          <p:nvPr/>
        </p:nvGrpSpPr>
        <p:grpSpPr>
          <a:xfrm>
            <a:off x="6610314" y="1377806"/>
            <a:ext cx="365188" cy="357226"/>
            <a:chOff x="-56396775" y="3199700"/>
            <a:chExt cx="324525" cy="317450"/>
          </a:xfrm>
        </p:grpSpPr>
        <p:sp>
          <p:nvSpPr>
            <p:cNvPr id="7707" name="Google Shape;7707;p6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60"/>
          <p:cNvGrpSpPr/>
          <p:nvPr/>
        </p:nvGrpSpPr>
        <p:grpSpPr>
          <a:xfrm>
            <a:off x="6613408" y="1843740"/>
            <a:ext cx="358999" cy="335958"/>
            <a:chOff x="-56394425" y="3600600"/>
            <a:chExt cx="319025" cy="298550"/>
          </a:xfrm>
        </p:grpSpPr>
        <p:sp>
          <p:nvSpPr>
            <p:cNvPr id="7714" name="Google Shape;7714;p6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60"/>
          <p:cNvGrpSpPr/>
          <p:nvPr/>
        </p:nvGrpSpPr>
        <p:grpSpPr>
          <a:xfrm>
            <a:off x="6644175" y="2274505"/>
            <a:ext cx="327068" cy="357198"/>
            <a:chOff x="-56379450" y="3983400"/>
            <a:chExt cx="290650" cy="317425"/>
          </a:xfrm>
        </p:grpSpPr>
        <p:sp>
          <p:nvSpPr>
            <p:cNvPr id="7718" name="Google Shape;7718;p6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0"/>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0"/>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60"/>
          <p:cNvGrpSpPr/>
          <p:nvPr/>
        </p:nvGrpSpPr>
        <p:grpSpPr>
          <a:xfrm>
            <a:off x="5307879" y="2738651"/>
            <a:ext cx="316434" cy="358971"/>
            <a:chOff x="-54401725" y="3198925"/>
            <a:chExt cx="281200" cy="319000"/>
          </a:xfrm>
        </p:grpSpPr>
        <p:sp>
          <p:nvSpPr>
            <p:cNvPr id="7727" name="Google Shape;7727;p6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0"/>
          <p:cNvGrpSpPr/>
          <p:nvPr/>
        </p:nvGrpSpPr>
        <p:grpSpPr>
          <a:xfrm>
            <a:off x="5308766" y="3208753"/>
            <a:ext cx="314662" cy="358099"/>
            <a:chOff x="-54401725" y="3590375"/>
            <a:chExt cx="279625" cy="318225"/>
          </a:xfrm>
        </p:grpSpPr>
        <p:sp>
          <p:nvSpPr>
            <p:cNvPr id="7739" name="Google Shape;7739;p6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0"/>
          <p:cNvGrpSpPr/>
          <p:nvPr/>
        </p:nvGrpSpPr>
        <p:grpSpPr>
          <a:xfrm>
            <a:off x="5306557" y="3672326"/>
            <a:ext cx="319079" cy="358099"/>
            <a:chOff x="-54403300" y="3982600"/>
            <a:chExt cx="283550" cy="318225"/>
          </a:xfrm>
        </p:grpSpPr>
        <p:sp>
          <p:nvSpPr>
            <p:cNvPr id="7746" name="Google Shape;7746;p6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0"/>
          <p:cNvGrpSpPr/>
          <p:nvPr/>
        </p:nvGrpSpPr>
        <p:grpSpPr>
          <a:xfrm>
            <a:off x="7493951" y="2733559"/>
            <a:ext cx="356298" cy="356973"/>
            <a:chOff x="-52458650" y="3194400"/>
            <a:chExt cx="316625" cy="317225"/>
          </a:xfrm>
        </p:grpSpPr>
        <p:sp>
          <p:nvSpPr>
            <p:cNvPr id="7752" name="Google Shape;7752;p6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60"/>
          <p:cNvGrpSpPr/>
          <p:nvPr/>
        </p:nvGrpSpPr>
        <p:grpSpPr>
          <a:xfrm>
            <a:off x="4862826" y="2738651"/>
            <a:ext cx="314662" cy="358971"/>
            <a:chOff x="-54793175" y="3198925"/>
            <a:chExt cx="279625" cy="319000"/>
          </a:xfrm>
        </p:grpSpPr>
        <p:sp>
          <p:nvSpPr>
            <p:cNvPr id="7761" name="Google Shape;7761;p6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0"/>
          <p:cNvGrpSpPr/>
          <p:nvPr/>
        </p:nvGrpSpPr>
        <p:grpSpPr>
          <a:xfrm>
            <a:off x="7503249" y="3202536"/>
            <a:ext cx="337703" cy="357845"/>
            <a:chOff x="-52450000" y="3584850"/>
            <a:chExt cx="300100" cy="318000"/>
          </a:xfrm>
        </p:grpSpPr>
        <p:sp>
          <p:nvSpPr>
            <p:cNvPr id="7769" name="Google Shape;7769;p6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0"/>
          <p:cNvGrpSpPr/>
          <p:nvPr/>
        </p:nvGrpSpPr>
        <p:grpSpPr>
          <a:xfrm>
            <a:off x="7514769" y="3667009"/>
            <a:ext cx="314662" cy="357226"/>
            <a:chOff x="-52440550" y="3977875"/>
            <a:chExt cx="279625" cy="317450"/>
          </a:xfrm>
        </p:grpSpPr>
        <p:sp>
          <p:nvSpPr>
            <p:cNvPr id="7777" name="Google Shape;7777;p6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60"/>
          <p:cNvGrpSpPr/>
          <p:nvPr/>
        </p:nvGrpSpPr>
        <p:grpSpPr>
          <a:xfrm>
            <a:off x="6626703" y="4123215"/>
            <a:ext cx="314662" cy="358999"/>
            <a:chOff x="-51623775" y="3584850"/>
            <a:chExt cx="279625" cy="319025"/>
          </a:xfrm>
        </p:grpSpPr>
        <p:sp>
          <p:nvSpPr>
            <p:cNvPr id="7786" name="Google Shape;7786;p6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5" name="Google Shape;7795;p60"/>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796" name="Google Shape;7796;p60"/>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0" name="Shape 7800"/>
        <p:cNvGrpSpPr/>
        <p:nvPr/>
      </p:nvGrpSpPr>
      <p:grpSpPr>
        <a:xfrm>
          <a:off x="0" y="0"/>
          <a:ext cx="0" cy="0"/>
          <a:chOff x="0" y="0"/>
          <a:chExt cx="0" cy="0"/>
        </a:xfrm>
      </p:grpSpPr>
      <p:grpSp>
        <p:nvGrpSpPr>
          <p:cNvPr id="7801" name="Google Shape;7801;p61"/>
          <p:cNvGrpSpPr/>
          <p:nvPr/>
        </p:nvGrpSpPr>
        <p:grpSpPr>
          <a:xfrm>
            <a:off x="866775" y="1386849"/>
            <a:ext cx="276003" cy="357300"/>
            <a:chOff x="-50469125" y="3183175"/>
            <a:chExt cx="233150" cy="301825"/>
          </a:xfrm>
        </p:grpSpPr>
        <p:sp>
          <p:nvSpPr>
            <p:cNvPr id="7802" name="Google Shape;7802;p6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61"/>
          <p:cNvGrpSpPr/>
          <p:nvPr/>
        </p:nvGrpSpPr>
        <p:grpSpPr>
          <a:xfrm>
            <a:off x="826674" y="1822251"/>
            <a:ext cx="356205" cy="355288"/>
            <a:chOff x="-50504575" y="3550975"/>
            <a:chExt cx="300900" cy="300125"/>
          </a:xfrm>
        </p:grpSpPr>
        <p:sp>
          <p:nvSpPr>
            <p:cNvPr id="7806" name="Google Shape;7806;p6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1"/>
          <p:cNvGrpSpPr/>
          <p:nvPr/>
        </p:nvGrpSpPr>
        <p:grpSpPr>
          <a:xfrm>
            <a:off x="826674" y="2260493"/>
            <a:ext cx="356205" cy="354341"/>
            <a:chOff x="-50503000" y="3921175"/>
            <a:chExt cx="300900" cy="299325"/>
          </a:xfrm>
        </p:grpSpPr>
        <p:sp>
          <p:nvSpPr>
            <p:cNvPr id="7811" name="Google Shape;7811;p6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1"/>
          <p:cNvGrpSpPr/>
          <p:nvPr/>
        </p:nvGrpSpPr>
        <p:grpSpPr>
          <a:xfrm>
            <a:off x="3030727" y="1406411"/>
            <a:ext cx="355258" cy="356205"/>
            <a:chOff x="-48630025" y="3199700"/>
            <a:chExt cx="300100" cy="300900"/>
          </a:xfrm>
        </p:grpSpPr>
        <p:sp>
          <p:nvSpPr>
            <p:cNvPr id="7817" name="Google Shape;7817;p6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1"/>
          <p:cNvGrpSpPr/>
          <p:nvPr/>
        </p:nvGrpSpPr>
        <p:grpSpPr>
          <a:xfrm>
            <a:off x="3030727" y="1843707"/>
            <a:ext cx="355258" cy="355258"/>
            <a:chOff x="-48630025" y="3569100"/>
            <a:chExt cx="300100" cy="300100"/>
          </a:xfrm>
        </p:grpSpPr>
        <p:sp>
          <p:nvSpPr>
            <p:cNvPr id="7821" name="Google Shape;7821;p6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61"/>
          <p:cNvGrpSpPr/>
          <p:nvPr/>
        </p:nvGrpSpPr>
        <p:grpSpPr>
          <a:xfrm>
            <a:off x="3031201" y="2281003"/>
            <a:ext cx="354311" cy="353394"/>
            <a:chOff x="-48629225" y="3938500"/>
            <a:chExt cx="299300" cy="298525"/>
          </a:xfrm>
        </p:grpSpPr>
        <p:sp>
          <p:nvSpPr>
            <p:cNvPr id="7832" name="Google Shape;7832;p6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1"/>
          <p:cNvGrpSpPr/>
          <p:nvPr/>
        </p:nvGrpSpPr>
        <p:grpSpPr>
          <a:xfrm>
            <a:off x="1766604" y="2752344"/>
            <a:ext cx="311458" cy="354341"/>
            <a:chOff x="-46762575" y="3200500"/>
            <a:chExt cx="263100" cy="299325"/>
          </a:xfrm>
        </p:grpSpPr>
        <p:sp>
          <p:nvSpPr>
            <p:cNvPr id="7837" name="Google Shape;7837;p6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1"/>
          <p:cNvGrpSpPr/>
          <p:nvPr/>
        </p:nvGrpSpPr>
        <p:grpSpPr>
          <a:xfrm>
            <a:off x="1744689" y="3211066"/>
            <a:ext cx="355288" cy="312375"/>
            <a:chOff x="-46779900" y="3588000"/>
            <a:chExt cx="300125" cy="263875"/>
          </a:xfrm>
        </p:grpSpPr>
        <p:sp>
          <p:nvSpPr>
            <p:cNvPr id="7843" name="Google Shape;7843;p6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61"/>
          <p:cNvGrpSpPr/>
          <p:nvPr/>
        </p:nvGrpSpPr>
        <p:grpSpPr>
          <a:xfrm>
            <a:off x="1745162" y="3625988"/>
            <a:ext cx="354341" cy="353394"/>
            <a:chOff x="-46779100" y="3938500"/>
            <a:chExt cx="299325" cy="298525"/>
          </a:xfrm>
        </p:grpSpPr>
        <p:sp>
          <p:nvSpPr>
            <p:cNvPr id="7848" name="Google Shape;7848;p6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1"/>
          <p:cNvGrpSpPr/>
          <p:nvPr/>
        </p:nvGrpSpPr>
        <p:grpSpPr>
          <a:xfrm>
            <a:off x="3952900" y="2758855"/>
            <a:ext cx="355258" cy="355288"/>
            <a:chOff x="-44924250" y="3206000"/>
            <a:chExt cx="300100" cy="300125"/>
          </a:xfrm>
        </p:grpSpPr>
        <p:sp>
          <p:nvSpPr>
            <p:cNvPr id="7851" name="Google Shape;7851;p6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1"/>
          <p:cNvGrpSpPr/>
          <p:nvPr/>
        </p:nvGrpSpPr>
        <p:grpSpPr>
          <a:xfrm>
            <a:off x="1267386" y="1386849"/>
            <a:ext cx="355258" cy="355258"/>
            <a:chOff x="-50134375" y="3183175"/>
            <a:chExt cx="300100" cy="300100"/>
          </a:xfrm>
        </p:grpSpPr>
        <p:sp>
          <p:nvSpPr>
            <p:cNvPr id="7857" name="Google Shape;7857;p6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1"/>
          <p:cNvGrpSpPr/>
          <p:nvPr/>
        </p:nvGrpSpPr>
        <p:grpSpPr>
          <a:xfrm>
            <a:off x="1267386" y="1822251"/>
            <a:ext cx="355258" cy="355288"/>
            <a:chOff x="-50134375" y="3550975"/>
            <a:chExt cx="300100" cy="300125"/>
          </a:xfrm>
        </p:grpSpPr>
        <p:sp>
          <p:nvSpPr>
            <p:cNvPr id="7868" name="Google Shape;7868;p6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61"/>
          <p:cNvGrpSpPr/>
          <p:nvPr/>
        </p:nvGrpSpPr>
        <p:grpSpPr>
          <a:xfrm>
            <a:off x="1267386" y="2259783"/>
            <a:ext cx="355258" cy="355051"/>
            <a:chOff x="-50134375" y="3920575"/>
            <a:chExt cx="300100" cy="299925"/>
          </a:xfrm>
        </p:grpSpPr>
        <p:sp>
          <p:nvSpPr>
            <p:cNvPr id="7871" name="Google Shape;7871;p6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1"/>
          <p:cNvGrpSpPr/>
          <p:nvPr/>
        </p:nvGrpSpPr>
        <p:grpSpPr>
          <a:xfrm>
            <a:off x="3478110" y="1407358"/>
            <a:ext cx="357123" cy="355258"/>
            <a:chOff x="-48262200" y="3200500"/>
            <a:chExt cx="301675" cy="300100"/>
          </a:xfrm>
        </p:grpSpPr>
        <p:sp>
          <p:nvSpPr>
            <p:cNvPr id="7875" name="Google Shape;7875;p6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1"/>
          <p:cNvGrpSpPr/>
          <p:nvPr/>
        </p:nvGrpSpPr>
        <p:grpSpPr>
          <a:xfrm>
            <a:off x="3507483" y="1844447"/>
            <a:ext cx="298377" cy="354519"/>
            <a:chOff x="-48233050" y="3569725"/>
            <a:chExt cx="252050" cy="299475"/>
          </a:xfrm>
        </p:grpSpPr>
        <p:sp>
          <p:nvSpPr>
            <p:cNvPr id="7885" name="Google Shape;7885;p6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1"/>
          <p:cNvGrpSpPr/>
          <p:nvPr/>
        </p:nvGrpSpPr>
        <p:grpSpPr>
          <a:xfrm>
            <a:off x="3531248" y="2278191"/>
            <a:ext cx="250847" cy="358070"/>
            <a:chOff x="-48216525" y="3936125"/>
            <a:chExt cx="211900" cy="302475"/>
          </a:xfrm>
        </p:grpSpPr>
        <p:sp>
          <p:nvSpPr>
            <p:cNvPr id="7889" name="Google Shape;7889;p6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1"/>
          <p:cNvGrpSpPr/>
          <p:nvPr/>
        </p:nvGrpSpPr>
        <p:grpSpPr>
          <a:xfrm>
            <a:off x="2186966" y="2753261"/>
            <a:ext cx="355258" cy="355288"/>
            <a:chOff x="-46410500" y="3201275"/>
            <a:chExt cx="300100" cy="300125"/>
          </a:xfrm>
        </p:grpSpPr>
        <p:sp>
          <p:nvSpPr>
            <p:cNvPr id="7894" name="Google Shape;7894;p6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61"/>
          <p:cNvGrpSpPr/>
          <p:nvPr/>
        </p:nvGrpSpPr>
        <p:grpSpPr>
          <a:xfrm>
            <a:off x="2186966" y="3188692"/>
            <a:ext cx="355258" cy="356205"/>
            <a:chOff x="-46409700" y="3569100"/>
            <a:chExt cx="300100" cy="300900"/>
          </a:xfrm>
        </p:grpSpPr>
        <p:sp>
          <p:nvSpPr>
            <p:cNvPr id="7900" name="Google Shape;7900;p6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1"/>
          <p:cNvGrpSpPr/>
          <p:nvPr/>
        </p:nvGrpSpPr>
        <p:grpSpPr>
          <a:xfrm>
            <a:off x="2174847" y="3624124"/>
            <a:ext cx="379497" cy="358070"/>
            <a:chOff x="-46422300" y="3936925"/>
            <a:chExt cx="320575" cy="302475"/>
          </a:xfrm>
        </p:grpSpPr>
        <p:sp>
          <p:nvSpPr>
            <p:cNvPr id="7906" name="Google Shape;7906;p6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61"/>
          <p:cNvGrpSpPr/>
          <p:nvPr/>
        </p:nvGrpSpPr>
        <p:grpSpPr>
          <a:xfrm>
            <a:off x="3952426" y="3178452"/>
            <a:ext cx="356205" cy="355258"/>
            <a:chOff x="-44914800" y="3560450"/>
            <a:chExt cx="300900" cy="300100"/>
          </a:xfrm>
        </p:grpSpPr>
        <p:sp>
          <p:nvSpPr>
            <p:cNvPr id="7909" name="Google Shape;7909;p6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61"/>
          <p:cNvGrpSpPr/>
          <p:nvPr/>
        </p:nvGrpSpPr>
        <p:grpSpPr>
          <a:xfrm>
            <a:off x="1707478" y="1387086"/>
            <a:ext cx="354311" cy="354104"/>
            <a:chOff x="-49764975" y="3183375"/>
            <a:chExt cx="299300" cy="299125"/>
          </a:xfrm>
        </p:grpSpPr>
        <p:sp>
          <p:nvSpPr>
            <p:cNvPr id="7915" name="Google Shape;7915;p6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1"/>
          <p:cNvGrpSpPr/>
          <p:nvPr/>
        </p:nvGrpSpPr>
        <p:grpSpPr>
          <a:xfrm>
            <a:off x="1707478" y="1822547"/>
            <a:ext cx="354311" cy="355909"/>
            <a:chOff x="-49764975" y="3551225"/>
            <a:chExt cx="299300" cy="300650"/>
          </a:xfrm>
        </p:grpSpPr>
        <p:sp>
          <p:nvSpPr>
            <p:cNvPr id="7925" name="Google Shape;7925;p6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61"/>
          <p:cNvGrpSpPr/>
          <p:nvPr/>
        </p:nvGrpSpPr>
        <p:grpSpPr>
          <a:xfrm>
            <a:off x="1705140" y="2259310"/>
            <a:ext cx="358987" cy="355525"/>
            <a:chOff x="-49766550" y="3920175"/>
            <a:chExt cx="303250" cy="300325"/>
          </a:xfrm>
        </p:grpSpPr>
        <p:sp>
          <p:nvSpPr>
            <p:cNvPr id="7937" name="Google Shape;7937;p6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1"/>
          <p:cNvGrpSpPr/>
          <p:nvPr/>
        </p:nvGrpSpPr>
        <p:grpSpPr>
          <a:xfrm>
            <a:off x="3920671" y="1407358"/>
            <a:ext cx="357123" cy="354341"/>
            <a:chOff x="-47892800" y="3200500"/>
            <a:chExt cx="301675" cy="299325"/>
          </a:xfrm>
        </p:grpSpPr>
        <p:sp>
          <p:nvSpPr>
            <p:cNvPr id="7942" name="Google Shape;7942;p6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61"/>
          <p:cNvGrpSpPr/>
          <p:nvPr/>
        </p:nvGrpSpPr>
        <p:grpSpPr>
          <a:xfrm>
            <a:off x="3984537" y="1843707"/>
            <a:ext cx="229391" cy="355258"/>
            <a:chOff x="-47839250" y="3569100"/>
            <a:chExt cx="193775" cy="300100"/>
          </a:xfrm>
        </p:grpSpPr>
        <p:sp>
          <p:nvSpPr>
            <p:cNvPr id="7949" name="Google Shape;7949;p6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1"/>
          <p:cNvGrpSpPr/>
          <p:nvPr/>
        </p:nvGrpSpPr>
        <p:grpSpPr>
          <a:xfrm>
            <a:off x="3921603" y="2280056"/>
            <a:ext cx="355258" cy="356205"/>
            <a:chOff x="-47892800" y="3937700"/>
            <a:chExt cx="300100" cy="300900"/>
          </a:xfrm>
        </p:grpSpPr>
        <p:sp>
          <p:nvSpPr>
            <p:cNvPr id="7956" name="Google Shape;7956;p6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61"/>
          <p:cNvGrpSpPr/>
          <p:nvPr/>
        </p:nvGrpSpPr>
        <p:grpSpPr>
          <a:xfrm>
            <a:off x="2626898" y="2773770"/>
            <a:ext cx="355258" cy="311458"/>
            <a:chOff x="-46042675" y="3218600"/>
            <a:chExt cx="300100" cy="263100"/>
          </a:xfrm>
        </p:grpSpPr>
        <p:sp>
          <p:nvSpPr>
            <p:cNvPr id="7965" name="Google Shape;7965;p6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61"/>
          <p:cNvGrpSpPr/>
          <p:nvPr/>
        </p:nvGrpSpPr>
        <p:grpSpPr>
          <a:xfrm>
            <a:off x="2626898" y="3188219"/>
            <a:ext cx="355258" cy="323118"/>
            <a:chOff x="-46042675" y="3568700"/>
            <a:chExt cx="300100" cy="272950"/>
          </a:xfrm>
        </p:grpSpPr>
        <p:sp>
          <p:nvSpPr>
            <p:cNvPr id="7972" name="Google Shape;7972;p6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1"/>
          <p:cNvGrpSpPr/>
          <p:nvPr/>
        </p:nvGrpSpPr>
        <p:grpSpPr>
          <a:xfrm>
            <a:off x="2668849" y="3625189"/>
            <a:ext cx="271357" cy="356057"/>
            <a:chOff x="-46007225" y="3937825"/>
            <a:chExt cx="229225" cy="300775"/>
          </a:xfrm>
        </p:grpSpPr>
        <p:sp>
          <p:nvSpPr>
            <p:cNvPr id="7977" name="Google Shape;7977;p6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61"/>
          <p:cNvGrpSpPr/>
          <p:nvPr/>
        </p:nvGrpSpPr>
        <p:grpSpPr>
          <a:xfrm>
            <a:off x="3974341" y="3615275"/>
            <a:ext cx="312375" cy="357596"/>
            <a:chOff x="-44895900" y="3929450"/>
            <a:chExt cx="263875" cy="302075"/>
          </a:xfrm>
        </p:grpSpPr>
        <p:sp>
          <p:nvSpPr>
            <p:cNvPr id="7988" name="Google Shape;7988;p6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1"/>
          <p:cNvGrpSpPr/>
          <p:nvPr/>
        </p:nvGrpSpPr>
        <p:grpSpPr>
          <a:xfrm>
            <a:off x="2148160" y="1398036"/>
            <a:ext cx="356205" cy="332885"/>
            <a:chOff x="-49397175" y="3192625"/>
            <a:chExt cx="300900" cy="281200"/>
          </a:xfrm>
        </p:grpSpPr>
        <p:sp>
          <p:nvSpPr>
            <p:cNvPr id="7995" name="Google Shape;7995;p6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61"/>
          <p:cNvGrpSpPr/>
          <p:nvPr/>
        </p:nvGrpSpPr>
        <p:grpSpPr>
          <a:xfrm>
            <a:off x="2174263" y="1822251"/>
            <a:ext cx="304000" cy="356205"/>
            <a:chOff x="-49375900" y="3550975"/>
            <a:chExt cx="256800" cy="300900"/>
          </a:xfrm>
        </p:grpSpPr>
        <p:sp>
          <p:nvSpPr>
            <p:cNvPr id="8003" name="Google Shape;8003;p6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1"/>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1"/>
          <p:cNvGrpSpPr/>
          <p:nvPr/>
        </p:nvGrpSpPr>
        <p:grpSpPr>
          <a:xfrm>
            <a:off x="2169616" y="2259546"/>
            <a:ext cx="313293" cy="356205"/>
            <a:chOff x="-49378250" y="3920375"/>
            <a:chExt cx="264650" cy="300900"/>
          </a:xfrm>
        </p:grpSpPr>
        <p:sp>
          <p:nvSpPr>
            <p:cNvPr id="8015" name="Google Shape;8015;p6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61"/>
          <p:cNvGrpSpPr/>
          <p:nvPr/>
        </p:nvGrpSpPr>
        <p:grpSpPr>
          <a:xfrm>
            <a:off x="888604" y="2752344"/>
            <a:ext cx="312375" cy="357123"/>
            <a:chOff x="-47505300" y="3200500"/>
            <a:chExt cx="263875" cy="301675"/>
          </a:xfrm>
        </p:grpSpPr>
        <p:sp>
          <p:nvSpPr>
            <p:cNvPr id="8023" name="Google Shape;8023;p6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1"/>
          <p:cNvGrpSpPr/>
          <p:nvPr/>
        </p:nvGrpSpPr>
        <p:grpSpPr>
          <a:xfrm>
            <a:off x="866704" y="3188692"/>
            <a:ext cx="356176" cy="355051"/>
            <a:chOff x="-47524975" y="3569100"/>
            <a:chExt cx="300875" cy="299925"/>
          </a:xfrm>
        </p:grpSpPr>
        <p:sp>
          <p:nvSpPr>
            <p:cNvPr id="8037" name="Google Shape;8037;p6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1"/>
          <p:cNvGrpSpPr/>
          <p:nvPr/>
        </p:nvGrpSpPr>
        <p:grpSpPr>
          <a:xfrm>
            <a:off x="867162" y="3667954"/>
            <a:ext cx="355258" cy="270410"/>
            <a:chOff x="-47523400" y="3973950"/>
            <a:chExt cx="300100" cy="228425"/>
          </a:xfrm>
        </p:grpSpPr>
        <p:sp>
          <p:nvSpPr>
            <p:cNvPr id="8043" name="Google Shape;8043;p6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1"/>
          <p:cNvGrpSpPr/>
          <p:nvPr/>
        </p:nvGrpSpPr>
        <p:grpSpPr>
          <a:xfrm>
            <a:off x="3072283" y="2750953"/>
            <a:ext cx="354341" cy="357596"/>
            <a:chOff x="-45673275" y="3199325"/>
            <a:chExt cx="299325" cy="302075"/>
          </a:xfrm>
        </p:grpSpPr>
        <p:sp>
          <p:nvSpPr>
            <p:cNvPr id="8049" name="Google Shape;8049;p6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61"/>
          <p:cNvGrpSpPr/>
          <p:nvPr/>
        </p:nvGrpSpPr>
        <p:grpSpPr>
          <a:xfrm>
            <a:off x="3071351" y="3209202"/>
            <a:ext cx="356205" cy="314240"/>
            <a:chOff x="-45674075" y="3586425"/>
            <a:chExt cx="300900" cy="265450"/>
          </a:xfrm>
        </p:grpSpPr>
        <p:sp>
          <p:nvSpPr>
            <p:cNvPr id="8053" name="Google Shape;8053;p6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1"/>
          <p:cNvGrpSpPr/>
          <p:nvPr/>
        </p:nvGrpSpPr>
        <p:grpSpPr>
          <a:xfrm>
            <a:off x="3072283" y="3625041"/>
            <a:ext cx="354341" cy="356205"/>
            <a:chOff x="-45673275" y="3937700"/>
            <a:chExt cx="299325" cy="300900"/>
          </a:xfrm>
        </p:grpSpPr>
        <p:sp>
          <p:nvSpPr>
            <p:cNvPr id="8056" name="Google Shape;8056;p6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61"/>
          <p:cNvGrpSpPr/>
          <p:nvPr/>
        </p:nvGrpSpPr>
        <p:grpSpPr>
          <a:xfrm>
            <a:off x="2186449" y="4117825"/>
            <a:ext cx="356205" cy="356205"/>
            <a:chOff x="-44512325" y="3176075"/>
            <a:chExt cx="300900" cy="300900"/>
          </a:xfrm>
        </p:grpSpPr>
        <p:sp>
          <p:nvSpPr>
            <p:cNvPr id="8063" name="Google Shape;8063;p6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61"/>
          <p:cNvGrpSpPr/>
          <p:nvPr/>
        </p:nvGrpSpPr>
        <p:grpSpPr>
          <a:xfrm>
            <a:off x="2589789" y="1386849"/>
            <a:ext cx="354341" cy="354341"/>
            <a:chOff x="-49027775" y="3183175"/>
            <a:chExt cx="299325" cy="299325"/>
          </a:xfrm>
        </p:grpSpPr>
        <p:sp>
          <p:nvSpPr>
            <p:cNvPr id="8067" name="Google Shape;8067;p6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1"/>
          <p:cNvGrpSpPr/>
          <p:nvPr/>
        </p:nvGrpSpPr>
        <p:grpSpPr>
          <a:xfrm>
            <a:off x="2589330" y="1822251"/>
            <a:ext cx="355258" cy="357152"/>
            <a:chOff x="-49027775" y="3550975"/>
            <a:chExt cx="300100" cy="301700"/>
          </a:xfrm>
        </p:grpSpPr>
        <p:sp>
          <p:nvSpPr>
            <p:cNvPr id="8072" name="Google Shape;8072;p6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1"/>
          <p:cNvGrpSpPr/>
          <p:nvPr/>
        </p:nvGrpSpPr>
        <p:grpSpPr>
          <a:xfrm>
            <a:off x="2587406" y="2259310"/>
            <a:ext cx="359106" cy="355525"/>
            <a:chOff x="-49031025" y="3920175"/>
            <a:chExt cx="303350" cy="300325"/>
          </a:xfrm>
        </p:grpSpPr>
        <p:sp>
          <p:nvSpPr>
            <p:cNvPr id="8083" name="Google Shape;8083;p6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1"/>
          <p:cNvGrpSpPr/>
          <p:nvPr/>
        </p:nvGrpSpPr>
        <p:grpSpPr>
          <a:xfrm>
            <a:off x="1303511" y="2752344"/>
            <a:ext cx="356176" cy="354341"/>
            <a:chOff x="-47155575" y="3200500"/>
            <a:chExt cx="300875" cy="299325"/>
          </a:xfrm>
        </p:grpSpPr>
        <p:sp>
          <p:nvSpPr>
            <p:cNvPr id="8090" name="Google Shape;8090;p6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1"/>
          <p:cNvGrpSpPr/>
          <p:nvPr/>
        </p:nvGrpSpPr>
        <p:grpSpPr>
          <a:xfrm>
            <a:off x="1303970" y="3188692"/>
            <a:ext cx="355258" cy="355258"/>
            <a:chOff x="-47154800" y="3569100"/>
            <a:chExt cx="300100" cy="300100"/>
          </a:xfrm>
        </p:grpSpPr>
        <p:sp>
          <p:nvSpPr>
            <p:cNvPr id="8097" name="Google Shape;8097;p6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1"/>
          <p:cNvGrpSpPr/>
          <p:nvPr/>
        </p:nvGrpSpPr>
        <p:grpSpPr>
          <a:xfrm>
            <a:off x="1304443" y="3626905"/>
            <a:ext cx="354311" cy="353423"/>
            <a:chOff x="-47154000" y="3939275"/>
            <a:chExt cx="299300" cy="298550"/>
          </a:xfrm>
        </p:grpSpPr>
        <p:sp>
          <p:nvSpPr>
            <p:cNvPr id="8104" name="Google Shape;8104;p6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1"/>
          <p:cNvGrpSpPr/>
          <p:nvPr/>
        </p:nvGrpSpPr>
        <p:grpSpPr>
          <a:xfrm>
            <a:off x="3529733" y="2752344"/>
            <a:ext cx="312375" cy="354341"/>
            <a:chOff x="-45286550" y="3200500"/>
            <a:chExt cx="263875" cy="299325"/>
          </a:xfrm>
        </p:grpSpPr>
        <p:sp>
          <p:nvSpPr>
            <p:cNvPr id="8109" name="Google Shape;8109;p6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61"/>
          <p:cNvGrpSpPr/>
          <p:nvPr/>
        </p:nvGrpSpPr>
        <p:grpSpPr>
          <a:xfrm>
            <a:off x="3529733" y="3189639"/>
            <a:ext cx="312375" cy="354311"/>
            <a:chOff x="-45286550" y="3569900"/>
            <a:chExt cx="263875" cy="299300"/>
          </a:xfrm>
        </p:grpSpPr>
        <p:sp>
          <p:nvSpPr>
            <p:cNvPr id="8113" name="Google Shape;8113;p6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61"/>
          <p:cNvGrpSpPr/>
          <p:nvPr/>
        </p:nvGrpSpPr>
        <p:grpSpPr>
          <a:xfrm>
            <a:off x="3540920" y="3625988"/>
            <a:ext cx="290001" cy="355258"/>
            <a:chOff x="-45277900" y="3938500"/>
            <a:chExt cx="244975" cy="300100"/>
          </a:xfrm>
        </p:grpSpPr>
        <p:sp>
          <p:nvSpPr>
            <p:cNvPr id="8120" name="Google Shape;8120;p6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61"/>
          <p:cNvGrpSpPr/>
          <p:nvPr/>
        </p:nvGrpSpPr>
        <p:grpSpPr>
          <a:xfrm>
            <a:off x="2626869" y="4095090"/>
            <a:ext cx="355258" cy="355258"/>
            <a:chOff x="-44502875" y="3576975"/>
            <a:chExt cx="300100" cy="300100"/>
          </a:xfrm>
        </p:grpSpPr>
        <p:sp>
          <p:nvSpPr>
            <p:cNvPr id="8125" name="Google Shape;8125;p6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61"/>
          <p:cNvGrpSpPr/>
          <p:nvPr/>
        </p:nvGrpSpPr>
        <p:grpSpPr>
          <a:xfrm>
            <a:off x="4835456" y="1828361"/>
            <a:ext cx="356196" cy="354670"/>
            <a:chOff x="-13946200" y="3647075"/>
            <a:chExt cx="353650" cy="352100"/>
          </a:xfrm>
        </p:grpSpPr>
        <p:sp>
          <p:nvSpPr>
            <p:cNvPr id="8129" name="Google Shape;8129;p61"/>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1"/>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1"/>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1"/>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1"/>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1"/>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61"/>
          <p:cNvGrpSpPr/>
          <p:nvPr/>
        </p:nvGrpSpPr>
        <p:grpSpPr>
          <a:xfrm>
            <a:off x="6618849" y="1387844"/>
            <a:ext cx="357002" cy="354267"/>
            <a:chOff x="-12163025" y="3214275"/>
            <a:chExt cx="354450" cy="351700"/>
          </a:xfrm>
        </p:grpSpPr>
        <p:sp>
          <p:nvSpPr>
            <p:cNvPr id="8136" name="Google Shape;8136;p61"/>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1"/>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1"/>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61"/>
          <p:cNvGrpSpPr/>
          <p:nvPr/>
        </p:nvGrpSpPr>
        <p:grpSpPr>
          <a:xfrm>
            <a:off x="6619629" y="1827581"/>
            <a:ext cx="355441" cy="356232"/>
            <a:chOff x="-12160675" y="3647875"/>
            <a:chExt cx="352900" cy="353650"/>
          </a:xfrm>
        </p:grpSpPr>
        <p:sp>
          <p:nvSpPr>
            <p:cNvPr id="8140" name="Google Shape;8140;p61"/>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1"/>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1"/>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1"/>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1"/>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1"/>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1"/>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61"/>
          <p:cNvGrpSpPr/>
          <p:nvPr/>
        </p:nvGrpSpPr>
        <p:grpSpPr>
          <a:xfrm>
            <a:off x="6630345" y="2272036"/>
            <a:ext cx="354635" cy="356232"/>
            <a:chOff x="-12160675" y="4081850"/>
            <a:chExt cx="352100" cy="353650"/>
          </a:xfrm>
        </p:grpSpPr>
        <p:sp>
          <p:nvSpPr>
            <p:cNvPr id="8148" name="Google Shape;8148;p61"/>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1"/>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1"/>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1"/>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1"/>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1"/>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61"/>
          <p:cNvGrpSpPr/>
          <p:nvPr/>
        </p:nvGrpSpPr>
        <p:grpSpPr>
          <a:xfrm>
            <a:off x="4835311" y="2746480"/>
            <a:ext cx="355416" cy="355652"/>
            <a:chOff x="-10391650" y="3180600"/>
            <a:chExt cx="352875" cy="353075"/>
          </a:xfrm>
        </p:grpSpPr>
        <p:sp>
          <p:nvSpPr>
            <p:cNvPr id="8155" name="Google Shape;8155;p61"/>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1"/>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1"/>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1"/>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1"/>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1"/>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1"/>
          <p:cNvGrpSpPr/>
          <p:nvPr/>
        </p:nvGrpSpPr>
        <p:grpSpPr>
          <a:xfrm>
            <a:off x="4835310" y="3223278"/>
            <a:ext cx="354635" cy="353890"/>
            <a:chOff x="-10390875" y="3616350"/>
            <a:chExt cx="352100" cy="351325"/>
          </a:xfrm>
        </p:grpSpPr>
        <p:sp>
          <p:nvSpPr>
            <p:cNvPr id="8162" name="Google Shape;8162;p61"/>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1"/>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1"/>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1"/>
          <p:cNvGrpSpPr/>
          <p:nvPr/>
        </p:nvGrpSpPr>
        <p:grpSpPr>
          <a:xfrm>
            <a:off x="7502285" y="2747943"/>
            <a:ext cx="312585" cy="354670"/>
            <a:chOff x="-10370400" y="4049550"/>
            <a:chExt cx="310350" cy="352100"/>
          </a:xfrm>
        </p:grpSpPr>
        <p:sp>
          <p:nvSpPr>
            <p:cNvPr id="8166" name="Google Shape;8166;p61"/>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1"/>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1"/>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1"/>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1"/>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1"/>
          <p:cNvGrpSpPr/>
          <p:nvPr/>
        </p:nvGrpSpPr>
        <p:grpSpPr>
          <a:xfrm>
            <a:off x="6606541" y="2746884"/>
            <a:ext cx="379236" cy="354847"/>
            <a:chOff x="-8674650" y="3210975"/>
            <a:chExt cx="376525" cy="352275"/>
          </a:xfrm>
        </p:grpSpPr>
        <p:sp>
          <p:nvSpPr>
            <p:cNvPr id="8172" name="Google Shape;8172;p61"/>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1"/>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1"/>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1"/>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1"/>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1"/>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1"/>
          <p:cNvGrpSpPr/>
          <p:nvPr/>
        </p:nvGrpSpPr>
        <p:grpSpPr>
          <a:xfrm>
            <a:off x="5278038" y="1828361"/>
            <a:ext cx="356221" cy="354670"/>
            <a:chOff x="-13512225" y="3647075"/>
            <a:chExt cx="353675" cy="352100"/>
          </a:xfrm>
        </p:grpSpPr>
        <p:sp>
          <p:nvSpPr>
            <p:cNvPr id="8179" name="Google Shape;8179;p61"/>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1"/>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1"/>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1"/>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1"/>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1"/>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1"/>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1"/>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1"/>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1"/>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61"/>
          <p:cNvGrpSpPr/>
          <p:nvPr/>
        </p:nvGrpSpPr>
        <p:grpSpPr>
          <a:xfrm>
            <a:off x="5288351" y="2272427"/>
            <a:ext cx="356221" cy="355451"/>
            <a:chOff x="-13512225" y="4080275"/>
            <a:chExt cx="353675" cy="352875"/>
          </a:xfrm>
        </p:grpSpPr>
        <p:sp>
          <p:nvSpPr>
            <p:cNvPr id="8190" name="Google Shape;8190;p61"/>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1"/>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1"/>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1"/>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1"/>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1"/>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1"/>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1"/>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1"/>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1"/>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1"/>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1"/>
          <p:cNvGrpSpPr/>
          <p:nvPr/>
        </p:nvGrpSpPr>
        <p:grpSpPr>
          <a:xfrm>
            <a:off x="7061431" y="1419788"/>
            <a:ext cx="356196" cy="290379"/>
            <a:chOff x="-11728250" y="3245400"/>
            <a:chExt cx="353650" cy="288275"/>
          </a:xfrm>
        </p:grpSpPr>
        <p:sp>
          <p:nvSpPr>
            <p:cNvPr id="8202" name="Google Shape;8202;p61"/>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1"/>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1"/>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1"/>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1"/>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61"/>
          <p:cNvGrpSpPr/>
          <p:nvPr/>
        </p:nvGrpSpPr>
        <p:grpSpPr>
          <a:xfrm>
            <a:off x="7093939" y="2272427"/>
            <a:ext cx="311804" cy="355451"/>
            <a:chOff x="-11703850" y="4081850"/>
            <a:chExt cx="309575" cy="352875"/>
          </a:xfrm>
        </p:grpSpPr>
        <p:sp>
          <p:nvSpPr>
            <p:cNvPr id="8208" name="Google Shape;8208;p61"/>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1"/>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1"/>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1"/>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1"/>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1"/>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1"/>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1"/>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61"/>
          <p:cNvGrpSpPr/>
          <p:nvPr/>
        </p:nvGrpSpPr>
        <p:grpSpPr>
          <a:xfrm>
            <a:off x="5282595" y="2746580"/>
            <a:ext cx="357002" cy="355451"/>
            <a:chOff x="-9958475" y="3180025"/>
            <a:chExt cx="354450" cy="352875"/>
          </a:xfrm>
        </p:grpSpPr>
        <p:sp>
          <p:nvSpPr>
            <p:cNvPr id="8217" name="Google Shape;8217;p61"/>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1"/>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1"/>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61"/>
          <p:cNvGrpSpPr/>
          <p:nvPr/>
        </p:nvGrpSpPr>
        <p:grpSpPr>
          <a:xfrm>
            <a:off x="5291722" y="3222561"/>
            <a:ext cx="337966" cy="355325"/>
            <a:chOff x="-9949025" y="3615575"/>
            <a:chExt cx="335550" cy="352750"/>
          </a:xfrm>
        </p:grpSpPr>
        <p:sp>
          <p:nvSpPr>
            <p:cNvPr id="8221" name="Google Shape;8221;p61"/>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1"/>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1"/>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61"/>
          <p:cNvGrpSpPr/>
          <p:nvPr/>
        </p:nvGrpSpPr>
        <p:grpSpPr>
          <a:xfrm>
            <a:off x="7926568" y="2746067"/>
            <a:ext cx="360175" cy="358423"/>
            <a:chOff x="-9961625" y="4048175"/>
            <a:chExt cx="357600" cy="355825"/>
          </a:xfrm>
        </p:grpSpPr>
        <p:sp>
          <p:nvSpPr>
            <p:cNvPr id="8225" name="Google Shape;8225;p61"/>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1"/>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1"/>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1"/>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1"/>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1"/>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61"/>
          <p:cNvGrpSpPr/>
          <p:nvPr/>
        </p:nvGrpSpPr>
        <p:grpSpPr>
          <a:xfrm>
            <a:off x="6613289" y="3221579"/>
            <a:ext cx="364959" cy="357289"/>
            <a:chOff x="-8680950" y="3624225"/>
            <a:chExt cx="362350" cy="354700"/>
          </a:xfrm>
        </p:grpSpPr>
        <p:sp>
          <p:nvSpPr>
            <p:cNvPr id="8232" name="Google Shape;8232;p61"/>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1"/>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1"/>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1"/>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1"/>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1"/>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61"/>
          <p:cNvGrpSpPr/>
          <p:nvPr/>
        </p:nvGrpSpPr>
        <p:grpSpPr>
          <a:xfrm>
            <a:off x="5749533" y="1387239"/>
            <a:ext cx="313365" cy="355476"/>
            <a:chOff x="-13056975" y="3212300"/>
            <a:chExt cx="311125" cy="352900"/>
          </a:xfrm>
        </p:grpSpPr>
        <p:sp>
          <p:nvSpPr>
            <p:cNvPr id="8239" name="Google Shape;8239;p61"/>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1"/>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1"/>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1"/>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61"/>
          <p:cNvGrpSpPr/>
          <p:nvPr/>
        </p:nvGrpSpPr>
        <p:grpSpPr>
          <a:xfrm>
            <a:off x="5726921" y="1828034"/>
            <a:ext cx="358588" cy="355325"/>
            <a:chOff x="-13077450" y="3647075"/>
            <a:chExt cx="356025" cy="352750"/>
          </a:xfrm>
        </p:grpSpPr>
        <p:sp>
          <p:nvSpPr>
            <p:cNvPr id="8244" name="Google Shape;8244;p61"/>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1"/>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1"/>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61"/>
          <p:cNvGrpSpPr/>
          <p:nvPr/>
        </p:nvGrpSpPr>
        <p:grpSpPr>
          <a:xfrm>
            <a:off x="5738027" y="2271633"/>
            <a:ext cx="357002" cy="357037"/>
            <a:chOff x="-13079025" y="4079475"/>
            <a:chExt cx="354450" cy="354450"/>
          </a:xfrm>
        </p:grpSpPr>
        <p:sp>
          <p:nvSpPr>
            <p:cNvPr id="8248" name="Google Shape;8248;p61"/>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1"/>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1"/>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1"/>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61"/>
          <p:cNvGrpSpPr/>
          <p:nvPr/>
        </p:nvGrpSpPr>
        <p:grpSpPr>
          <a:xfrm>
            <a:off x="7511094" y="1387642"/>
            <a:ext cx="356221" cy="354670"/>
            <a:chOff x="-11292700" y="3213875"/>
            <a:chExt cx="353675" cy="352100"/>
          </a:xfrm>
        </p:grpSpPr>
        <p:sp>
          <p:nvSpPr>
            <p:cNvPr id="8253" name="Google Shape;8253;p61"/>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1"/>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1"/>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1"/>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1"/>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1"/>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1"/>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1"/>
          <p:cNvGrpSpPr/>
          <p:nvPr/>
        </p:nvGrpSpPr>
        <p:grpSpPr>
          <a:xfrm>
            <a:off x="7505152" y="1827581"/>
            <a:ext cx="368106" cy="356232"/>
            <a:chOff x="-11299000" y="3647875"/>
            <a:chExt cx="365475" cy="353650"/>
          </a:xfrm>
        </p:grpSpPr>
        <p:sp>
          <p:nvSpPr>
            <p:cNvPr id="8261" name="Google Shape;8261;p61"/>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1"/>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1"/>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1"/>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1"/>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1"/>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61"/>
          <p:cNvGrpSpPr/>
          <p:nvPr/>
        </p:nvGrpSpPr>
        <p:grpSpPr>
          <a:xfrm>
            <a:off x="7520614" y="2283532"/>
            <a:ext cx="357808" cy="333240"/>
            <a:chOff x="-11295075" y="4092875"/>
            <a:chExt cx="355250" cy="330825"/>
          </a:xfrm>
        </p:grpSpPr>
        <p:sp>
          <p:nvSpPr>
            <p:cNvPr id="8268" name="Google Shape;8268;p61"/>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1"/>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1"/>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1"/>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1"/>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61"/>
          <p:cNvGrpSpPr/>
          <p:nvPr/>
        </p:nvGrpSpPr>
        <p:grpSpPr>
          <a:xfrm>
            <a:off x="5746214" y="2746580"/>
            <a:ext cx="312585" cy="355451"/>
            <a:chOff x="-9500075" y="3180800"/>
            <a:chExt cx="310350" cy="352875"/>
          </a:xfrm>
        </p:grpSpPr>
        <p:sp>
          <p:nvSpPr>
            <p:cNvPr id="8274" name="Google Shape;8274;p61"/>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1"/>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1"/>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1"/>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1"/>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1"/>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1"/>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1"/>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1"/>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1"/>
          <p:cNvGrpSpPr/>
          <p:nvPr/>
        </p:nvGrpSpPr>
        <p:grpSpPr>
          <a:xfrm>
            <a:off x="5724005" y="3222095"/>
            <a:ext cx="356221" cy="356257"/>
            <a:chOff x="-9523700" y="3614000"/>
            <a:chExt cx="353675" cy="353675"/>
          </a:xfrm>
        </p:grpSpPr>
        <p:sp>
          <p:nvSpPr>
            <p:cNvPr id="8284" name="Google Shape;8284;p61"/>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1"/>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1"/>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1"/>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1"/>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1"/>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1"/>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1"/>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1"/>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1"/>
          <p:cNvGrpSpPr/>
          <p:nvPr/>
        </p:nvGrpSpPr>
        <p:grpSpPr>
          <a:xfrm>
            <a:off x="7508956" y="3244737"/>
            <a:ext cx="356221" cy="354670"/>
            <a:chOff x="-9523700" y="4049550"/>
            <a:chExt cx="353675" cy="352100"/>
          </a:xfrm>
        </p:grpSpPr>
        <p:sp>
          <p:nvSpPr>
            <p:cNvPr id="8294" name="Google Shape;8294;p61"/>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1"/>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1"/>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1"/>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1"/>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1"/>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1"/>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61"/>
          <p:cNvGrpSpPr/>
          <p:nvPr/>
        </p:nvGrpSpPr>
        <p:grpSpPr>
          <a:xfrm>
            <a:off x="7065071" y="3244710"/>
            <a:ext cx="357002" cy="311029"/>
            <a:chOff x="-8209150" y="3659675"/>
            <a:chExt cx="354450" cy="308775"/>
          </a:xfrm>
        </p:grpSpPr>
        <p:sp>
          <p:nvSpPr>
            <p:cNvPr id="8302" name="Google Shape;8302;p61"/>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1"/>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1"/>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1"/>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1"/>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1"/>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1"/>
          <p:cNvGrpSpPr/>
          <p:nvPr/>
        </p:nvGrpSpPr>
        <p:grpSpPr>
          <a:xfrm>
            <a:off x="6178632" y="2273623"/>
            <a:ext cx="356221" cy="353059"/>
            <a:chOff x="-12643475" y="4081850"/>
            <a:chExt cx="353675" cy="350500"/>
          </a:xfrm>
        </p:grpSpPr>
        <p:sp>
          <p:nvSpPr>
            <p:cNvPr id="8309" name="Google Shape;8309;p61"/>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1"/>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1"/>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1"/>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3" name="Google Shape;8313;p61"/>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4" name="Google Shape;8314;p61"/>
          <p:cNvGrpSpPr/>
          <p:nvPr/>
        </p:nvGrpSpPr>
        <p:grpSpPr>
          <a:xfrm>
            <a:off x="7961232" y="2283532"/>
            <a:ext cx="356221" cy="333240"/>
            <a:chOff x="-10858725" y="4092875"/>
            <a:chExt cx="353675" cy="330825"/>
          </a:xfrm>
        </p:grpSpPr>
        <p:sp>
          <p:nvSpPr>
            <p:cNvPr id="8315" name="Google Shape;8315;p61"/>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1"/>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1"/>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1"/>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1"/>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1"/>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1"/>
          <p:cNvGrpSpPr/>
          <p:nvPr/>
        </p:nvGrpSpPr>
        <p:grpSpPr>
          <a:xfrm>
            <a:off x="6219755" y="3222498"/>
            <a:ext cx="252278" cy="355451"/>
            <a:chOff x="-9039300" y="3614000"/>
            <a:chExt cx="250475" cy="352875"/>
          </a:xfrm>
        </p:grpSpPr>
        <p:sp>
          <p:nvSpPr>
            <p:cNvPr id="8322" name="Google Shape;8322;p61"/>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1"/>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61"/>
          <p:cNvGrpSpPr/>
          <p:nvPr/>
        </p:nvGrpSpPr>
        <p:grpSpPr>
          <a:xfrm>
            <a:off x="7951721" y="3244737"/>
            <a:ext cx="354635" cy="354670"/>
            <a:chOff x="-9088150" y="4049550"/>
            <a:chExt cx="352100" cy="352100"/>
          </a:xfrm>
        </p:grpSpPr>
        <p:sp>
          <p:nvSpPr>
            <p:cNvPr id="8325" name="Google Shape;8325;p61"/>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1"/>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1"/>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1"/>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1"/>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1"/>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1"/>
          <p:cNvGrpSpPr/>
          <p:nvPr/>
        </p:nvGrpSpPr>
        <p:grpSpPr>
          <a:xfrm>
            <a:off x="7086085" y="2746970"/>
            <a:ext cx="315757" cy="354670"/>
            <a:chOff x="-8191825" y="3174500"/>
            <a:chExt cx="313500" cy="352100"/>
          </a:xfrm>
        </p:grpSpPr>
        <p:sp>
          <p:nvSpPr>
            <p:cNvPr id="8332" name="Google Shape;8332;p61"/>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1"/>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1"/>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1"/>
          <p:cNvGrpSpPr/>
          <p:nvPr/>
        </p:nvGrpSpPr>
        <p:grpSpPr>
          <a:xfrm>
            <a:off x="4835443" y="1387491"/>
            <a:ext cx="356221" cy="354973"/>
            <a:chOff x="-13947000" y="3212800"/>
            <a:chExt cx="353675" cy="352400"/>
          </a:xfrm>
        </p:grpSpPr>
        <p:sp>
          <p:nvSpPr>
            <p:cNvPr id="8336" name="Google Shape;8336;p61"/>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1"/>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8" name="Google Shape;8338;p61"/>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9" name="Google Shape;8339;p61"/>
          <p:cNvGrpSpPr/>
          <p:nvPr/>
        </p:nvGrpSpPr>
        <p:grpSpPr>
          <a:xfrm>
            <a:off x="5278038" y="1386849"/>
            <a:ext cx="356221" cy="356257"/>
            <a:chOff x="-13512225" y="3211525"/>
            <a:chExt cx="353675" cy="353675"/>
          </a:xfrm>
        </p:grpSpPr>
        <p:sp>
          <p:nvSpPr>
            <p:cNvPr id="8340" name="Google Shape;8340;p61"/>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1"/>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1"/>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1"/>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1"/>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61"/>
          <p:cNvGrpSpPr/>
          <p:nvPr/>
        </p:nvGrpSpPr>
        <p:grpSpPr>
          <a:xfrm>
            <a:off x="6168320" y="1387239"/>
            <a:ext cx="356221" cy="355476"/>
            <a:chOff x="-12643475" y="3212300"/>
            <a:chExt cx="353675" cy="352900"/>
          </a:xfrm>
        </p:grpSpPr>
        <p:sp>
          <p:nvSpPr>
            <p:cNvPr id="8346" name="Google Shape;8346;p61"/>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1"/>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1"/>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1"/>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1"/>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1"/>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1"/>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1"/>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1"/>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1"/>
          <p:cNvGrpSpPr/>
          <p:nvPr/>
        </p:nvGrpSpPr>
        <p:grpSpPr>
          <a:xfrm>
            <a:off x="6168320" y="1839013"/>
            <a:ext cx="356221" cy="333366"/>
            <a:chOff x="-12643475" y="3657325"/>
            <a:chExt cx="353675" cy="330950"/>
          </a:xfrm>
        </p:grpSpPr>
        <p:sp>
          <p:nvSpPr>
            <p:cNvPr id="8356" name="Google Shape;8356;p61"/>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1"/>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1"/>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1"/>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1"/>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1"/>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1"/>
          <p:cNvGrpSpPr/>
          <p:nvPr/>
        </p:nvGrpSpPr>
        <p:grpSpPr>
          <a:xfrm>
            <a:off x="7951322" y="1387642"/>
            <a:ext cx="355416" cy="354670"/>
            <a:chOff x="-10857925" y="3213875"/>
            <a:chExt cx="352875" cy="352100"/>
          </a:xfrm>
        </p:grpSpPr>
        <p:sp>
          <p:nvSpPr>
            <p:cNvPr id="8363" name="Google Shape;8363;p61"/>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1"/>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1"/>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1"/>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1"/>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1"/>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1"/>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1"/>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1"/>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1"/>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61"/>
          <p:cNvGrpSpPr/>
          <p:nvPr/>
        </p:nvGrpSpPr>
        <p:grpSpPr>
          <a:xfrm>
            <a:off x="6168237" y="2747071"/>
            <a:ext cx="356096" cy="354469"/>
            <a:chOff x="-9089725" y="3180200"/>
            <a:chExt cx="353550" cy="351900"/>
          </a:xfrm>
        </p:grpSpPr>
        <p:sp>
          <p:nvSpPr>
            <p:cNvPr id="8374" name="Google Shape;8374;p61"/>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1"/>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61"/>
          <p:cNvGrpSpPr/>
          <p:nvPr/>
        </p:nvGrpSpPr>
        <p:grpSpPr>
          <a:xfrm>
            <a:off x="7060235" y="1826875"/>
            <a:ext cx="358588" cy="357642"/>
            <a:chOff x="7083760" y="1971660"/>
            <a:chExt cx="358588" cy="357642"/>
          </a:xfrm>
        </p:grpSpPr>
        <p:sp>
          <p:nvSpPr>
            <p:cNvPr id="8377" name="Google Shape;8377;p61"/>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1"/>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1"/>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1"/>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1"/>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1"/>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1"/>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1"/>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1"/>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1"/>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1"/>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1"/>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6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390" name="Google Shape;8390;p6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94" name="Shape 8394"/>
        <p:cNvGrpSpPr/>
        <p:nvPr/>
      </p:nvGrpSpPr>
      <p:grpSpPr>
        <a:xfrm>
          <a:off x="0" y="0"/>
          <a:ext cx="0" cy="0"/>
          <a:chOff x="0" y="0"/>
          <a:chExt cx="0" cy="0"/>
        </a:xfrm>
      </p:grpSpPr>
      <p:sp>
        <p:nvSpPr>
          <p:cNvPr id="8395" name="Google Shape;8395;p62"/>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6" name="Google Shape;8396;p62"/>
          <p:cNvGrpSpPr/>
          <p:nvPr/>
        </p:nvGrpSpPr>
        <p:grpSpPr>
          <a:xfrm>
            <a:off x="719610" y="2243507"/>
            <a:ext cx="452798" cy="449473"/>
            <a:chOff x="-21322300" y="3693325"/>
            <a:chExt cx="306400" cy="304150"/>
          </a:xfrm>
        </p:grpSpPr>
        <p:sp>
          <p:nvSpPr>
            <p:cNvPr id="8397" name="Google Shape;8397;p6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62"/>
          <p:cNvGrpSpPr/>
          <p:nvPr/>
        </p:nvGrpSpPr>
        <p:grpSpPr>
          <a:xfrm>
            <a:off x="719019" y="2810244"/>
            <a:ext cx="453980" cy="422540"/>
            <a:chOff x="-21322300" y="4077125"/>
            <a:chExt cx="307200" cy="285925"/>
          </a:xfrm>
        </p:grpSpPr>
        <p:sp>
          <p:nvSpPr>
            <p:cNvPr id="8402" name="Google Shape;8402;p6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2"/>
          <p:cNvGrpSpPr/>
          <p:nvPr/>
        </p:nvGrpSpPr>
        <p:grpSpPr>
          <a:xfrm>
            <a:off x="3496195" y="1689128"/>
            <a:ext cx="451653" cy="450212"/>
            <a:chOff x="-19394200" y="3333800"/>
            <a:chExt cx="305625" cy="304650"/>
          </a:xfrm>
        </p:grpSpPr>
        <p:sp>
          <p:nvSpPr>
            <p:cNvPr id="8415" name="Google Shape;8415;p6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2"/>
          <p:cNvGrpSpPr/>
          <p:nvPr/>
        </p:nvGrpSpPr>
        <p:grpSpPr>
          <a:xfrm>
            <a:off x="3495032" y="2243580"/>
            <a:ext cx="453980" cy="449325"/>
            <a:chOff x="-19396575" y="3708500"/>
            <a:chExt cx="307200" cy="304050"/>
          </a:xfrm>
        </p:grpSpPr>
        <p:sp>
          <p:nvSpPr>
            <p:cNvPr id="8425" name="Google Shape;8425;p6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2"/>
          <p:cNvGrpSpPr/>
          <p:nvPr/>
        </p:nvGrpSpPr>
        <p:grpSpPr>
          <a:xfrm>
            <a:off x="3489212" y="2796461"/>
            <a:ext cx="465618" cy="450101"/>
            <a:chOff x="-19394200" y="4084200"/>
            <a:chExt cx="315075" cy="304575"/>
          </a:xfrm>
        </p:grpSpPr>
        <p:sp>
          <p:nvSpPr>
            <p:cNvPr id="8429" name="Google Shape;8429;p6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62"/>
          <p:cNvGrpSpPr/>
          <p:nvPr/>
        </p:nvGrpSpPr>
        <p:grpSpPr>
          <a:xfrm>
            <a:off x="6294923" y="1689001"/>
            <a:ext cx="400447" cy="450470"/>
            <a:chOff x="-17526750" y="3309200"/>
            <a:chExt cx="270975" cy="304825"/>
          </a:xfrm>
        </p:grpSpPr>
        <p:sp>
          <p:nvSpPr>
            <p:cNvPr id="8436" name="Google Shape;8436;p6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2"/>
          <p:cNvGrpSpPr/>
          <p:nvPr/>
        </p:nvGrpSpPr>
        <p:grpSpPr>
          <a:xfrm>
            <a:off x="6271075" y="2244173"/>
            <a:ext cx="448143" cy="448143"/>
            <a:chOff x="-17542500" y="3684100"/>
            <a:chExt cx="303250" cy="303250"/>
          </a:xfrm>
        </p:grpSpPr>
        <p:sp>
          <p:nvSpPr>
            <p:cNvPr id="8442" name="Google Shape;8442;p6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62"/>
          <p:cNvGrpSpPr/>
          <p:nvPr/>
        </p:nvGrpSpPr>
        <p:grpSpPr>
          <a:xfrm>
            <a:off x="6270484" y="2810817"/>
            <a:ext cx="449325" cy="421395"/>
            <a:chOff x="-17542500" y="4068450"/>
            <a:chExt cx="304050" cy="285150"/>
          </a:xfrm>
        </p:grpSpPr>
        <p:sp>
          <p:nvSpPr>
            <p:cNvPr id="8450" name="Google Shape;8450;p6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62"/>
          <p:cNvGrpSpPr/>
          <p:nvPr/>
        </p:nvGrpSpPr>
        <p:grpSpPr>
          <a:xfrm>
            <a:off x="3500906" y="3342211"/>
            <a:ext cx="343404" cy="449325"/>
            <a:chOff x="-15652200" y="3335975"/>
            <a:chExt cx="232375" cy="304050"/>
          </a:xfrm>
        </p:grpSpPr>
        <p:sp>
          <p:nvSpPr>
            <p:cNvPr id="8457" name="Google Shape;8457;p6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2"/>
          <p:cNvGrpSpPr/>
          <p:nvPr/>
        </p:nvGrpSpPr>
        <p:grpSpPr>
          <a:xfrm>
            <a:off x="1274819" y="2243729"/>
            <a:ext cx="449325" cy="449030"/>
            <a:chOff x="-20945825" y="3692175"/>
            <a:chExt cx="304050" cy="303850"/>
          </a:xfrm>
        </p:grpSpPr>
        <p:sp>
          <p:nvSpPr>
            <p:cNvPr id="8467" name="Google Shape;8467;p6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2"/>
          <p:cNvGrpSpPr/>
          <p:nvPr/>
        </p:nvGrpSpPr>
        <p:grpSpPr>
          <a:xfrm>
            <a:off x="4081644" y="1689848"/>
            <a:ext cx="372516" cy="448771"/>
            <a:chOff x="-18994100" y="3334775"/>
            <a:chExt cx="252075" cy="303675"/>
          </a:xfrm>
        </p:grpSpPr>
        <p:sp>
          <p:nvSpPr>
            <p:cNvPr id="8472" name="Google Shape;8472;p6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62"/>
          <p:cNvGrpSpPr/>
          <p:nvPr/>
        </p:nvGrpSpPr>
        <p:grpSpPr>
          <a:xfrm>
            <a:off x="4096200" y="2244743"/>
            <a:ext cx="343404" cy="446998"/>
            <a:chOff x="-18983850" y="3710075"/>
            <a:chExt cx="232375" cy="302475"/>
          </a:xfrm>
        </p:grpSpPr>
        <p:sp>
          <p:nvSpPr>
            <p:cNvPr id="8477" name="Google Shape;8477;p6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62"/>
          <p:cNvGrpSpPr/>
          <p:nvPr/>
        </p:nvGrpSpPr>
        <p:grpSpPr>
          <a:xfrm>
            <a:off x="1274247" y="1689573"/>
            <a:ext cx="450470" cy="449325"/>
            <a:chOff x="-20946600" y="3317850"/>
            <a:chExt cx="304825" cy="304050"/>
          </a:xfrm>
        </p:grpSpPr>
        <p:sp>
          <p:nvSpPr>
            <p:cNvPr id="8482" name="Google Shape;8482;p6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2"/>
          <p:cNvGrpSpPr/>
          <p:nvPr/>
        </p:nvGrpSpPr>
        <p:grpSpPr>
          <a:xfrm>
            <a:off x="1300422" y="2797442"/>
            <a:ext cx="398119" cy="448143"/>
            <a:chOff x="-20930075" y="4066100"/>
            <a:chExt cx="269400" cy="303250"/>
          </a:xfrm>
        </p:grpSpPr>
        <p:sp>
          <p:nvSpPr>
            <p:cNvPr id="8486" name="Google Shape;8486;p6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2"/>
          <p:cNvGrpSpPr/>
          <p:nvPr/>
        </p:nvGrpSpPr>
        <p:grpSpPr>
          <a:xfrm>
            <a:off x="4042667" y="2797422"/>
            <a:ext cx="450470" cy="448180"/>
            <a:chOff x="-19020075" y="4084200"/>
            <a:chExt cx="304825" cy="303275"/>
          </a:xfrm>
        </p:grpSpPr>
        <p:sp>
          <p:nvSpPr>
            <p:cNvPr id="8489" name="Google Shape;8489;p6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2"/>
          <p:cNvGrpSpPr/>
          <p:nvPr/>
        </p:nvGrpSpPr>
        <p:grpSpPr>
          <a:xfrm>
            <a:off x="6859931" y="1689001"/>
            <a:ext cx="396937" cy="450470"/>
            <a:chOff x="-17149475" y="3309200"/>
            <a:chExt cx="268600" cy="304825"/>
          </a:xfrm>
        </p:grpSpPr>
        <p:sp>
          <p:nvSpPr>
            <p:cNvPr id="8499" name="Google Shape;8499;p6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62"/>
          <p:cNvGrpSpPr/>
          <p:nvPr/>
        </p:nvGrpSpPr>
        <p:grpSpPr>
          <a:xfrm>
            <a:off x="6833737" y="2258120"/>
            <a:ext cx="449325" cy="420249"/>
            <a:chOff x="-17168375" y="3692750"/>
            <a:chExt cx="304050" cy="284375"/>
          </a:xfrm>
        </p:grpSpPr>
        <p:sp>
          <p:nvSpPr>
            <p:cNvPr id="8502" name="Google Shape;8502;p6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62"/>
          <p:cNvGrpSpPr/>
          <p:nvPr/>
        </p:nvGrpSpPr>
        <p:grpSpPr>
          <a:xfrm>
            <a:off x="6830246" y="2796852"/>
            <a:ext cx="456308" cy="449325"/>
            <a:chOff x="-17170750" y="4058800"/>
            <a:chExt cx="308775" cy="304050"/>
          </a:xfrm>
        </p:grpSpPr>
        <p:sp>
          <p:nvSpPr>
            <p:cNvPr id="8510" name="Google Shape;8510;p6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62"/>
          <p:cNvGrpSpPr/>
          <p:nvPr/>
        </p:nvGrpSpPr>
        <p:grpSpPr>
          <a:xfrm>
            <a:off x="5692143" y="3343358"/>
            <a:ext cx="450470" cy="446998"/>
            <a:chOff x="-15688425" y="3707725"/>
            <a:chExt cx="304825" cy="302475"/>
          </a:xfrm>
        </p:grpSpPr>
        <p:sp>
          <p:nvSpPr>
            <p:cNvPr id="8528" name="Google Shape;8528;p6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62"/>
          <p:cNvGrpSpPr/>
          <p:nvPr/>
        </p:nvGrpSpPr>
        <p:grpSpPr>
          <a:xfrm>
            <a:off x="1836300" y="1690441"/>
            <a:ext cx="451653" cy="447589"/>
            <a:chOff x="-20572500" y="3319025"/>
            <a:chExt cx="305625" cy="302875"/>
          </a:xfrm>
        </p:grpSpPr>
        <p:sp>
          <p:nvSpPr>
            <p:cNvPr id="8535" name="Google Shape;8535;p6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62"/>
          <p:cNvGrpSpPr/>
          <p:nvPr/>
        </p:nvGrpSpPr>
        <p:grpSpPr>
          <a:xfrm>
            <a:off x="1837463" y="2305410"/>
            <a:ext cx="449325" cy="325670"/>
            <a:chOff x="-20571700" y="3722875"/>
            <a:chExt cx="304050" cy="220375"/>
          </a:xfrm>
        </p:grpSpPr>
        <p:sp>
          <p:nvSpPr>
            <p:cNvPr id="8538" name="Google Shape;8538;p6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2"/>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2"/>
          <p:cNvGrpSpPr/>
          <p:nvPr/>
        </p:nvGrpSpPr>
        <p:grpSpPr>
          <a:xfrm>
            <a:off x="1836891" y="2796278"/>
            <a:ext cx="450470" cy="450470"/>
            <a:chOff x="-20571700" y="4066875"/>
            <a:chExt cx="304825" cy="304825"/>
          </a:xfrm>
        </p:grpSpPr>
        <p:sp>
          <p:nvSpPr>
            <p:cNvPr id="8546" name="Google Shape;8546;p6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2"/>
          <p:cNvGrpSpPr/>
          <p:nvPr/>
        </p:nvGrpSpPr>
        <p:grpSpPr>
          <a:xfrm>
            <a:off x="4603593" y="1688259"/>
            <a:ext cx="453980" cy="451948"/>
            <a:chOff x="-18645175" y="3334200"/>
            <a:chExt cx="307200" cy="305825"/>
          </a:xfrm>
        </p:grpSpPr>
        <p:sp>
          <p:nvSpPr>
            <p:cNvPr id="8553" name="Google Shape;8553;p6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62"/>
          <p:cNvGrpSpPr/>
          <p:nvPr/>
        </p:nvGrpSpPr>
        <p:grpSpPr>
          <a:xfrm>
            <a:off x="4604184" y="2242989"/>
            <a:ext cx="452798" cy="450507"/>
            <a:chOff x="-18645175" y="3708500"/>
            <a:chExt cx="306400" cy="304850"/>
          </a:xfrm>
        </p:grpSpPr>
        <p:sp>
          <p:nvSpPr>
            <p:cNvPr id="8559" name="Google Shape;8559;p6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62"/>
          <p:cNvGrpSpPr/>
          <p:nvPr/>
        </p:nvGrpSpPr>
        <p:grpSpPr>
          <a:xfrm>
            <a:off x="4601857" y="2795630"/>
            <a:ext cx="457453" cy="451763"/>
            <a:chOff x="-18647525" y="4082625"/>
            <a:chExt cx="309550" cy="305700"/>
          </a:xfrm>
        </p:grpSpPr>
        <p:sp>
          <p:nvSpPr>
            <p:cNvPr id="8567" name="Google Shape;8567;p6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2"/>
          <p:cNvGrpSpPr/>
          <p:nvPr/>
        </p:nvGrpSpPr>
        <p:grpSpPr>
          <a:xfrm>
            <a:off x="7412241" y="1689592"/>
            <a:ext cx="395755" cy="449288"/>
            <a:chOff x="-16775350" y="3309200"/>
            <a:chExt cx="267800" cy="304025"/>
          </a:xfrm>
        </p:grpSpPr>
        <p:sp>
          <p:nvSpPr>
            <p:cNvPr id="8572" name="Google Shape;8572;p6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62"/>
          <p:cNvGrpSpPr/>
          <p:nvPr/>
        </p:nvGrpSpPr>
        <p:grpSpPr>
          <a:xfrm>
            <a:off x="7412241" y="2241827"/>
            <a:ext cx="395755" cy="452835"/>
            <a:chOff x="-16775350" y="3683300"/>
            <a:chExt cx="267800" cy="306425"/>
          </a:xfrm>
        </p:grpSpPr>
        <p:sp>
          <p:nvSpPr>
            <p:cNvPr id="8576" name="Google Shape;8576;p6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2"/>
          <p:cNvGrpSpPr/>
          <p:nvPr/>
        </p:nvGrpSpPr>
        <p:grpSpPr>
          <a:xfrm>
            <a:off x="7384292" y="2796870"/>
            <a:ext cx="451653" cy="449288"/>
            <a:chOff x="-16794250" y="4058225"/>
            <a:chExt cx="305625" cy="304025"/>
          </a:xfrm>
        </p:grpSpPr>
        <p:sp>
          <p:nvSpPr>
            <p:cNvPr id="8580" name="Google Shape;8580;p6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9" name="Google Shape;8589;p62"/>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0" name="Google Shape;8590;p62"/>
          <p:cNvGrpSpPr/>
          <p:nvPr/>
        </p:nvGrpSpPr>
        <p:grpSpPr>
          <a:xfrm>
            <a:off x="2385709" y="1689573"/>
            <a:ext cx="457453" cy="449325"/>
            <a:chOff x="-20199150" y="3317850"/>
            <a:chExt cx="309550" cy="304050"/>
          </a:xfrm>
        </p:grpSpPr>
        <p:sp>
          <p:nvSpPr>
            <p:cNvPr id="8591" name="Google Shape;8591;p6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2"/>
          <p:cNvGrpSpPr/>
          <p:nvPr/>
        </p:nvGrpSpPr>
        <p:grpSpPr>
          <a:xfrm>
            <a:off x="2388036" y="2242861"/>
            <a:ext cx="452798" cy="450766"/>
            <a:chOff x="-20199150" y="3693150"/>
            <a:chExt cx="306400" cy="305025"/>
          </a:xfrm>
        </p:grpSpPr>
        <p:sp>
          <p:nvSpPr>
            <p:cNvPr id="8599" name="Google Shape;8599;p6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2"/>
          <p:cNvGrpSpPr/>
          <p:nvPr/>
        </p:nvGrpSpPr>
        <p:grpSpPr>
          <a:xfrm>
            <a:off x="2388609" y="2795687"/>
            <a:ext cx="451653" cy="451653"/>
            <a:chOff x="-20197575" y="4066875"/>
            <a:chExt cx="305625" cy="305625"/>
          </a:xfrm>
        </p:grpSpPr>
        <p:sp>
          <p:nvSpPr>
            <p:cNvPr id="8606" name="Google Shape;8606;p6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62"/>
          <p:cNvGrpSpPr/>
          <p:nvPr/>
        </p:nvGrpSpPr>
        <p:grpSpPr>
          <a:xfrm>
            <a:off x="5170827" y="1687520"/>
            <a:ext cx="449325" cy="453426"/>
            <a:chOff x="-18271050" y="3333200"/>
            <a:chExt cx="304050" cy="306825"/>
          </a:xfrm>
        </p:grpSpPr>
        <p:sp>
          <p:nvSpPr>
            <p:cNvPr id="8615" name="Google Shape;8615;p6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62"/>
          <p:cNvGrpSpPr/>
          <p:nvPr/>
        </p:nvGrpSpPr>
        <p:grpSpPr>
          <a:xfrm>
            <a:off x="5171399" y="2244171"/>
            <a:ext cx="448180" cy="448143"/>
            <a:chOff x="-18270275" y="3710875"/>
            <a:chExt cx="303275" cy="303250"/>
          </a:xfrm>
        </p:grpSpPr>
        <p:sp>
          <p:nvSpPr>
            <p:cNvPr id="8621" name="Google Shape;8621;p6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2"/>
          <p:cNvGrpSpPr/>
          <p:nvPr/>
        </p:nvGrpSpPr>
        <p:grpSpPr>
          <a:xfrm>
            <a:off x="5224951" y="2797422"/>
            <a:ext cx="341076" cy="448180"/>
            <a:chOff x="-18234025" y="4084200"/>
            <a:chExt cx="230800" cy="303275"/>
          </a:xfrm>
        </p:grpSpPr>
        <p:sp>
          <p:nvSpPr>
            <p:cNvPr id="8628" name="Google Shape;8628;p6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2"/>
          <p:cNvGrpSpPr/>
          <p:nvPr/>
        </p:nvGrpSpPr>
        <p:grpSpPr>
          <a:xfrm>
            <a:off x="2337506" y="3341641"/>
            <a:ext cx="449325" cy="450470"/>
            <a:chOff x="-16419350" y="3308400"/>
            <a:chExt cx="304050" cy="304825"/>
          </a:xfrm>
        </p:grpSpPr>
        <p:sp>
          <p:nvSpPr>
            <p:cNvPr id="8632" name="Google Shape;8632;p6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2"/>
          <p:cNvGrpSpPr/>
          <p:nvPr/>
        </p:nvGrpSpPr>
        <p:grpSpPr>
          <a:xfrm>
            <a:off x="4609062" y="3340423"/>
            <a:ext cx="395755" cy="452872"/>
            <a:chOff x="-16401225" y="3683275"/>
            <a:chExt cx="267800" cy="306450"/>
          </a:xfrm>
        </p:grpSpPr>
        <p:sp>
          <p:nvSpPr>
            <p:cNvPr id="8640" name="Google Shape;8640;p6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2"/>
          <p:cNvGrpSpPr/>
          <p:nvPr/>
        </p:nvGrpSpPr>
        <p:grpSpPr>
          <a:xfrm>
            <a:off x="7974511" y="2797062"/>
            <a:ext cx="450470" cy="448180"/>
            <a:chOff x="-16419350" y="4058200"/>
            <a:chExt cx="304825" cy="303275"/>
          </a:xfrm>
        </p:grpSpPr>
        <p:sp>
          <p:nvSpPr>
            <p:cNvPr id="8648" name="Google Shape;8648;p6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2"/>
          <p:cNvGrpSpPr/>
          <p:nvPr/>
        </p:nvGrpSpPr>
        <p:grpSpPr>
          <a:xfrm>
            <a:off x="4001398" y="3343080"/>
            <a:ext cx="450507" cy="447589"/>
            <a:chOff x="-15296200" y="3326900"/>
            <a:chExt cx="304850" cy="302875"/>
          </a:xfrm>
        </p:grpSpPr>
        <p:sp>
          <p:nvSpPr>
            <p:cNvPr id="8656" name="Google Shape;8656;p6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2"/>
          <p:cNvGrpSpPr/>
          <p:nvPr/>
        </p:nvGrpSpPr>
        <p:grpSpPr>
          <a:xfrm>
            <a:off x="2917051" y="1706881"/>
            <a:ext cx="486566" cy="414708"/>
            <a:chOff x="-19835275" y="3330250"/>
            <a:chExt cx="329250" cy="280625"/>
          </a:xfrm>
        </p:grpSpPr>
        <p:sp>
          <p:nvSpPr>
            <p:cNvPr id="8662" name="Google Shape;8662;p6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2"/>
          <p:cNvGrpSpPr/>
          <p:nvPr/>
        </p:nvGrpSpPr>
        <p:grpSpPr>
          <a:xfrm>
            <a:off x="2935080" y="2243470"/>
            <a:ext cx="450507" cy="449547"/>
            <a:chOff x="-19822675" y="3692750"/>
            <a:chExt cx="304850" cy="304200"/>
          </a:xfrm>
        </p:grpSpPr>
        <p:sp>
          <p:nvSpPr>
            <p:cNvPr id="8666" name="Google Shape;8666;p6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62"/>
          <p:cNvGrpSpPr/>
          <p:nvPr/>
        </p:nvGrpSpPr>
        <p:grpSpPr>
          <a:xfrm>
            <a:off x="2935672" y="2796278"/>
            <a:ext cx="449325" cy="450470"/>
            <a:chOff x="-19822675" y="4066875"/>
            <a:chExt cx="304050" cy="304825"/>
          </a:xfrm>
        </p:grpSpPr>
        <p:sp>
          <p:nvSpPr>
            <p:cNvPr id="8672" name="Google Shape;8672;p6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2"/>
          <p:cNvGrpSpPr/>
          <p:nvPr/>
        </p:nvGrpSpPr>
        <p:grpSpPr>
          <a:xfrm>
            <a:off x="5744740" y="1689571"/>
            <a:ext cx="399302" cy="449325"/>
            <a:chOff x="-17878825" y="3334400"/>
            <a:chExt cx="270200" cy="304050"/>
          </a:xfrm>
        </p:grpSpPr>
        <p:sp>
          <p:nvSpPr>
            <p:cNvPr id="8679" name="Google Shape;8679;p6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2"/>
          <p:cNvGrpSpPr/>
          <p:nvPr/>
        </p:nvGrpSpPr>
        <p:grpSpPr>
          <a:xfrm>
            <a:off x="5718565" y="2242416"/>
            <a:ext cx="451653" cy="451653"/>
            <a:chOff x="-17896150" y="3709300"/>
            <a:chExt cx="305625" cy="305625"/>
          </a:xfrm>
        </p:grpSpPr>
        <p:sp>
          <p:nvSpPr>
            <p:cNvPr id="8687" name="Google Shape;8687;p6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2"/>
          <p:cNvGrpSpPr/>
          <p:nvPr/>
        </p:nvGrpSpPr>
        <p:grpSpPr>
          <a:xfrm>
            <a:off x="5746495" y="2795686"/>
            <a:ext cx="395792" cy="451653"/>
            <a:chOff x="-17878025" y="4082625"/>
            <a:chExt cx="267825" cy="305625"/>
          </a:xfrm>
        </p:grpSpPr>
        <p:sp>
          <p:nvSpPr>
            <p:cNvPr id="8692" name="Google Shape;8692;p6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62"/>
          <p:cNvGrpSpPr/>
          <p:nvPr/>
        </p:nvGrpSpPr>
        <p:grpSpPr>
          <a:xfrm>
            <a:off x="2890388" y="3355015"/>
            <a:ext cx="450507" cy="423722"/>
            <a:chOff x="-16044450" y="3317850"/>
            <a:chExt cx="304850" cy="286725"/>
          </a:xfrm>
        </p:grpSpPr>
        <p:sp>
          <p:nvSpPr>
            <p:cNvPr id="8700" name="Google Shape;8700;p6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4" name="Google Shape;8704;p62"/>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5" name="Google Shape;8705;p62"/>
          <p:cNvGrpSpPr/>
          <p:nvPr/>
        </p:nvGrpSpPr>
        <p:grpSpPr>
          <a:xfrm>
            <a:off x="8012905" y="2243724"/>
            <a:ext cx="373662" cy="449030"/>
            <a:chOff x="-16018450" y="4058400"/>
            <a:chExt cx="252850" cy="303850"/>
          </a:xfrm>
        </p:grpSpPr>
        <p:sp>
          <p:nvSpPr>
            <p:cNvPr id="8706" name="Google Shape;8706;p6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0" name="Google Shape;8710;p62"/>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15" name="Shape 8715"/>
        <p:cNvGrpSpPr/>
        <p:nvPr/>
      </p:nvGrpSpPr>
      <p:grpSpPr>
        <a:xfrm>
          <a:off x="0" y="0"/>
          <a:ext cx="0" cy="0"/>
          <a:chOff x="0" y="0"/>
          <a:chExt cx="0" cy="0"/>
        </a:xfrm>
      </p:grpSpPr>
      <p:grpSp>
        <p:nvGrpSpPr>
          <p:cNvPr id="8716" name="Google Shape;8716;p63"/>
          <p:cNvGrpSpPr/>
          <p:nvPr/>
        </p:nvGrpSpPr>
        <p:grpSpPr>
          <a:xfrm>
            <a:off x="829817" y="1689241"/>
            <a:ext cx="442337" cy="419623"/>
            <a:chOff x="-6696925" y="3272575"/>
            <a:chExt cx="307200" cy="291425"/>
          </a:xfrm>
        </p:grpSpPr>
        <p:sp>
          <p:nvSpPr>
            <p:cNvPr id="8717" name="Google Shape;8717;p63"/>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63"/>
          <p:cNvGrpSpPr/>
          <p:nvPr/>
        </p:nvGrpSpPr>
        <p:grpSpPr>
          <a:xfrm>
            <a:off x="829799" y="2204636"/>
            <a:ext cx="442373" cy="420775"/>
            <a:chOff x="-6690625" y="3631325"/>
            <a:chExt cx="307225" cy="292225"/>
          </a:xfrm>
        </p:grpSpPr>
        <p:sp>
          <p:nvSpPr>
            <p:cNvPr id="8720" name="Google Shape;8720;p63"/>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3"/>
          <p:cNvGrpSpPr/>
          <p:nvPr/>
        </p:nvGrpSpPr>
        <p:grpSpPr>
          <a:xfrm>
            <a:off x="851921" y="2756972"/>
            <a:ext cx="421927" cy="419371"/>
            <a:chOff x="-6689825" y="3992050"/>
            <a:chExt cx="293025" cy="291250"/>
          </a:xfrm>
        </p:grpSpPr>
        <p:sp>
          <p:nvSpPr>
            <p:cNvPr id="8726" name="Google Shape;8726;p63"/>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8" name="Google Shape;8738;p63"/>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9" name="Google Shape;8739;p63"/>
          <p:cNvGrpSpPr/>
          <p:nvPr/>
        </p:nvGrpSpPr>
        <p:grpSpPr>
          <a:xfrm>
            <a:off x="3535232" y="2205192"/>
            <a:ext cx="423043" cy="419659"/>
            <a:chOff x="-4837325" y="3612425"/>
            <a:chExt cx="293800" cy="291450"/>
          </a:xfrm>
        </p:grpSpPr>
        <p:sp>
          <p:nvSpPr>
            <p:cNvPr id="8740" name="Google Shape;8740;p63"/>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3"/>
          <p:cNvGrpSpPr/>
          <p:nvPr/>
        </p:nvGrpSpPr>
        <p:grpSpPr>
          <a:xfrm>
            <a:off x="3548265" y="2756826"/>
            <a:ext cx="420775" cy="419659"/>
            <a:chOff x="-4837325" y="3971575"/>
            <a:chExt cx="292225" cy="291450"/>
          </a:xfrm>
        </p:grpSpPr>
        <p:sp>
          <p:nvSpPr>
            <p:cNvPr id="8744" name="Google Shape;8744;p63"/>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63"/>
          <p:cNvGrpSpPr/>
          <p:nvPr/>
        </p:nvGrpSpPr>
        <p:grpSpPr>
          <a:xfrm>
            <a:off x="6240279" y="1714185"/>
            <a:ext cx="430998" cy="369730"/>
            <a:chOff x="-3037625" y="3254850"/>
            <a:chExt cx="299325" cy="256775"/>
          </a:xfrm>
        </p:grpSpPr>
        <p:sp>
          <p:nvSpPr>
            <p:cNvPr id="8751" name="Google Shape;8751;p63"/>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3"/>
          <p:cNvGrpSpPr/>
          <p:nvPr/>
        </p:nvGrpSpPr>
        <p:grpSpPr>
          <a:xfrm>
            <a:off x="6244239" y="2204615"/>
            <a:ext cx="423079" cy="420811"/>
            <a:chOff x="-3031325" y="3597450"/>
            <a:chExt cx="293825" cy="292250"/>
          </a:xfrm>
        </p:grpSpPr>
        <p:sp>
          <p:nvSpPr>
            <p:cNvPr id="8756" name="Google Shape;8756;p63"/>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3"/>
          <p:cNvGrpSpPr/>
          <p:nvPr/>
        </p:nvGrpSpPr>
        <p:grpSpPr>
          <a:xfrm>
            <a:off x="6256714" y="2781214"/>
            <a:ext cx="421927" cy="370882"/>
            <a:chOff x="-3030525" y="3973150"/>
            <a:chExt cx="293025" cy="257575"/>
          </a:xfrm>
        </p:grpSpPr>
        <p:sp>
          <p:nvSpPr>
            <p:cNvPr id="8761" name="Google Shape;8761;p63"/>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63"/>
          <p:cNvGrpSpPr/>
          <p:nvPr/>
        </p:nvGrpSpPr>
        <p:grpSpPr>
          <a:xfrm>
            <a:off x="1358307" y="3369426"/>
            <a:ext cx="421927" cy="297195"/>
            <a:chOff x="-1199300" y="3279250"/>
            <a:chExt cx="293025" cy="206400"/>
          </a:xfrm>
        </p:grpSpPr>
        <p:sp>
          <p:nvSpPr>
            <p:cNvPr id="8764" name="Google Shape;8764;p63"/>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3"/>
          <p:cNvGrpSpPr/>
          <p:nvPr/>
        </p:nvGrpSpPr>
        <p:grpSpPr>
          <a:xfrm>
            <a:off x="1365393" y="1688773"/>
            <a:ext cx="444605" cy="420559"/>
            <a:chOff x="-6338550" y="3272950"/>
            <a:chExt cx="308775" cy="292075"/>
          </a:xfrm>
        </p:grpSpPr>
        <p:sp>
          <p:nvSpPr>
            <p:cNvPr id="8769" name="Google Shape;8769;p63"/>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3"/>
          <p:cNvGrpSpPr/>
          <p:nvPr/>
        </p:nvGrpSpPr>
        <p:grpSpPr>
          <a:xfrm>
            <a:off x="1376732" y="2205194"/>
            <a:ext cx="421927" cy="419659"/>
            <a:chOff x="-6329100" y="3632100"/>
            <a:chExt cx="293025" cy="291450"/>
          </a:xfrm>
        </p:grpSpPr>
        <p:sp>
          <p:nvSpPr>
            <p:cNvPr id="8773" name="Google Shape;8773;p63"/>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3"/>
          <p:cNvGrpSpPr/>
          <p:nvPr/>
        </p:nvGrpSpPr>
        <p:grpSpPr>
          <a:xfrm>
            <a:off x="1389783" y="2756828"/>
            <a:ext cx="419623" cy="419659"/>
            <a:chOff x="-6329875" y="3992050"/>
            <a:chExt cx="291425" cy="291450"/>
          </a:xfrm>
        </p:grpSpPr>
        <p:sp>
          <p:nvSpPr>
            <p:cNvPr id="8777" name="Google Shape;8777;p63"/>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63"/>
          <p:cNvGrpSpPr/>
          <p:nvPr/>
        </p:nvGrpSpPr>
        <p:grpSpPr>
          <a:xfrm>
            <a:off x="4075920" y="1687530"/>
            <a:ext cx="423079" cy="423043"/>
            <a:chOff x="-4478975" y="3251700"/>
            <a:chExt cx="293825" cy="293800"/>
          </a:xfrm>
        </p:grpSpPr>
        <p:sp>
          <p:nvSpPr>
            <p:cNvPr id="8782" name="Google Shape;8782;p63"/>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3"/>
          <p:cNvGrpSpPr/>
          <p:nvPr/>
        </p:nvGrpSpPr>
        <p:grpSpPr>
          <a:xfrm>
            <a:off x="4075920" y="2205192"/>
            <a:ext cx="423079" cy="419659"/>
            <a:chOff x="-4475825" y="3612425"/>
            <a:chExt cx="293825" cy="291450"/>
          </a:xfrm>
        </p:grpSpPr>
        <p:sp>
          <p:nvSpPr>
            <p:cNvPr id="8786" name="Google Shape;8786;p63"/>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63"/>
          <p:cNvGrpSpPr/>
          <p:nvPr/>
        </p:nvGrpSpPr>
        <p:grpSpPr>
          <a:xfrm>
            <a:off x="4084992" y="2756844"/>
            <a:ext cx="428730" cy="419623"/>
            <a:chOff x="-4480550" y="3970800"/>
            <a:chExt cx="297750" cy="291425"/>
          </a:xfrm>
        </p:grpSpPr>
        <p:sp>
          <p:nvSpPr>
            <p:cNvPr id="8790" name="Google Shape;8790;p63"/>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63"/>
          <p:cNvGrpSpPr/>
          <p:nvPr/>
        </p:nvGrpSpPr>
        <p:grpSpPr>
          <a:xfrm>
            <a:off x="6788826" y="1689221"/>
            <a:ext cx="415123" cy="419659"/>
            <a:chOff x="-2668225" y="3239075"/>
            <a:chExt cx="288300" cy="291450"/>
          </a:xfrm>
        </p:grpSpPr>
        <p:sp>
          <p:nvSpPr>
            <p:cNvPr id="8793" name="Google Shape;8793;p63"/>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3"/>
          <p:cNvGrpSpPr/>
          <p:nvPr/>
        </p:nvGrpSpPr>
        <p:grpSpPr>
          <a:xfrm>
            <a:off x="6785982" y="2205191"/>
            <a:ext cx="420811" cy="419659"/>
            <a:chOff x="-2671375" y="3597450"/>
            <a:chExt cx="292250" cy="291450"/>
          </a:xfrm>
        </p:grpSpPr>
        <p:sp>
          <p:nvSpPr>
            <p:cNvPr id="8799" name="Google Shape;8799;p63"/>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3"/>
          <p:cNvGrpSpPr/>
          <p:nvPr/>
        </p:nvGrpSpPr>
        <p:grpSpPr>
          <a:xfrm>
            <a:off x="6796765" y="2755691"/>
            <a:ext cx="423043" cy="421927"/>
            <a:chOff x="-2670575" y="3956600"/>
            <a:chExt cx="293800" cy="293025"/>
          </a:xfrm>
        </p:grpSpPr>
        <p:sp>
          <p:nvSpPr>
            <p:cNvPr id="8802" name="Google Shape;8802;p63"/>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3"/>
          <p:cNvGrpSpPr/>
          <p:nvPr/>
        </p:nvGrpSpPr>
        <p:grpSpPr>
          <a:xfrm>
            <a:off x="3054285" y="3311947"/>
            <a:ext cx="426462" cy="418363"/>
            <a:chOff x="-1183550" y="3586525"/>
            <a:chExt cx="296175" cy="290550"/>
          </a:xfrm>
        </p:grpSpPr>
        <p:sp>
          <p:nvSpPr>
            <p:cNvPr id="8807" name="Google Shape;8807;p63"/>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63"/>
          <p:cNvGrpSpPr/>
          <p:nvPr/>
        </p:nvGrpSpPr>
        <p:grpSpPr>
          <a:xfrm>
            <a:off x="1917896" y="1689799"/>
            <a:ext cx="420811" cy="418507"/>
            <a:chOff x="-5971525" y="3273750"/>
            <a:chExt cx="292250" cy="290650"/>
          </a:xfrm>
        </p:grpSpPr>
        <p:sp>
          <p:nvSpPr>
            <p:cNvPr id="8817" name="Google Shape;8817;p63"/>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3"/>
          <p:cNvGrpSpPr/>
          <p:nvPr/>
        </p:nvGrpSpPr>
        <p:grpSpPr>
          <a:xfrm>
            <a:off x="1912226" y="2203826"/>
            <a:ext cx="432150" cy="422395"/>
            <a:chOff x="-5974675" y="3632100"/>
            <a:chExt cx="300125" cy="293350"/>
          </a:xfrm>
        </p:grpSpPr>
        <p:sp>
          <p:nvSpPr>
            <p:cNvPr id="8820" name="Google Shape;8820;p63"/>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3"/>
          <p:cNvGrpSpPr/>
          <p:nvPr/>
        </p:nvGrpSpPr>
        <p:grpSpPr>
          <a:xfrm>
            <a:off x="1942267" y="2755694"/>
            <a:ext cx="395865" cy="421927"/>
            <a:chOff x="-5971525" y="3990475"/>
            <a:chExt cx="274925" cy="293025"/>
          </a:xfrm>
        </p:grpSpPr>
        <p:sp>
          <p:nvSpPr>
            <p:cNvPr id="8824" name="Google Shape;8824;p63"/>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63"/>
          <p:cNvGrpSpPr/>
          <p:nvPr/>
        </p:nvGrpSpPr>
        <p:grpSpPr>
          <a:xfrm>
            <a:off x="4615473" y="1689798"/>
            <a:ext cx="420775" cy="418507"/>
            <a:chOff x="-4118225" y="3253275"/>
            <a:chExt cx="292225" cy="290650"/>
          </a:xfrm>
        </p:grpSpPr>
        <p:sp>
          <p:nvSpPr>
            <p:cNvPr id="8829" name="Google Shape;8829;p63"/>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3"/>
          <p:cNvGrpSpPr/>
          <p:nvPr/>
        </p:nvGrpSpPr>
        <p:grpSpPr>
          <a:xfrm>
            <a:off x="4665924" y="2204922"/>
            <a:ext cx="319874" cy="420199"/>
            <a:chOff x="-4082800" y="3612425"/>
            <a:chExt cx="222150" cy="291825"/>
          </a:xfrm>
        </p:grpSpPr>
        <p:sp>
          <p:nvSpPr>
            <p:cNvPr id="8832" name="Google Shape;8832;p63"/>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3"/>
          <p:cNvGrpSpPr/>
          <p:nvPr/>
        </p:nvGrpSpPr>
        <p:grpSpPr>
          <a:xfrm>
            <a:off x="4627372" y="2769876"/>
            <a:ext cx="420775" cy="393561"/>
            <a:chOff x="-4118225" y="3990475"/>
            <a:chExt cx="292225" cy="273325"/>
          </a:xfrm>
        </p:grpSpPr>
        <p:sp>
          <p:nvSpPr>
            <p:cNvPr id="8836" name="Google Shape;8836;p63"/>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3"/>
          <p:cNvGrpSpPr/>
          <p:nvPr/>
        </p:nvGrpSpPr>
        <p:grpSpPr>
          <a:xfrm>
            <a:off x="7338026" y="1688087"/>
            <a:ext cx="394713" cy="421927"/>
            <a:chOff x="-2312225" y="3238300"/>
            <a:chExt cx="274125" cy="293025"/>
          </a:xfrm>
        </p:grpSpPr>
        <p:sp>
          <p:nvSpPr>
            <p:cNvPr id="8841" name="Google Shape;8841;p63"/>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63"/>
          <p:cNvGrpSpPr/>
          <p:nvPr/>
        </p:nvGrpSpPr>
        <p:grpSpPr>
          <a:xfrm>
            <a:off x="7335742" y="2756825"/>
            <a:ext cx="423079" cy="419659"/>
            <a:chOff x="-2310650" y="3958175"/>
            <a:chExt cx="293825" cy="291450"/>
          </a:xfrm>
        </p:grpSpPr>
        <p:sp>
          <p:nvSpPr>
            <p:cNvPr id="8844" name="Google Shape;8844;p63"/>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63"/>
          <p:cNvGrpSpPr/>
          <p:nvPr/>
        </p:nvGrpSpPr>
        <p:grpSpPr>
          <a:xfrm>
            <a:off x="4702603" y="3308459"/>
            <a:ext cx="424159" cy="419659"/>
            <a:chOff x="-1182750" y="3962900"/>
            <a:chExt cx="294575" cy="291450"/>
          </a:xfrm>
        </p:grpSpPr>
        <p:sp>
          <p:nvSpPr>
            <p:cNvPr id="8847" name="Google Shape;8847;p63"/>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3"/>
          <p:cNvGrpSpPr/>
          <p:nvPr/>
        </p:nvGrpSpPr>
        <p:grpSpPr>
          <a:xfrm>
            <a:off x="2455739" y="1689223"/>
            <a:ext cx="424195" cy="419659"/>
            <a:chOff x="-5611575" y="3272950"/>
            <a:chExt cx="294600" cy="291450"/>
          </a:xfrm>
        </p:grpSpPr>
        <p:sp>
          <p:nvSpPr>
            <p:cNvPr id="8855" name="Google Shape;8855;p63"/>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3"/>
          <p:cNvGrpSpPr/>
          <p:nvPr/>
        </p:nvGrpSpPr>
        <p:grpSpPr>
          <a:xfrm>
            <a:off x="2455739" y="2205770"/>
            <a:ext cx="424195" cy="418507"/>
            <a:chOff x="-5613150" y="3632900"/>
            <a:chExt cx="294600" cy="290650"/>
          </a:xfrm>
        </p:grpSpPr>
        <p:sp>
          <p:nvSpPr>
            <p:cNvPr id="8861" name="Google Shape;8861;p63"/>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3"/>
          <p:cNvGrpSpPr/>
          <p:nvPr/>
        </p:nvGrpSpPr>
        <p:grpSpPr>
          <a:xfrm>
            <a:off x="7324977" y="2153586"/>
            <a:ext cx="420811" cy="522864"/>
            <a:chOff x="-2310650" y="3525775"/>
            <a:chExt cx="292250" cy="363125"/>
          </a:xfrm>
        </p:grpSpPr>
        <p:sp>
          <p:nvSpPr>
            <p:cNvPr id="8864" name="Google Shape;8864;p63"/>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3"/>
          <p:cNvGrpSpPr/>
          <p:nvPr/>
        </p:nvGrpSpPr>
        <p:grpSpPr>
          <a:xfrm>
            <a:off x="2467638" y="2756270"/>
            <a:ext cx="424195" cy="420775"/>
            <a:chOff x="-5613150" y="3991275"/>
            <a:chExt cx="294600" cy="292225"/>
          </a:xfrm>
        </p:grpSpPr>
        <p:sp>
          <p:nvSpPr>
            <p:cNvPr id="8869" name="Google Shape;8869;p63"/>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63"/>
          <p:cNvGrpSpPr/>
          <p:nvPr/>
        </p:nvGrpSpPr>
        <p:grpSpPr>
          <a:xfrm>
            <a:off x="5139126" y="1689438"/>
            <a:ext cx="434634" cy="419227"/>
            <a:chOff x="-3768700" y="3253275"/>
            <a:chExt cx="301850" cy="291150"/>
          </a:xfrm>
        </p:grpSpPr>
        <p:sp>
          <p:nvSpPr>
            <p:cNvPr id="8879" name="Google Shape;8879;p63"/>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63"/>
          <p:cNvGrpSpPr/>
          <p:nvPr/>
        </p:nvGrpSpPr>
        <p:grpSpPr>
          <a:xfrm>
            <a:off x="5143209" y="2217090"/>
            <a:ext cx="426462" cy="395865"/>
            <a:chOff x="-3808700" y="3628950"/>
            <a:chExt cx="296175" cy="274925"/>
          </a:xfrm>
        </p:grpSpPr>
        <p:sp>
          <p:nvSpPr>
            <p:cNvPr id="8883" name="Google Shape;8883;p63"/>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3"/>
          <p:cNvGrpSpPr/>
          <p:nvPr/>
        </p:nvGrpSpPr>
        <p:grpSpPr>
          <a:xfrm>
            <a:off x="5208420" y="2756412"/>
            <a:ext cx="419443" cy="420487"/>
            <a:chOff x="-3771675" y="3971775"/>
            <a:chExt cx="291300" cy="292025"/>
          </a:xfrm>
        </p:grpSpPr>
        <p:sp>
          <p:nvSpPr>
            <p:cNvPr id="8887" name="Google Shape;8887;p63"/>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3"/>
          <p:cNvGrpSpPr/>
          <p:nvPr/>
        </p:nvGrpSpPr>
        <p:grpSpPr>
          <a:xfrm>
            <a:off x="7869864" y="1716461"/>
            <a:ext cx="420271" cy="320774"/>
            <a:chOff x="-1951475" y="3273100"/>
            <a:chExt cx="291875" cy="222775"/>
          </a:xfrm>
        </p:grpSpPr>
        <p:sp>
          <p:nvSpPr>
            <p:cNvPr id="8893" name="Google Shape;8893;p63"/>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3"/>
          <p:cNvGrpSpPr/>
          <p:nvPr/>
        </p:nvGrpSpPr>
        <p:grpSpPr>
          <a:xfrm>
            <a:off x="7867344" y="2205191"/>
            <a:ext cx="425310" cy="419659"/>
            <a:chOff x="-1951475" y="3597450"/>
            <a:chExt cx="295375" cy="291450"/>
          </a:xfrm>
        </p:grpSpPr>
        <p:sp>
          <p:nvSpPr>
            <p:cNvPr id="8897" name="Google Shape;8897;p63"/>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3"/>
          <p:cNvGrpSpPr/>
          <p:nvPr/>
        </p:nvGrpSpPr>
        <p:grpSpPr>
          <a:xfrm>
            <a:off x="7869595" y="2756825"/>
            <a:ext cx="444605" cy="419659"/>
            <a:chOff x="-1960150" y="3956600"/>
            <a:chExt cx="308775" cy="291450"/>
          </a:xfrm>
        </p:grpSpPr>
        <p:sp>
          <p:nvSpPr>
            <p:cNvPr id="8902" name="Google Shape;8902;p63"/>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3"/>
          <p:cNvGrpSpPr/>
          <p:nvPr/>
        </p:nvGrpSpPr>
        <p:grpSpPr>
          <a:xfrm>
            <a:off x="1923633" y="3307636"/>
            <a:ext cx="420775" cy="420775"/>
            <a:chOff x="-804700" y="3226500"/>
            <a:chExt cx="292225" cy="292225"/>
          </a:xfrm>
        </p:grpSpPr>
        <p:sp>
          <p:nvSpPr>
            <p:cNvPr id="8905" name="Google Shape;8905;p63"/>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3"/>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3"/>
          <p:cNvGrpSpPr/>
          <p:nvPr/>
        </p:nvGrpSpPr>
        <p:grpSpPr>
          <a:xfrm>
            <a:off x="3003724" y="1688647"/>
            <a:ext cx="420775" cy="420811"/>
            <a:chOff x="-5251625" y="3272950"/>
            <a:chExt cx="292225" cy="292250"/>
          </a:xfrm>
        </p:grpSpPr>
        <p:sp>
          <p:nvSpPr>
            <p:cNvPr id="8913" name="Google Shape;8913;p63"/>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63"/>
          <p:cNvGrpSpPr/>
          <p:nvPr/>
        </p:nvGrpSpPr>
        <p:grpSpPr>
          <a:xfrm>
            <a:off x="3000322" y="2204348"/>
            <a:ext cx="427578" cy="421351"/>
            <a:chOff x="-5254775" y="3631325"/>
            <a:chExt cx="296950" cy="292625"/>
          </a:xfrm>
        </p:grpSpPr>
        <p:sp>
          <p:nvSpPr>
            <p:cNvPr id="8917" name="Google Shape;8917;p63"/>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3"/>
          <p:cNvGrpSpPr/>
          <p:nvPr/>
        </p:nvGrpSpPr>
        <p:grpSpPr>
          <a:xfrm>
            <a:off x="3016181" y="2756270"/>
            <a:ext cx="419659" cy="420775"/>
            <a:chOff x="-5251625" y="3991275"/>
            <a:chExt cx="291450" cy="292225"/>
          </a:xfrm>
        </p:grpSpPr>
        <p:sp>
          <p:nvSpPr>
            <p:cNvPr id="8925" name="Google Shape;8925;p63"/>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3"/>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3"/>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63"/>
          <p:cNvGrpSpPr/>
          <p:nvPr/>
        </p:nvGrpSpPr>
        <p:grpSpPr>
          <a:xfrm>
            <a:off x="5756763" y="1689240"/>
            <a:ext cx="319874" cy="419623"/>
            <a:chOff x="-3365275" y="3253275"/>
            <a:chExt cx="222150" cy="291425"/>
          </a:xfrm>
        </p:grpSpPr>
        <p:sp>
          <p:nvSpPr>
            <p:cNvPr id="8931" name="Google Shape;8931;p63"/>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3"/>
          <p:cNvGrpSpPr/>
          <p:nvPr/>
        </p:nvGrpSpPr>
        <p:grpSpPr>
          <a:xfrm>
            <a:off x="5730701" y="2204058"/>
            <a:ext cx="371998" cy="421927"/>
            <a:chOff x="-3383375" y="3611625"/>
            <a:chExt cx="258350" cy="293025"/>
          </a:xfrm>
        </p:grpSpPr>
        <p:sp>
          <p:nvSpPr>
            <p:cNvPr id="8934" name="Google Shape;8934;p63"/>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3"/>
          <p:cNvGrpSpPr/>
          <p:nvPr/>
        </p:nvGrpSpPr>
        <p:grpSpPr>
          <a:xfrm>
            <a:off x="5793050" y="2756826"/>
            <a:ext cx="271097" cy="419659"/>
            <a:chOff x="-3347950" y="3971575"/>
            <a:chExt cx="188275" cy="291450"/>
          </a:xfrm>
        </p:grpSpPr>
        <p:sp>
          <p:nvSpPr>
            <p:cNvPr id="8937" name="Google Shape;8937;p63"/>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3"/>
          <p:cNvGrpSpPr/>
          <p:nvPr/>
        </p:nvGrpSpPr>
        <p:grpSpPr>
          <a:xfrm>
            <a:off x="842909" y="3307061"/>
            <a:ext cx="371998" cy="421927"/>
            <a:chOff x="-1575775" y="3238300"/>
            <a:chExt cx="258350" cy="293025"/>
          </a:xfrm>
        </p:grpSpPr>
        <p:sp>
          <p:nvSpPr>
            <p:cNvPr id="8941" name="Google Shape;8941;p63"/>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63"/>
          <p:cNvGrpSpPr/>
          <p:nvPr/>
        </p:nvGrpSpPr>
        <p:grpSpPr>
          <a:xfrm>
            <a:off x="2487807" y="3309051"/>
            <a:ext cx="423079" cy="424159"/>
            <a:chOff x="-1591550" y="3597475"/>
            <a:chExt cx="293825" cy="294575"/>
          </a:xfrm>
        </p:grpSpPr>
        <p:sp>
          <p:nvSpPr>
            <p:cNvPr id="8947" name="Google Shape;8947;p63"/>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3"/>
          <p:cNvGrpSpPr/>
          <p:nvPr/>
        </p:nvGrpSpPr>
        <p:grpSpPr>
          <a:xfrm>
            <a:off x="4137277" y="3318663"/>
            <a:ext cx="421927" cy="399248"/>
            <a:chOff x="-1592325" y="3957400"/>
            <a:chExt cx="293025" cy="277275"/>
          </a:xfrm>
        </p:grpSpPr>
        <p:sp>
          <p:nvSpPr>
            <p:cNvPr id="8951" name="Google Shape;8951;p63"/>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3"/>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3"/>
          <p:cNvGrpSpPr/>
          <p:nvPr/>
        </p:nvGrpSpPr>
        <p:grpSpPr>
          <a:xfrm>
            <a:off x="3624147" y="3310744"/>
            <a:ext cx="369730" cy="420775"/>
            <a:chOff x="-778700" y="3612425"/>
            <a:chExt cx="256775" cy="292225"/>
          </a:xfrm>
        </p:grpSpPr>
        <p:sp>
          <p:nvSpPr>
            <p:cNvPr id="8956" name="Google Shape;8956;p63"/>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3"/>
          <p:cNvGrpSpPr/>
          <p:nvPr/>
        </p:nvGrpSpPr>
        <p:grpSpPr>
          <a:xfrm>
            <a:off x="6095649" y="3828305"/>
            <a:ext cx="340731" cy="387641"/>
            <a:chOff x="7728464" y="1561258"/>
            <a:chExt cx="349719" cy="397866"/>
          </a:xfrm>
        </p:grpSpPr>
        <p:sp>
          <p:nvSpPr>
            <p:cNvPr id="8963" name="Google Shape;8963;p63"/>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3"/>
          <p:cNvGrpSpPr/>
          <p:nvPr/>
        </p:nvGrpSpPr>
        <p:grpSpPr>
          <a:xfrm>
            <a:off x="4018617" y="3828305"/>
            <a:ext cx="387681" cy="387641"/>
            <a:chOff x="5611350" y="1561258"/>
            <a:chExt cx="397907" cy="397866"/>
          </a:xfrm>
        </p:grpSpPr>
        <p:sp>
          <p:nvSpPr>
            <p:cNvPr id="8966" name="Google Shape;8966;p63"/>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63"/>
          <p:cNvGrpSpPr/>
          <p:nvPr/>
        </p:nvGrpSpPr>
        <p:grpSpPr>
          <a:xfrm>
            <a:off x="4537903" y="3925571"/>
            <a:ext cx="387610" cy="193109"/>
            <a:chOff x="6140660" y="1661097"/>
            <a:chExt cx="397835" cy="198202"/>
          </a:xfrm>
        </p:grpSpPr>
        <p:sp>
          <p:nvSpPr>
            <p:cNvPr id="8971" name="Google Shape;8971;p63"/>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63"/>
          <p:cNvGrpSpPr/>
          <p:nvPr/>
        </p:nvGrpSpPr>
        <p:grpSpPr>
          <a:xfrm>
            <a:off x="5057118" y="3828305"/>
            <a:ext cx="387681" cy="387641"/>
            <a:chOff x="6669907" y="1561258"/>
            <a:chExt cx="397907" cy="397866"/>
          </a:xfrm>
        </p:grpSpPr>
        <p:sp>
          <p:nvSpPr>
            <p:cNvPr id="8976" name="Google Shape;8976;p63"/>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3"/>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63"/>
          <p:cNvGrpSpPr/>
          <p:nvPr/>
        </p:nvGrpSpPr>
        <p:grpSpPr>
          <a:xfrm>
            <a:off x="1942348" y="3885842"/>
            <a:ext cx="387681" cy="272572"/>
            <a:chOff x="3386036" y="1746339"/>
            <a:chExt cx="397907" cy="279762"/>
          </a:xfrm>
        </p:grpSpPr>
        <p:sp>
          <p:nvSpPr>
            <p:cNvPr id="8982" name="Google Shape;8982;p63"/>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63"/>
          <p:cNvGrpSpPr/>
          <p:nvPr/>
        </p:nvGrpSpPr>
        <p:grpSpPr>
          <a:xfrm>
            <a:off x="2980045" y="3828288"/>
            <a:ext cx="387681" cy="387681"/>
            <a:chOff x="4417380" y="1687279"/>
            <a:chExt cx="397907" cy="397907"/>
          </a:xfrm>
        </p:grpSpPr>
        <p:sp>
          <p:nvSpPr>
            <p:cNvPr id="8985" name="Google Shape;8985;p63"/>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3"/>
          <p:cNvGrpSpPr/>
          <p:nvPr/>
        </p:nvGrpSpPr>
        <p:grpSpPr>
          <a:xfrm>
            <a:off x="7926526" y="3308537"/>
            <a:ext cx="387661" cy="387661"/>
            <a:chOff x="2869999" y="1687279"/>
            <a:chExt cx="397887" cy="397887"/>
          </a:xfrm>
        </p:grpSpPr>
        <p:sp>
          <p:nvSpPr>
            <p:cNvPr id="8988" name="Google Shape;8988;p63"/>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3"/>
          <p:cNvGrpSpPr/>
          <p:nvPr/>
        </p:nvGrpSpPr>
        <p:grpSpPr>
          <a:xfrm>
            <a:off x="2461634" y="3828664"/>
            <a:ext cx="386807" cy="386929"/>
            <a:chOff x="3902887" y="1687655"/>
            <a:chExt cx="397010" cy="397135"/>
          </a:xfrm>
        </p:grpSpPr>
        <p:sp>
          <p:nvSpPr>
            <p:cNvPr id="8991" name="Google Shape;8991;p63"/>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3"/>
          <p:cNvGrpSpPr/>
          <p:nvPr/>
        </p:nvGrpSpPr>
        <p:grpSpPr>
          <a:xfrm>
            <a:off x="3499331" y="3828344"/>
            <a:ext cx="387681" cy="387681"/>
            <a:chOff x="4933458" y="1687279"/>
            <a:chExt cx="397907" cy="397907"/>
          </a:xfrm>
        </p:grpSpPr>
        <p:sp>
          <p:nvSpPr>
            <p:cNvPr id="8994" name="Google Shape;8994;p63"/>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63"/>
          <p:cNvGrpSpPr/>
          <p:nvPr/>
        </p:nvGrpSpPr>
        <p:grpSpPr>
          <a:xfrm>
            <a:off x="5273586" y="3308775"/>
            <a:ext cx="387681" cy="387661"/>
            <a:chOff x="266768" y="1721375"/>
            <a:chExt cx="397907" cy="397887"/>
          </a:xfrm>
        </p:grpSpPr>
        <p:sp>
          <p:nvSpPr>
            <p:cNvPr id="8997" name="Google Shape;8997;p6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3"/>
          <p:cNvGrpSpPr/>
          <p:nvPr/>
        </p:nvGrpSpPr>
        <p:grpSpPr>
          <a:xfrm>
            <a:off x="7395588" y="3308924"/>
            <a:ext cx="387539" cy="386888"/>
            <a:chOff x="2408992" y="1722875"/>
            <a:chExt cx="397761" cy="397093"/>
          </a:xfrm>
        </p:grpSpPr>
        <p:sp>
          <p:nvSpPr>
            <p:cNvPr id="9000" name="Google Shape;9000;p63"/>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3"/>
          <p:cNvGrpSpPr/>
          <p:nvPr/>
        </p:nvGrpSpPr>
        <p:grpSpPr>
          <a:xfrm>
            <a:off x="5576404" y="3828305"/>
            <a:ext cx="387641" cy="387641"/>
            <a:chOff x="7199196" y="1561258"/>
            <a:chExt cx="397866" cy="397866"/>
          </a:xfrm>
        </p:grpSpPr>
        <p:sp>
          <p:nvSpPr>
            <p:cNvPr id="9003" name="Google Shape;9003;p63"/>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63"/>
          <p:cNvGrpSpPr/>
          <p:nvPr/>
        </p:nvGrpSpPr>
        <p:grpSpPr>
          <a:xfrm>
            <a:off x="6332282" y="3308537"/>
            <a:ext cx="387661" cy="387661"/>
            <a:chOff x="1379798" y="1723250"/>
            <a:chExt cx="397887" cy="397887"/>
          </a:xfrm>
        </p:grpSpPr>
        <p:sp>
          <p:nvSpPr>
            <p:cNvPr id="9007" name="Google Shape;9007;p6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3"/>
          <p:cNvGrpSpPr/>
          <p:nvPr/>
        </p:nvGrpSpPr>
        <p:grpSpPr>
          <a:xfrm>
            <a:off x="5801242" y="3308537"/>
            <a:ext cx="387641" cy="387661"/>
            <a:chOff x="864491" y="1723250"/>
            <a:chExt cx="397866" cy="397887"/>
          </a:xfrm>
        </p:grpSpPr>
        <p:sp>
          <p:nvSpPr>
            <p:cNvPr id="9012" name="Google Shape;9012;p6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5" name="Google Shape;9015;p63"/>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6" name="Google Shape;9016;p63"/>
          <p:cNvGrpSpPr/>
          <p:nvPr/>
        </p:nvGrpSpPr>
        <p:grpSpPr>
          <a:xfrm>
            <a:off x="6568070" y="3827060"/>
            <a:ext cx="388966" cy="388966"/>
            <a:chOff x="1190625" y="238125"/>
            <a:chExt cx="5235075" cy="5235075"/>
          </a:xfrm>
        </p:grpSpPr>
        <p:sp>
          <p:nvSpPr>
            <p:cNvPr id="9017" name="Google Shape;9017;p63"/>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3"/>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9" name="Google Shape;9019;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23" name="Shape 9023"/>
        <p:cNvGrpSpPr/>
        <p:nvPr/>
      </p:nvGrpSpPr>
      <p:grpSpPr>
        <a:xfrm>
          <a:off x="0" y="0"/>
          <a:ext cx="0" cy="0"/>
          <a:chOff x="0" y="0"/>
          <a:chExt cx="0" cy="0"/>
        </a:xfrm>
      </p:grpSpPr>
      <p:pic>
        <p:nvPicPr>
          <p:cNvPr id="9024" name="Google Shape;9024;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ocial and Behavioral Sciences in Public Health - Bachelor of Science in Public Health by Slidesgo">
  <a:themeElements>
    <a:clrScheme name="Simple Light">
      <a:dk1>
        <a:srgbClr val="161614"/>
      </a:dk1>
      <a:lt1>
        <a:srgbClr val="FCF9F3"/>
      </a:lt1>
      <a:dk2>
        <a:srgbClr val="F0E4C2"/>
      </a:dk2>
      <a:lt2>
        <a:srgbClr val="8E9FE5"/>
      </a:lt2>
      <a:accent1>
        <a:srgbClr val="CAD6CA"/>
      </a:accent1>
      <a:accent2>
        <a:srgbClr val="748165"/>
      </a:accent2>
      <a:accent3>
        <a:srgbClr val="FFFFFF"/>
      </a:accent3>
      <a:accent4>
        <a:srgbClr val="FFFFFF"/>
      </a:accent4>
      <a:accent5>
        <a:srgbClr val="FFFFFF"/>
      </a:accent5>
      <a:accent6>
        <a:srgbClr val="FFFFFF"/>
      </a:accent6>
      <a:hlink>
        <a:srgbClr val="1616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